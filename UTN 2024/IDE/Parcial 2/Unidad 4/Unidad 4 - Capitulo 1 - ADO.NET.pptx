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46"/>
  </p:notesMasterIdLst>
  <p:sldIdLst>
    <p:sldId id="312" r:id="rId2"/>
    <p:sldId id="257" r:id="rId3"/>
    <p:sldId id="369" r:id="rId4"/>
    <p:sldId id="279" r:id="rId5"/>
    <p:sldId id="380" r:id="rId6"/>
    <p:sldId id="370" r:id="rId7"/>
    <p:sldId id="285" r:id="rId8"/>
    <p:sldId id="288" r:id="rId9"/>
    <p:sldId id="284" r:id="rId10"/>
    <p:sldId id="290" r:id="rId11"/>
    <p:sldId id="371" r:id="rId12"/>
    <p:sldId id="294" r:id="rId13"/>
    <p:sldId id="293" r:id="rId14"/>
    <p:sldId id="292" r:id="rId15"/>
    <p:sldId id="280" r:id="rId16"/>
    <p:sldId id="267" r:id="rId17"/>
    <p:sldId id="272" r:id="rId18"/>
    <p:sldId id="295" r:id="rId19"/>
    <p:sldId id="296" r:id="rId20"/>
    <p:sldId id="297" r:id="rId21"/>
    <p:sldId id="298" r:id="rId22"/>
    <p:sldId id="299" r:id="rId23"/>
    <p:sldId id="270" r:id="rId24"/>
    <p:sldId id="373" r:id="rId25"/>
    <p:sldId id="300" r:id="rId26"/>
    <p:sldId id="302" r:id="rId27"/>
    <p:sldId id="314" r:id="rId28"/>
    <p:sldId id="315" r:id="rId29"/>
    <p:sldId id="316" r:id="rId30"/>
    <p:sldId id="301" r:id="rId31"/>
    <p:sldId id="303" r:id="rId32"/>
    <p:sldId id="304" r:id="rId33"/>
    <p:sldId id="374" r:id="rId34"/>
    <p:sldId id="306" r:id="rId35"/>
    <p:sldId id="274" r:id="rId36"/>
    <p:sldId id="375" r:id="rId37"/>
    <p:sldId id="376" r:id="rId38"/>
    <p:sldId id="310" r:id="rId39"/>
    <p:sldId id="276" r:id="rId40"/>
    <p:sldId id="377" r:id="rId41"/>
    <p:sldId id="378" r:id="rId42"/>
    <p:sldId id="268" r:id="rId43"/>
    <p:sldId id="379" r:id="rId44"/>
    <p:sldId id="278" r:id="rId45"/>
  </p:sldIdLst>
  <p:sldSz cx="9144000" cy="6858000" type="screen4x3"/>
  <p:notesSz cx="6858000" cy="9144000"/>
  <p:embeddedFontLst>
    <p:embeddedFont>
      <p:font typeface="Arial Narrow" panose="020B0606020202030204" pitchFamily="34" charset="0"/>
      <p:regular r:id="rId47"/>
      <p:bold r:id="rId48"/>
      <p:italic r:id="rId49"/>
      <p:boldItalic r:id="rId50"/>
    </p:embeddedFont>
    <p:embeddedFont>
      <p:font typeface="Calibri" panose="020F0502020204030204" pitchFamily="34" charset="0"/>
      <p:regular r:id="rId51"/>
      <p:bold r:id="rId52"/>
      <p:italic r:id="rId53"/>
      <p:boldItalic r:id="rId54"/>
    </p:embeddedFont>
    <p:embeddedFont>
      <p:font typeface="Verdana" panose="020B0604030504040204" pitchFamily="34" charset="0"/>
      <p:regular r:id="rId55"/>
      <p:bold r:id="rId56"/>
      <p:italic r:id="rId57"/>
      <p:boldItalic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693" autoAdjust="0"/>
    <p:restoredTop sz="82216" autoAdjust="0"/>
  </p:normalViewPr>
  <p:slideViewPr>
    <p:cSldViewPr>
      <p:cViewPr varScale="1">
        <p:scale>
          <a:sx n="87" d="100"/>
          <a:sy n="87" d="100"/>
        </p:scale>
        <p:origin x="1680" y="39"/>
      </p:cViewPr>
      <p:guideLst>
        <p:guide orient="horz" pos="2160"/>
        <p:guide pos="2880"/>
      </p:guideLst>
    </p:cSldViewPr>
  </p:slideViewPr>
  <p:outlineViewPr>
    <p:cViewPr>
      <p:scale>
        <a:sx n="33" d="100"/>
        <a:sy n="33" d="100"/>
      </p:scale>
      <p:origin x="0" y="-759"/>
    </p:cViewPr>
  </p:outlineViewPr>
  <p:notesTextViewPr>
    <p:cViewPr>
      <p:scale>
        <a:sx n="1" d="1"/>
        <a:sy n="1" d="1"/>
      </p:scale>
      <p:origin x="0" y="0"/>
    </p:cViewPr>
  </p:notesTextViewPr>
  <p:sorterViewPr>
    <p:cViewPr>
      <p:scale>
        <a:sx n="100" d="100"/>
        <a:sy n="100" d="100"/>
      </p:scale>
      <p:origin x="0" y="-4589"/>
    </p:cViewPr>
  </p:sorterViewPr>
  <p:notesViewPr>
    <p:cSldViewPr>
      <p:cViewPr varScale="1">
        <p:scale>
          <a:sx n="66" d="100"/>
          <a:sy n="66" d="100"/>
        </p:scale>
        <p:origin x="3134" y="3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és Joaquín" userId="ffbe7a8ed576260a" providerId="LiveId" clId="{60856C84-0068-41C6-B246-74D8519E6898}"/>
    <pc:docChg chg="undo custSel addSld delSld modSld sldOrd">
      <pc:chgData name="Andrés Joaquín" userId="ffbe7a8ed576260a" providerId="LiveId" clId="{60856C84-0068-41C6-B246-74D8519E6898}" dt="2020-05-11T03:33:33.279" v="1361" actId="6549"/>
      <pc:docMkLst>
        <pc:docMk/>
      </pc:docMkLst>
      <pc:sldChg chg="modSp mod">
        <pc:chgData name="Andrés Joaquín" userId="ffbe7a8ed576260a" providerId="LiveId" clId="{60856C84-0068-41C6-B246-74D8519E6898}" dt="2020-05-11T03:15:55.454" v="526" actId="313"/>
        <pc:sldMkLst>
          <pc:docMk/>
          <pc:sldMk cId="3647059348" sldId="257"/>
        </pc:sldMkLst>
        <pc:spChg chg="mod">
          <ac:chgData name="Andrés Joaquín" userId="ffbe7a8ed576260a" providerId="LiveId" clId="{60856C84-0068-41C6-B246-74D8519E6898}" dt="2020-05-11T03:15:55.454" v="526" actId="313"/>
          <ac:spMkLst>
            <pc:docMk/>
            <pc:sldMk cId="3647059348" sldId="257"/>
            <ac:spMk id="3" creationId="{00000000-0000-0000-0000-000000000000}"/>
          </ac:spMkLst>
        </pc:spChg>
      </pc:sldChg>
      <pc:sldChg chg="del">
        <pc:chgData name="Andrés Joaquín" userId="ffbe7a8ed576260a" providerId="LiveId" clId="{60856C84-0068-41C6-B246-74D8519E6898}" dt="2020-05-11T03:16:27.366" v="528" actId="47"/>
        <pc:sldMkLst>
          <pc:docMk/>
          <pc:sldMk cId="288111859" sldId="259"/>
        </pc:sldMkLst>
      </pc:sldChg>
      <pc:sldChg chg="delSp modSp add mod ord modNotes">
        <pc:chgData name="Andrés Joaquín" userId="ffbe7a8ed576260a" providerId="LiveId" clId="{60856C84-0068-41C6-B246-74D8519E6898}" dt="2020-05-11T03:18:23.640" v="557" actId="20577"/>
        <pc:sldMkLst>
          <pc:docMk/>
          <pc:sldMk cId="0" sldId="263"/>
        </pc:sldMkLst>
        <pc:spChg chg="mod">
          <ac:chgData name="Andrés Joaquín" userId="ffbe7a8ed576260a" providerId="LiveId" clId="{60856C84-0068-41C6-B246-74D8519E6898}" dt="2020-05-11T03:17:20.713" v="542" actId="20577"/>
          <ac:spMkLst>
            <pc:docMk/>
            <pc:sldMk cId="0" sldId="263"/>
            <ac:spMk id="7170" creationId="{07E28A6F-579D-4D9B-8FEA-F9120FC24995}"/>
          </ac:spMkLst>
        </pc:spChg>
        <pc:spChg chg="mod">
          <ac:chgData name="Andrés Joaquín" userId="ffbe7a8ed576260a" providerId="LiveId" clId="{60856C84-0068-41C6-B246-74D8519E6898}" dt="2020-05-11T03:18:23.640" v="557" actId="20577"/>
          <ac:spMkLst>
            <pc:docMk/>
            <pc:sldMk cId="0" sldId="263"/>
            <ac:spMk id="7171" creationId="{A7CF7775-B817-4A34-A7AB-6EA0849A10DD}"/>
          </ac:spMkLst>
        </pc:spChg>
        <pc:spChg chg="del">
          <ac:chgData name="Andrés Joaquín" userId="ffbe7a8ed576260a" providerId="LiveId" clId="{60856C84-0068-41C6-B246-74D8519E6898}" dt="2020-05-11T03:17:32.113" v="543" actId="478"/>
          <ac:spMkLst>
            <pc:docMk/>
            <pc:sldMk cId="0" sldId="263"/>
            <ac:spMk id="236548" creationId="{5F538532-E3E0-4A44-8F64-39FBA72399EC}"/>
          </ac:spMkLst>
        </pc:spChg>
      </pc:sldChg>
      <pc:sldChg chg="del">
        <pc:chgData name="Andrés Joaquín" userId="ffbe7a8ed576260a" providerId="LiveId" clId="{60856C84-0068-41C6-B246-74D8519E6898}" dt="2020-05-11T03:31:43.823" v="1220" actId="47"/>
        <pc:sldMkLst>
          <pc:docMk/>
          <pc:sldMk cId="0" sldId="273"/>
        </pc:sldMkLst>
      </pc:sldChg>
      <pc:sldChg chg="del">
        <pc:chgData name="Andrés Joaquín" userId="ffbe7a8ed576260a" providerId="LiveId" clId="{60856C84-0068-41C6-B246-74D8519E6898}" dt="2020-05-11T03:31:43.823" v="1220" actId="47"/>
        <pc:sldMkLst>
          <pc:docMk/>
          <pc:sldMk cId="0" sldId="274"/>
        </pc:sldMkLst>
      </pc:sldChg>
      <pc:sldChg chg="del">
        <pc:chgData name="Andrés Joaquín" userId="ffbe7a8ed576260a" providerId="LiveId" clId="{60856C84-0068-41C6-B246-74D8519E6898}" dt="2020-05-11T03:31:43.823" v="1220" actId="47"/>
        <pc:sldMkLst>
          <pc:docMk/>
          <pc:sldMk cId="0" sldId="276"/>
        </pc:sldMkLst>
      </pc:sldChg>
      <pc:sldChg chg="add">
        <pc:chgData name="Andrés Joaquín" userId="ffbe7a8ed576260a" providerId="LiveId" clId="{60856C84-0068-41C6-B246-74D8519E6898}" dt="2020-05-11T03:16:16.096" v="527"/>
        <pc:sldMkLst>
          <pc:docMk/>
          <pc:sldMk cId="0" sldId="277"/>
        </pc:sldMkLst>
      </pc:sldChg>
      <pc:sldChg chg="del">
        <pc:chgData name="Andrés Joaquín" userId="ffbe7a8ed576260a" providerId="LiveId" clId="{60856C84-0068-41C6-B246-74D8519E6898}" dt="2020-05-11T03:04:02.466" v="309" actId="47"/>
        <pc:sldMkLst>
          <pc:docMk/>
          <pc:sldMk cId="1303457495" sldId="277"/>
        </pc:sldMkLst>
      </pc:sldChg>
      <pc:sldChg chg="modSp mod">
        <pc:chgData name="Andrés Joaquín" userId="ffbe7a8ed576260a" providerId="LiveId" clId="{60856C84-0068-41C6-B246-74D8519E6898}" dt="2020-05-11T03:04:56.680" v="418" actId="20577"/>
        <pc:sldMkLst>
          <pc:docMk/>
          <pc:sldMk cId="2303811928" sldId="278"/>
        </pc:sldMkLst>
        <pc:spChg chg="mod">
          <ac:chgData name="Andrés Joaquín" userId="ffbe7a8ed576260a" providerId="LiveId" clId="{60856C84-0068-41C6-B246-74D8519E6898}" dt="2020-05-11T03:04:56.680" v="418" actId="20577"/>
          <ac:spMkLst>
            <pc:docMk/>
            <pc:sldMk cId="2303811928" sldId="278"/>
            <ac:spMk id="3" creationId="{00000000-0000-0000-0000-000000000000}"/>
          </ac:spMkLst>
        </pc:spChg>
      </pc:sldChg>
      <pc:sldChg chg="del">
        <pc:chgData name="Andrés Joaquín" userId="ffbe7a8ed576260a" providerId="LiveId" clId="{60856C84-0068-41C6-B246-74D8519E6898}" dt="2020-05-11T03:31:43.823" v="1220" actId="47"/>
        <pc:sldMkLst>
          <pc:docMk/>
          <pc:sldMk cId="0" sldId="279"/>
        </pc:sldMkLst>
      </pc:sldChg>
      <pc:sldChg chg="del">
        <pc:chgData name="Andrés Joaquín" userId="ffbe7a8ed576260a" providerId="LiveId" clId="{60856C84-0068-41C6-B246-74D8519E6898}" dt="2020-05-11T03:31:43.823" v="1220" actId="47"/>
        <pc:sldMkLst>
          <pc:docMk/>
          <pc:sldMk cId="0" sldId="280"/>
        </pc:sldMkLst>
      </pc:sldChg>
      <pc:sldChg chg="del">
        <pc:chgData name="Andrés Joaquín" userId="ffbe7a8ed576260a" providerId="LiveId" clId="{60856C84-0068-41C6-B246-74D8519E6898}" dt="2020-05-11T03:31:43.823" v="1220" actId="47"/>
        <pc:sldMkLst>
          <pc:docMk/>
          <pc:sldMk cId="0" sldId="281"/>
        </pc:sldMkLst>
      </pc:sldChg>
      <pc:sldChg chg="del">
        <pc:chgData name="Andrés Joaquín" userId="ffbe7a8ed576260a" providerId="LiveId" clId="{60856C84-0068-41C6-B246-74D8519E6898}" dt="2020-05-11T03:31:43.823" v="1220" actId="47"/>
        <pc:sldMkLst>
          <pc:docMk/>
          <pc:sldMk cId="0" sldId="283"/>
        </pc:sldMkLst>
      </pc:sldChg>
      <pc:sldChg chg="del">
        <pc:chgData name="Andrés Joaquín" userId="ffbe7a8ed576260a" providerId="LiveId" clId="{60856C84-0068-41C6-B246-74D8519E6898}" dt="2020-05-11T03:31:43.823" v="1220" actId="47"/>
        <pc:sldMkLst>
          <pc:docMk/>
          <pc:sldMk cId="0" sldId="284"/>
        </pc:sldMkLst>
      </pc:sldChg>
      <pc:sldChg chg="del">
        <pc:chgData name="Andrés Joaquín" userId="ffbe7a8ed576260a" providerId="LiveId" clId="{60856C84-0068-41C6-B246-74D8519E6898}" dt="2020-05-11T03:31:43.823" v="1220" actId="47"/>
        <pc:sldMkLst>
          <pc:docMk/>
          <pc:sldMk cId="0" sldId="285"/>
        </pc:sldMkLst>
      </pc:sldChg>
      <pc:sldChg chg="del">
        <pc:chgData name="Andrés Joaquín" userId="ffbe7a8ed576260a" providerId="LiveId" clId="{60856C84-0068-41C6-B246-74D8519E6898}" dt="2020-05-11T03:31:43.823" v="1220" actId="47"/>
        <pc:sldMkLst>
          <pc:docMk/>
          <pc:sldMk cId="0" sldId="286"/>
        </pc:sldMkLst>
      </pc:sldChg>
      <pc:sldChg chg="modSp add mod">
        <pc:chgData name="Andrés Joaquín" userId="ffbe7a8ed576260a" providerId="LiveId" clId="{60856C84-0068-41C6-B246-74D8519E6898}" dt="2020-05-11T03:28:38.844" v="1133" actId="20577"/>
        <pc:sldMkLst>
          <pc:docMk/>
          <pc:sldMk cId="4090124647" sldId="287"/>
        </pc:sldMkLst>
        <pc:spChg chg="mod">
          <ac:chgData name="Andrés Joaquín" userId="ffbe7a8ed576260a" providerId="LiveId" clId="{60856C84-0068-41C6-B246-74D8519E6898}" dt="2020-05-11T03:28:38.844" v="1133" actId="20577"/>
          <ac:spMkLst>
            <pc:docMk/>
            <pc:sldMk cId="4090124647" sldId="287"/>
            <ac:spMk id="72707" creationId="{EBD99C1F-63BA-446E-8EB2-2F5D3C7A00E7}"/>
          </ac:spMkLst>
        </pc:spChg>
      </pc:sldChg>
      <pc:sldChg chg="del">
        <pc:chgData name="Andrés Joaquín" userId="ffbe7a8ed576260a" providerId="LiveId" clId="{60856C84-0068-41C6-B246-74D8519E6898}" dt="2020-05-11T03:31:43.823" v="1220" actId="47"/>
        <pc:sldMkLst>
          <pc:docMk/>
          <pc:sldMk cId="0" sldId="288"/>
        </pc:sldMkLst>
      </pc:sldChg>
      <pc:sldChg chg="del">
        <pc:chgData name="Andrés Joaquín" userId="ffbe7a8ed576260a" providerId="LiveId" clId="{60856C84-0068-41C6-B246-74D8519E6898}" dt="2020-05-11T03:31:43.823" v="1220" actId="47"/>
        <pc:sldMkLst>
          <pc:docMk/>
          <pc:sldMk cId="0" sldId="289"/>
        </pc:sldMkLst>
      </pc:sldChg>
      <pc:sldChg chg="del">
        <pc:chgData name="Andrés Joaquín" userId="ffbe7a8ed576260a" providerId="LiveId" clId="{60856C84-0068-41C6-B246-74D8519E6898}" dt="2020-05-11T03:31:43.823" v="1220" actId="47"/>
        <pc:sldMkLst>
          <pc:docMk/>
          <pc:sldMk cId="0" sldId="290"/>
        </pc:sldMkLst>
      </pc:sldChg>
      <pc:sldChg chg="add">
        <pc:chgData name="Andrés Joaquín" userId="ffbe7a8ed576260a" providerId="LiveId" clId="{60856C84-0068-41C6-B246-74D8519E6898}" dt="2020-05-11T03:16:16.096" v="527"/>
        <pc:sldMkLst>
          <pc:docMk/>
          <pc:sldMk cId="636480988" sldId="291"/>
        </pc:sldMkLst>
      </pc:sldChg>
      <pc:sldChg chg="del">
        <pc:chgData name="Andrés Joaquín" userId="ffbe7a8ed576260a" providerId="LiveId" clId="{60856C84-0068-41C6-B246-74D8519E6898}" dt="2020-05-11T03:31:43.823" v="1220" actId="47"/>
        <pc:sldMkLst>
          <pc:docMk/>
          <pc:sldMk cId="0" sldId="292"/>
        </pc:sldMkLst>
      </pc:sldChg>
      <pc:sldChg chg="del">
        <pc:chgData name="Andrés Joaquín" userId="ffbe7a8ed576260a" providerId="LiveId" clId="{60856C84-0068-41C6-B246-74D8519E6898}" dt="2020-05-11T03:31:43.823" v="1220" actId="47"/>
        <pc:sldMkLst>
          <pc:docMk/>
          <pc:sldMk cId="0" sldId="293"/>
        </pc:sldMkLst>
      </pc:sldChg>
      <pc:sldChg chg="del">
        <pc:chgData name="Andrés Joaquín" userId="ffbe7a8ed576260a" providerId="LiveId" clId="{60856C84-0068-41C6-B246-74D8519E6898}" dt="2020-05-11T03:31:43.823" v="1220" actId="47"/>
        <pc:sldMkLst>
          <pc:docMk/>
          <pc:sldMk cId="0" sldId="294"/>
        </pc:sldMkLst>
      </pc:sldChg>
      <pc:sldChg chg="del">
        <pc:chgData name="Andrés Joaquín" userId="ffbe7a8ed576260a" providerId="LiveId" clId="{60856C84-0068-41C6-B246-74D8519E6898}" dt="2020-05-11T03:31:43.823" v="1220" actId="47"/>
        <pc:sldMkLst>
          <pc:docMk/>
          <pc:sldMk cId="0" sldId="295"/>
        </pc:sldMkLst>
      </pc:sldChg>
      <pc:sldChg chg="del">
        <pc:chgData name="Andrés Joaquín" userId="ffbe7a8ed576260a" providerId="LiveId" clId="{60856C84-0068-41C6-B246-74D8519E6898}" dt="2020-05-11T03:31:43.823" v="1220" actId="47"/>
        <pc:sldMkLst>
          <pc:docMk/>
          <pc:sldMk cId="0" sldId="297"/>
        </pc:sldMkLst>
      </pc:sldChg>
      <pc:sldChg chg="del">
        <pc:chgData name="Andrés Joaquín" userId="ffbe7a8ed576260a" providerId="LiveId" clId="{60856C84-0068-41C6-B246-74D8519E6898}" dt="2020-05-11T03:31:43.823" v="1220" actId="47"/>
        <pc:sldMkLst>
          <pc:docMk/>
          <pc:sldMk cId="0" sldId="298"/>
        </pc:sldMkLst>
      </pc:sldChg>
      <pc:sldChg chg="del">
        <pc:chgData name="Andrés Joaquín" userId="ffbe7a8ed576260a" providerId="LiveId" clId="{60856C84-0068-41C6-B246-74D8519E6898}" dt="2020-05-11T03:31:43.823" v="1220" actId="47"/>
        <pc:sldMkLst>
          <pc:docMk/>
          <pc:sldMk cId="0" sldId="299"/>
        </pc:sldMkLst>
      </pc:sldChg>
      <pc:sldChg chg="del">
        <pc:chgData name="Andrés Joaquín" userId="ffbe7a8ed576260a" providerId="LiveId" clId="{60856C84-0068-41C6-B246-74D8519E6898}" dt="2020-05-11T03:31:45.464" v="1221" actId="47"/>
        <pc:sldMkLst>
          <pc:docMk/>
          <pc:sldMk cId="0" sldId="300"/>
        </pc:sldMkLst>
      </pc:sldChg>
      <pc:sldChg chg="del">
        <pc:chgData name="Andrés Joaquín" userId="ffbe7a8ed576260a" providerId="LiveId" clId="{60856C84-0068-41C6-B246-74D8519E6898}" dt="2020-05-11T03:31:46.061" v="1222" actId="47"/>
        <pc:sldMkLst>
          <pc:docMk/>
          <pc:sldMk cId="0" sldId="301"/>
        </pc:sldMkLst>
      </pc:sldChg>
      <pc:sldChg chg="del">
        <pc:chgData name="Andrés Joaquín" userId="ffbe7a8ed576260a" providerId="LiveId" clId="{60856C84-0068-41C6-B246-74D8519E6898}" dt="2020-05-11T03:31:43.823" v="1220" actId="47"/>
        <pc:sldMkLst>
          <pc:docMk/>
          <pc:sldMk cId="2959440379" sldId="302"/>
        </pc:sldMkLst>
      </pc:sldChg>
      <pc:sldChg chg="delSp add mod">
        <pc:chgData name="Andrés Joaquín" userId="ffbe7a8ed576260a" providerId="LiveId" clId="{60856C84-0068-41C6-B246-74D8519E6898}" dt="2020-05-11T03:25:57.210" v="1061" actId="478"/>
        <pc:sldMkLst>
          <pc:docMk/>
          <pc:sldMk cId="0" sldId="305"/>
        </pc:sldMkLst>
        <pc:spChg chg="del">
          <ac:chgData name="Andrés Joaquín" userId="ffbe7a8ed576260a" providerId="LiveId" clId="{60856C84-0068-41C6-B246-74D8519E6898}" dt="2020-05-11T03:25:57.210" v="1061" actId="478"/>
          <ac:spMkLst>
            <pc:docMk/>
            <pc:sldMk cId="0" sldId="305"/>
            <ac:spMk id="351236" creationId="{304DF194-4CAA-4172-B6DF-C9B81EF8F531}"/>
          </ac:spMkLst>
        </pc:spChg>
      </pc:sldChg>
      <pc:sldChg chg="delSp add mod">
        <pc:chgData name="Andrés Joaquín" userId="ffbe7a8ed576260a" providerId="LiveId" clId="{60856C84-0068-41C6-B246-74D8519E6898}" dt="2020-05-11T03:25:16.273" v="1049" actId="478"/>
        <pc:sldMkLst>
          <pc:docMk/>
          <pc:sldMk cId="0" sldId="307"/>
        </pc:sldMkLst>
        <pc:spChg chg="del">
          <ac:chgData name="Andrés Joaquín" userId="ffbe7a8ed576260a" providerId="LiveId" clId="{60856C84-0068-41C6-B246-74D8519E6898}" dt="2020-05-11T03:25:16.273" v="1049" actId="478"/>
          <ac:spMkLst>
            <pc:docMk/>
            <pc:sldMk cId="0" sldId="307"/>
            <ac:spMk id="353284" creationId="{A8D17A39-668F-47A7-90BA-D1C2D4567560}"/>
          </ac:spMkLst>
        </pc:spChg>
      </pc:sldChg>
      <pc:sldChg chg="add">
        <pc:chgData name="Andrés Joaquín" userId="ffbe7a8ed576260a" providerId="LiveId" clId="{60856C84-0068-41C6-B246-74D8519E6898}" dt="2020-05-11T03:16:16.096" v="527"/>
        <pc:sldMkLst>
          <pc:docMk/>
          <pc:sldMk cId="0" sldId="308"/>
        </pc:sldMkLst>
      </pc:sldChg>
      <pc:sldChg chg="add">
        <pc:chgData name="Andrés Joaquín" userId="ffbe7a8ed576260a" providerId="LiveId" clId="{60856C84-0068-41C6-B246-74D8519E6898}" dt="2020-05-11T03:16:16.096" v="527"/>
        <pc:sldMkLst>
          <pc:docMk/>
          <pc:sldMk cId="0" sldId="309"/>
        </pc:sldMkLst>
      </pc:sldChg>
      <pc:sldChg chg="del">
        <pc:chgData name="Andrés Joaquín" userId="ffbe7a8ed576260a" providerId="LiveId" clId="{60856C84-0068-41C6-B246-74D8519E6898}" dt="2020-05-11T03:31:43.823" v="1220" actId="47"/>
        <pc:sldMkLst>
          <pc:docMk/>
          <pc:sldMk cId="0" sldId="310"/>
        </pc:sldMkLst>
      </pc:sldChg>
      <pc:sldChg chg="add">
        <pc:chgData name="Andrés Joaquín" userId="ffbe7a8ed576260a" providerId="LiveId" clId="{60856C84-0068-41C6-B246-74D8519E6898}" dt="2020-05-11T03:16:16.096" v="527"/>
        <pc:sldMkLst>
          <pc:docMk/>
          <pc:sldMk cId="0" sldId="311"/>
        </pc:sldMkLst>
      </pc:sldChg>
      <pc:sldChg chg="addSp delSp modSp mod">
        <pc:chgData name="Andrés Joaquín" userId="ffbe7a8ed576260a" providerId="LiveId" clId="{60856C84-0068-41C6-B246-74D8519E6898}" dt="2020-05-11T02:53:53.366" v="71" actId="20577"/>
        <pc:sldMkLst>
          <pc:docMk/>
          <pc:sldMk cId="158486521" sldId="312"/>
        </pc:sldMkLst>
        <pc:spChg chg="add del mod">
          <ac:chgData name="Andrés Joaquín" userId="ffbe7a8ed576260a" providerId="LiveId" clId="{60856C84-0068-41C6-B246-74D8519E6898}" dt="2020-05-11T02:52:42.518" v="4" actId="478"/>
          <ac:spMkLst>
            <pc:docMk/>
            <pc:sldMk cId="158486521" sldId="312"/>
            <ac:spMk id="3" creationId="{503C27A8-F763-4BA2-AD2C-F0461CC20C94}"/>
          </ac:spMkLst>
        </pc:spChg>
        <pc:spChg chg="mod">
          <ac:chgData name="Andrés Joaquín" userId="ffbe7a8ed576260a" providerId="LiveId" clId="{60856C84-0068-41C6-B246-74D8519E6898}" dt="2020-05-11T02:53:42.707" v="62" actId="1037"/>
          <ac:spMkLst>
            <pc:docMk/>
            <pc:sldMk cId="158486521" sldId="312"/>
            <ac:spMk id="4" creationId="{E170B5A6-B4BD-4EDD-82FF-3C83B7E6B746}"/>
          </ac:spMkLst>
        </pc:spChg>
        <pc:spChg chg="mod">
          <ac:chgData name="Andrés Joaquín" userId="ffbe7a8ed576260a" providerId="LiveId" clId="{60856C84-0068-41C6-B246-74D8519E6898}" dt="2020-05-11T02:53:53.366" v="71" actId="20577"/>
          <ac:spMkLst>
            <pc:docMk/>
            <pc:sldMk cId="158486521" sldId="312"/>
            <ac:spMk id="5" creationId="{3D1F2EB1-A746-44CB-998A-5477BF67054D}"/>
          </ac:spMkLst>
        </pc:spChg>
        <pc:spChg chg="add del mod">
          <ac:chgData name="Andrés Joaquín" userId="ffbe7a8ed576260a" providerId="LiveId" clId="{60856C84-0068-41C6-B246-74D8519E6898}" dt="2020-05-11T02:52:41.768" v="3" actId="478"/>
          <ac:spMkLst>
            <pc:docMk/>
            <pc:sldMk cId="158486521" sldId="312"/>
            <ac:spMk id="7" creationId="{07E01EAA-A9C8-4F0A-B242-3AD2C7444C76}"/>
          </ac:spMkLst>
        </pc:spChg>
        <pc:spChg chg="del">
          <ac:chgData name="Andrés Joaquín" userId="ffbe7a8ed576260a" providerId="LiveId" clId="{60856C84-0068-41C6-B246-74D8519E6898}" dt="2020-05-11T02:52:40.200" v="2" actId="478"/>
          <ac:spMkLst>
            <pc:docMk/>
            <pc:sldMk cId="158486521" sldId="312"/>
            <ac:spMk id="8" creationId="{AE215CD9-136B-44A6-A119-151BE1701D15}"/>
          </ac:spMkLst>
        </pc:spChg>
        <pc:spChg chg="del">
          <ac:chgData name="Andrés Joaquín" userId="ffbe7a8ed576260a" providerId="LiveId" clId="{60856C84-0068-41C6-B246-74D8519E6898}" dt="2020-05-11T02:52:40.200" v="2" actId="478"/>
          <ac:spMkLst>
            <pc:docMk/>
            <pc:sldMk cId="158486521" sldId="312"/>
            <ac:spMk id="9" creationId="{0C0AE894-0E78-493D-B11D-1557FA351BC7}"/>
          </ac:spMkLst>
        </pc:spChg>
      </pc:sldChg>
      <pc:sldChg chg="add">
        <pc:chgData name="Andrés Joaquín" userId="ffbe7a8ed576260a" providerId="LiveId" clId="{60856C84-0068-41C6-B246-74D8519E6898}" dt="2020-05-11T03:16:16.096" v="527"/>
        <pc:sldMkLst>
          <pc:docMk/>
          <pc:sldMk cId="0" sldId="313"/>
        </pc:sldMkLst>
      </pc:sldChg>
      <pc:sldChg chg="del">
        <pc:chgData name="Andrés Joaquín" userId="ffbe7a8ed576260a" providerId="LiveId" clId="{60856C84-0068-41C6-B246-74D8519E6898}" dt="2020-05-11T03:31:43.823" v="1220" actId="47"/>
        <pc:sldMkLst>
          <pc:docMk/>
          <pc:sldMk cId="1011825357" sldId="314"/>
        </pc:sldMkLst>
      </pc:sldChg>
      <pc:sldChg chg="del">
        <pc:chgData name="Andrés Joaquín" userId="ffbe7a8ed576260a" providerId="LiveId" clId="{60856C84-0068-41C6-B246-74D8519E6898}" dt="2020-05-11T03:31:43.823" v="1220" actId="47"/>
        <pc:sldMkLst>
          <pc:docMk/>
          <pc:sldMk cId="0" sldId="315"/>
        </pc:sldMkLst>
      </pc:sldChg>
      <pc:sldChg chg="del">
        <pc:chgData name="Andrés Joaquín" userId="ffbe7a8ed576260a" providerId="LiveId" clId="{60856C84-0068-41C6-B246-74D8519E6898}" dt="2020-05-11T03:31:43.823" v="1220" actId="47"/>
        <pc:sldMkLst>
          <pc:docMk/>
          <pc:sldMk cId="0" sldId="316"/>
        </pc:sldMkLst>
      </pc:sldChg>
      <pc:sldChg chg="del">
        <pc:chgData name="Andrés Joaquín" userId="ffbe7a8ed576260a" providerId="LiveId" clId="{60856C84-0068-41C6-B246-74D8519E6898}" dt="2020-05-11T03:31:43.823" v="1220" actId="47"/>
        <pc:sldMkLst>
          <pc:docMk/>
          <pc:sldMk cId="0" sldId="317"/>
        </pc:sldMkLst>
      </pc:sldChg>
      <pc:sldChg chg="add">
        <pc:chgData name="Andrés Joaquín" userId="ffbe7a8ed576260a" providerId="LiveId" clId="{60856C84-0068-41C6-B246-74D8519E6898}" dt="2020-05-11T03:16:16.096" v="527"/>
        <pc:sldMkLst>
          <pc:docMk/>
          <pc:sldMk cId="0" sldId="318"/>
        </pc:sldMkLst>
      </pc:sldChg>
      <pc:sldChg chg="add">
        <pc:chgData name="Andrés Joaquín" userId="ffbe7a8ed576260a" providerId="LiveId" clId="{60856C84-0068-41C6-B246-74D8519E6898}" dt="2020-05-11T03:16:16.096" v="527"/>
        <pc:sldMkLst>
          <pc:docMk/>
          <pc:sldMk cId="0" sldId="319"/>
        </pc:sldMkLst>
      </pc:sldChg>
      <pc:sldChg chg="modSp add mod">
        <pc:chgData name="Andrés Joaquín" userId="ffbe7a8ed576260a" providerId="LiveId" clId="{60856C84-0068-41C6-B246-74D8519E6898}" dt="2020-05-11T03:27:10.761" v="1067" actId="113"/>
        <pc:sldMkLst>
          <pc:docMk/>
          <pc:sldMk cId="0" sldId="320"/>
        </pc:sldMkLst>
        <pc:spChg chg="mod">
          <ac:chgData name="Andrés Joaquín" userId="ffbe7a8ed576260a" providerId="LiveId" clId="{60856C84-0068-41C6-B246-74D8519E6898}" dt="2020-05-11T03:27:10.761" v="1067" actId="113"/>
          <ac:spMkLst>
            <pc:docMk/>
            <pc:sldMk cId="0" sldId="320"/>
            <ac:spMk id="99331" creationId="{DB950E90-2A47-42EC-82A1-F4FE25FE9CFD}"/>
          </ac:spMkLst>
        </pc:spChg>
      </pc:sldChg>
      <pc:sldChg chg="modSp add mod modNotesTx">
        <pc:chgData name="Andrés Joaquín" userId="ffbe7a8ed576260a" providerId="LiveId" clId="{60856C84-0068-41C6-B246-74D8519E6898}" dt="2020-05-11T03:27:35.448" v="1071" actId="6549"/>
        <pc:sldMkLst>
          <pc:docMk/>
          <pc:sldMk cId="0" sldId="321"/>
        </pc:sldMkLst>
        <pc:spChg chg="mod">
          <ac:chgData name="Andrés Joaquín" userId="ffbe7a8ed576260a" providerId="LiveId" clId="{60856C84-0068-41C6-B246-74D8519E6898}" dt="2020-05-11T03:27:31.888" v="1070" actId="113"/>
          <ac:spMkLst>
            <pc:docMk/>
            <pc:sldMk cId="0" sldId="321"/>
            <ac:spMk id="101379" creationId="{FDE2C547-ED0A-4B74-94A4-24195E301899}"/>
          </ac:spMkLst>
        </pc:spChg>
      </pc:sldChg>
      <pc:sldChg chg="modSp add mod">
        <pc:chgData name="Andrés Joaquín" userId="ffbe7a8ed576260a" providerId="LiveId" clId="{60856C84-0068-41C6-B246-74D8519E6898}" dt="2020-05-11T03:27:45.230" v="1075" actId="113"/>
        <pc:sldMkLst>
          <pc:docMk/>
          <pc:sldMk cId="0" sldId="322"/>
        </pc:sldMkLst>
        <pc:spChg chg="mod">
          <ac:chgData name="Andrés Joaquín" userId="ffbe7a8ed576260a" providerId="LiveId" clId="{60856C84-0068-41C6-B246-74D8519E6898}" dt="2020-05-11T03:27:45.230" v="1075" actId="113"/>
          <ac:spMkLst>
            <pc:docMk/>
            <pc:sldMk cId="0" sldId="322"/>
            <ac:spMk id="103427" creationId="{603A35D4-3DCE-473E-86AA-3E4BB7F2F564}"/>
          </ac:spMkLst>
        </pc:spChg>
      </pc:sldChg>
      <pc:sldChg chg="modSp add mod modNotesTx">
        <pc:chgData name="Andrés Joaquín" userId="ffbe7a8ed576260a" providerId="LiveId" clId="{60856C84-0068-41C6-B246-74D8519E6898}" dt="2020-05-11T03:33:33.279" v="1361" actId="6549"/>
        <pc:sldMkLst>
          <pc:docMk/>
          <pc:sldMk cId="0" sldId="323"/>
        </pc:sldMkLst>
        <pc:spChg chg="mod">
          <ac:chgData name="Andrés Joaquín" userId="ffbe7a8ed576260a" providerId="LiveId" clId="{60856C84-0068-41C6-B246-74D8519E6898}" dt="2020-05-11T03:27:57.037" v="1079" actId="113"/>
          <ac:spMkLst>
            <pc:docMk/>
            <pc:sldMk cId="0" sldId="323"/>
            <ac:spMk id="105475" creationId="{FE1CE90C-7AC3-4449-A6AC-CCC978CDCE0D}"/>
          </ac:spMkLst>
        </pc:spChg>
      </pc:sldChg>
      <pc:sldChg chg="modSp add mod modNotesTx">
        <pc:chgData name="Andrés Joaquín" userId="ffbe7a8ed576260a" providerId="LiveId" clId="{60856C84-0068-41C6-B246-74D8519E6898}" dt="2020-05-11T03:29:14.767" v="1136" actId="6549"/>
        <pc:sldMkLst>
          <pc:docMk/>
          <pc:sldMk cId="0" sldId="324"/>
        </pc:sldMkLst>
        <pc:spChg chg="mod">
          <ac:chgData name="Andrés Joaquín" userId="ffbe7a8ed576260a" providerId="LiveId" clId="{60856C84-0068-41C6-B246-74D8519E6898}" dt="2020-05-11T03:29:14.767" v="1136" actId="6549"/>
          <ac:spMkLst>
            <pc:docMk/>
            <pc:sldMk cId="0" sldId="324"/>
            <ac:spMk id="107523" creationId="{89A5387C-85ED-4076-BB94-5BCC195E454B}"/>
          </ac:spMkLst>
        </pc:spChg>
      </pc:sldChg>
      <pc:sldChg chg="modSp add mod modNotesTx">
        <pc:chgData name="Andrés Joaquín" userId="ffbe7a8ed576260a" providerId="LiveId" clId="{60856C84-0068-41C6-B246-74D8519E6898}" dt="2020-05-11T03:31:16.457" v="1216" actId="20577"/>
        <pc:sldMkLst>
          <pc:docMk/>
          <pc:sldMk cId="889693761" sldId="325"/>
        </pc:sldMkLst>
        <pc:spChg chg="mod">
          <ac:chgData name="Andrés Joaquín" userId="ffbe7a8ed576260a" providerId="LiveId" clId="{60856C84-0068-41C6-B246-74D8519E6898}" dt="2020-05-11T03:31:16.457" v="1216" actId="20577"/>
          <ac:spMkLst>
            <pc:docMk/>
            <pc:sldMk cId="889693761" sldId="325"/>
            <ac:spMk id="109571" creationId="{3DC55E7B-C7C9-4D28-AEF2-182C54504B30}"/>
          </ac:spMkLst>
        </pc:spChg>
      </pc:sldChg>
      <pc:sldChg chg="modSp add mod modNotesTx">
        <pc:chgData name="Andrés Joaquín" userId="ffbe7a8ed576260a" providerId="LiveId" clId="{60856C84-0068-41C6-B246-74D8519E6898}" dt="2020-05-11T03:30:06.725" v="1141" actId="5793"/>
        <pc:sldMkLst>
          <pc:docMk/>
          <pc:sldMk cId="0" sldId="326"/>
        </pc:sldMkLst>
        <pc:spChg chg="mod">
          <ac:chgData name="Andrés Joaquín" userId="ffbe7a8ed576260a" providerId="LiveId" clId="{60856C84-0068-41C6-B246-74D8519E6898}" dt="2020-05-11T03:30:06.725" v="1141" actId="5793"/>
          <ac:spMkLst>
            <pc:docMk/>
            <pc:sldMk cId="0" sldId="326"/>
            <ac:spMk id="111619" creationId="{24D532E3-ED5B-4489-A2BF-8DDAF24A8C5D}"/>
          </ac:spMkLst>
        </pc:spChg>
      </pc:sldChg>
      <pc:sldChg chg="add">
        <pc:chgData name="Andrés Joaquín" userId="ffbe7a8ed576260a" providerId="LiveId" clId="{60856C84-0068-41C6-B246-74D8519E6898}" dt="2020-05-11T03:16:16.096" v="527"/>
        <pc:sldMkLst>
          <pc:docMk/>
          <pc:sldMk cId="437439162" sldId="330"/>
        </pc:sldMkLst>
      </pc:sldChg>
      <pc:sldChg chg="add">
        <pc:chgData name="Andrés Joaquín" userId="ffbe7a8ed576260a" providerId="LiveId" clId="{60856C84-0068-41C6-B246-74D8519E6898}" dt="2020-05-11T03:16:16.096" v="527"/>
        <pc:sldMkLst>
          <pc:docMk/>
          <pc:sldMk cId="0" sldId="331"/>
        </pc:sldMkLst>
      </pc:sldChg>
      <pc:sldChg chg="delSp modSp add mod">
        <pc:chgData name="Andrés Joaquín" userId="ffbe7a8ed576260a" providerId="LiveId" clId="{60856C84-0068-41C6-B246-74D8519E6898}" dt="2020-05-11T03:20:25.160" v="710" actId="6549"/>
        <pc:sldMkLst>
          <pc:docMk/>
          <pc:sldMk cId="0" sldId="337"/>
        </pc:sldMkLst>
        <pc:spChg chg="mod">
          <ac:chgData name="Andrés Joaquín" userId="ffbe7a8ed576260a" providerId="LiveId" clId="{60856C84-0068-41C6-B246-74D8519E6898}" dt="2020-05-11T03:16:36.200" v="530" actId="6549"/>
          <ac:spMkLst>
            <pc:docMk/>
            <pc:sldMk cId="0" sldId="337"/>
            <ac:spMk id="9218" creationId="{F429B060-8B2F-4D88-9181-933252EDA755}"/>
          </ac:spMkLst>
        </pc:spChg>
        <pc:spChg chg="mod">
          <ac:chgData name="Andrés Joaquín" userId="ffbe7a8ed576260a" providerId="LiveId" clId="{60856C84-0068-41C6-B246-74D8519E6898}" dt="2020-05-11T03:20:25.160" v="710" actId="6549"/>
          <ac:spMkLst>
            <pc:docMk/>
            <pc:sldMk cId="0" sldId="337"/>
            <ac:spMk id="9219" creationId="{E25088B3-BEED-478D-BAB1-AB861100DD3C}"/>
          </ac:spMkLst>
        </pc:spChg>
        <pc:spChg chg="del">
          <ac:chgData name="Andrés Joaquín" userId="ffbe7a8ed576260a" providerId="LiveId" clId="{60856C84-0068-41C6-B246-74D8519E6898}" dt="2020-05-11T03:18:32.390" v="558" actId="478"/>
          <ac:spMkLst>
            <pc:docMk/>
            <pc:sldMk cId="0" sldId="337"/>
            <ac:spMk id="236548" creationId="{2574FFB6-B20F-4E00-AAA4-D51DDE0BF8C3}"/>
          </ac:spMkLst>
        </pc:spChg>
      </pc:sldChg>
      <pc:sldChg chg="delSp modSp add mod">
        <pc:chgData name="Andrés Joaquín" userId="ffbe7a8ed576260a" providerId="LiveId" clId="{60856C84-0068-41C6-B246-74D8519E6898}" dt="2020-05-11T03:21:08.392" v="740" actId="1076"/>
        <pc:sldMkLst>
          <pc:docMk/>
          <pc:sldMk cId="0" sldId="338"/>
        </pc:sldMkLst>
        <pc:spChg chg="mod">
          <ac:chgData name="Andrés Joaquín" userId="ffbe7a8ed576260a" providerId="LiveId" clId="{60856C84-0068-41C6-B246-74D8519E6898}" dt="2020-05-11T03:20:55.027" v="738" actId="20577"/>
          <ac:spMkLst>
            <pc:docMk/>
            <pc:sldMk cId="0" sldId="338"/>
            <ac:spMk id="11266" creationId="{1433F300-E2E4-4194-8618-6163D44B7189}"/>
          </ac:spMkLst>
        </pc:spChg>
        <pc:spChg chg="del">
          <ac:chgData name="Andrés Joaquín" userId="ffbe7a8ed576260a" providerId="LiveId" clId="{60856C84-0068-41C6-B246-74D8519E6898}" dt="2020-05-11T03:20:56.986" v="739" actId="478"/>
          <ac:spMkLst>
            <pc:docMk/>
            <pc:sldMk cId="0" sldId="338"/>
            <ac:spMk id="236548" creationId="{15FBDFB1-C5EA-41A9-8B0B-0ECDD3D6C7A7}"/>
          </ac:spMkLst>
        </pc:spChg>
        <pc:picChg chg="mod">
          <ac:chgData name="Andrés Joaquín" userId="ffbe7a8ed576260a" providerId="LiveId" clId="{60856C84-0068-41C6-B246-74D8519E6898}" dt="2020-05-11T03:21:08.392" v="740" actId="1076"/>
          <ac:picMkLst>
            <pc:docMk/>
            <pc:sldMk cId="0" sldId="338"/>
            <ac:picMk id="11268" creationId="{EAAA3B1C-A885-4F9A-B820-8CC5E2638971}"/>
          </ac:picMkLst>
        </pc:picChg>
      </pc:sldChg>
      <pc:sldChg chg="delSp modSp add mod">
        <pc:chgData name="Andrés Joaquín" userId="ffbe7a8ed576260a" providerId="LiveId" clId="{60856C84-0068-41C6-B246-74D8519E6898}" dt="2020-05-11T03:21:18.317" v="742" actId="20577"/>
        <pc:sldMkLst>
          <pc:docMk/>
          <pc:sldMk cId="0" sldId="339"/>
        </pc:sldMkLst>
        <pc:spChg chg="mod">
          <ac:chgData name="Andrés Joaquín" userId="ffbe7a8ed576260a" providerId="LiveId" clId="{60856C84-0068-41C6-B246-74D8519E6898}" dt="2020-05-11T03:21:18.317" v="742" actId="20577"/>
          <ac:spMkLst>
            <pc:docMk/>
            <pc:sldMk cId="0" sldId="339"/>
            <ac:spMk id="13314" creationId="{7DE83961-D2BE-45E1-B616-4C318FEBFF46}"/>
          </ac:spMkLst>
        </pc:spChg>
        <pc:spChg chg="del">
          <ac:chgData name="Andrés Joaquín" userId="ffbe7a8ed576260a" providerId="LiveId" clId="{60856C84-0068-41C6-B246-74D8519E6898}" dt="2020-05-11T03:21:12.387" v="741" actId="478"/>
          <ac:spMkLst>
            <pc:docMk/>
            <pc:sldMk cId="0" sldId="339"/>
            <ac:spMk id="236548" creationId="{5146AEC1-605F-42E6-B9F0-F58E09B374A4}"/>
          </ac:spMkLst>
        </pc:spChg>
      </pc:sldChg>
      <pc:sldChg chg="delSp modSp add mod">
        <pc:chgData name="Andrés Joaquín" userId="ffbe7a8ed576260a" providerId="LiveId" clId="{60856C84-0068-41C6-B246-74D8519E6898}" dt="2020-05-11T03:21:33.016" v="745" actId="478"/>
        <pc:sldMkLst>
          <pc:docMk/>
          <pc:sldMk cId="0" sldId="340"/>
        </pc:sldMkLst>
        <pc:spChg chg="mod">
          <ac:chgData name="Andrés Joaquín" userId="ffbe7a8ed576260a" providerId="LiveId" clId="{60856C84-0068-41C6-B246-74D8519E6898}" dt="2020-05-11T03:21:30.456" v="744" actId="20577"/>
          <ac:spMkLst>
            <pc:docMk/>
            <pc:sldMk cId="0" sldId="340"/>
            <ac:spMk id="15362" creationId="{BA4FEBFF-082B-4E91-9C18-235740F757E3}"/>
          </ac:spMkLst>
        </pc:spChg>
        <pc:spChg chg="mod">
          <ac:chgData name="Andrés Joaquín" userId="ffbe7a8ed576260a" providerId="LiveId" clId="{60856C84-0068-41C6-B246-74D8519E6898}" dt="2020-05-11T03:21:27.868" v="743" actId="6549"/>
          <ac:spMkLst>
            <pc:docMk/>
            <pc:sldMk cId="0" sldId="340"/>
            <ac:spMk id="15363" creationId="{B3DD203D-FF51-4D2F-80D7-C70C978392E6}"/>
          </ac:spMkLst>
        </pc:spChg>
        <pc:spChg chg="del">
          <ac:chgData name="Andrés Joaquín" userId="ffbe7a8ed576260a" providerId="LiveId" clId="{60856C84-0068-41C6-B246-74D8519E6898}" dt="2020-05-11T03:21:33.016" v="745" actId="478"/>
          <ac:spMkLst>
            <pc:docMk/>
            <pc:sldMk cId="0" sldId="340"/>
            <ac:spMk id="236548" creationId="{C482A3C1-EED7-45A8-9086-903CC7523392}"/>
          </ac:spMkLst>
        </pc:spChg>
      </pc:sldChg>
      <pc:sldChg chg="delSp modSp add mod">
        <pc:chgData name="Andrés Joaquín" userId="ffbe7a8ed576260a" providerId="LiveId" clId="{60856C84-0068-41C6-B246-74D8519E6898}" dt="2020-05-11T03:21:58.562" v="750" actId="1076"/>
        <pc:sldMkLst>
          <pc:docMk/>
          <pc:sldMk cId="0" sldId="341"/>
        </pc:sldMkLst>
        <pc:spChg chg="mod">
          <ac:chgData name="Andrés Joaquín" userId="ffbe7a8ed576260a" providerId="LiveId" clId="{60856C84-0068-41C6-B246-74D8519E6898}" dt="2020-05-11T03:21:51.345" v="747" actId="6549"/>
          <ac:spMkLst>
            <pc:docMk/>
            <pc:sldMk cId="0" sldId="341"/>
            <ac:spMk id="17411" creationId="{DFED6859-126D-44E4-ADB2-387CF2AF1C36}"/>
          </ac:spMkLst>
        </pc:spChg>
        <pc:spChg chg="del">
          <ac:chgData name="Andrés Joaquín" userId="ffbe7a8ed576260a" providerId="LiveId" clId="{60856C84-0068-41C6-B246-74D8519E6898}" dt="2020-05-11T03:21:41.095" v="746" actId="478"/>
          <ac:spMkLst>
            <pc:docMk/>
            <pc:sldMk cId="0" sldId="341"/>
            <ac:spMk id="344068" creationId="{F6EE1821-0B8B-4336-A4AA-9EC407F536E1}"/>
          </ac:spMkLst>
        </pc:spChg>
        <pc:picChg chg="mod">
          <ac:chgData name="Andrés Joaquín" userId="ffbe7a8ed576260a" providerId="LiveId" clId="{60856C84-0068-41C6-B246-74D8519E6898}" dt="2020-05-11T03:21:58.562" v="750" actId="1076"/>
          <ac:picMkLst>
            <pc:docMk/>
            <pc:sldMk cId="0" sldId="341"/>
            <ac:picMk id="17413" creationId="{E776802E-B7DC-47B2-B281-52EE7BA50CB1}"/>
          </ac:picMkLst>
        </pc:picChg>
      </pc:sldChg>
      <pc:sldChg chg="delSp modSp add mod modNotesTx">
        <pc:chgData name="Andrés Joaquín" userId="ffbe7a8ed576260a" providerId="LiveId" clId="{60856C84-0068-41C6-B246-74D8519E6898}" dt="2020-05-11T03:24:58.582" v="1048" actId="20577"/>
        <pc:sldMkLst>
          <pc:docMk/>
          <pc:sldMk cId="0" sldId="342"/>
        </pc:sldMkLst>
        <pc:spChg chg="mod">
          <ac:chgData name="Andrés Joaquín" userId="ffbe7a8ed576260a" providerId="LiveId" clId="{60856C84-0068-41C6-B246-74D8519E6898}" dt="2020-05-11T03:24:58.582" v="1048" actId="20577"/>
          <ac:spMkLst>
            <pc:docMk/>
            <pc:sldMk cId="0" sldId="342"/>
            <ac:spMk id="19459" creationId="{00204482-F84A-4A27-AEBF-10948DC5B843}"/>
          </ac:spMkLst>
        </pc:spChg>
        <pc:spChg chg="del">
          <ac:chgData name="Andrés Joaquín" userId="ffbe7a8ed576260a" providerId="LiveId" clId="{60856C84-0068-41C6-B246-74D8519E6898}" dt="2020-05-11T03:22:09.105" v="751" actId="478"/>
          <ac:spMkLst>
            <pc:docMk/>
            <pc:sldMk cId="0" sldId="342"/>
            <ac:spMk id="347140" creationId="{436ABC50-C949-4F64-8D5C-05DAE0803C77}"/>
          </ac:spMkLst>
        </pc:spChg>
        <pc:picChg chg="mod">
          <ac:chgData name="Andrés Joaquín" userId="ffbe7a8ed576260a" providerId="LiveId" clId="{60856C84-0068-41C6-B246-74D8519E6898}" dt="2020-05-11T03:23:52.279" v="828" actId="1076"/>
          <ac:picMkLst>
            <pc:docMk/>
            <pc:sldMk cId="0" sldId="342"/>
            <ac:picMk id="19461" creationId="{C2D0DBFC-307B-4959-9358-4B866760AF2B}"/>
          </ac:picMkLst>
        </pc:picChg>
      </pc:sldChg>
      <pc:sldChg chg="add">
        <pc:chgData name="Andrés Joaquín" userId="ffbe7a8ed576260a" providerId="LiveId" clId="{60856C84-0068-41C6-B246-74D8519E6898}" dt="2020-05-11T03:16:16.096" v="527"/>
        <pc:sldMkLst>
          <pc:docMk/>
          <pc:sldMk cId="719948431" sldId="343"/>
        </pc:sldMkLst>
      </pc:sldChg>
      <pc:sldChg chg="add">
        <pc:chgData name="Andrés Joaquín" userId="ffbe7a8ed576260a" providerId="LiveId" clId="{60856C84-0068-41C6-B246-74D8519E6898}" dt="2020-05-11T03:16:16.096" v="527"/>
        <pc:sldMkLst>
          <pc:docMk/>
          <pc:sldMk cId="738053796" sldId="344"/>
        </pc:sldMkLst>
      </pc:sldChg>
      <pc:sldChg chg="delSp modSp add mod">
        <pc:chgData name="Andrés Joaquín" userId="ffbe7a8ed576260a" providerId="LiveId" clId="{60856C84-0068-41C6-B246-74D8519E6898}" dt="2020-05-11T03:25:45.294" v="1058" actId="1076"/>
        <pc:sldMkLst>
          <pc:docMk/>
          <pc:sldMk cId="0" sldId="345"/>
        </pc:sldMkLst>
        <pc:spChg chg="mod">
          <ac:chgData name="Andrés Joaquín" userId="ffbe7a8ed576260a" providerId="LiveId" clId="{60856C84-0068-41C6-B246-74D8519E6898}" dt="2020-05-11T03:25:37.212" v="1057" actId="20577"/>
          <ac:spMkLst>
            <pc:docMk/>
            <pc:sldMk cId="0" sldId="345"/>
            <ac:spMk id="23555" creationId="{0267030F-6C60-4C00-9A3C-5D5810195DAB}"/>
          </ac:spMkLst>
        </pc:spChg>
        <pc:spChg chg="del">
          <ac:chgData name="Andrés Joaquín" userId="ffbe7a8ed576260a" providerId="LiveId" clId="{60856C84-0068-41C6-B246-74D8519E6898}" dt="2020-05-11T03:25:34.142" v="1050" actId="478"/>
          <ac:spMkLst>
            <pc:docMk/>
            <pc:sldMk cId="0" sldId="345"/>
            <ac:spMk id="346116" creationId="{2E923DC1-5062-440C-8DA5-6E2BA55F1A9D}"/>
          </ac:spMkLst>
        </pc:spChg>
        <pc:picChg chg="mod">
          <ac:chgData name="Andrés Joaquín" userId="ffbe7a8ed576260a" providerId="LiveId" clId="{60856C84-0068-41C6-B246-74D8519E6898}" dt="2020-05-11T03:25:45.294" v="1058" actId="1076"/>
          <ac:picMkLst>
            <pc:docMk/>
            <pc:sldMk cId="0" sldId="345"/>
            <ac:picMk id="23557" creationId="{3D45C493-A193-4B48-8D3D-741FBBDA18AD}"/>
          </ac:picMkLst>
        </pc:picChg>
      </pc:sldChg>
      <pc:sldChg chg="delSp modSp add mod">
        <pc:chgData name="Andrés Joaquín" userId="ffbe7a8ed576260a" providerId="LiveId" clId="{60856C84-0068-41C6-B246-74D8519E6898}" dt="2020-05-11T03:25:52.249" v="1060" actId="20577"/>
        <pc:sldMkLst>
          <pc:docMk/>
          <pc:sldMk cId="0" sldId="346"/>
        </pc:sldMkLst>
        <pc:spChg chg="mod">
          <ac:chgData name="Andrés Joaquín" userId="ffbe7a8ed576260a" providerId="LiveId" clId="{60856C84-0068-41C6-B246-74D8519E6898}" dt="2020-05-11T03:25:52.249" v="1060" actId="20577"/>
          <ac:spMkLst>
            <pc:docMk/>
            <pc:sldMk cId="0" sldId="346"/>
            <ac:spMk id="25603" creationId="{69DA1D85-FBA1-4799-B7E5-F1896B26CEA8}"/>
          </ac:spMkLst>
        </pc:spChg>
        <pc:spChg chg="del">
          <ac:chgData name="Andrés Joaquín" userId="ffbe7a8ed576260a" providerId="LiveId" clId="{60856C84-0068-41C6-B246-74D8519E6898}" dt="2020-05-11T03:25:49.361" v="1059" actId="478"/>
          <ac:spMkLst>
            <pc:docMk/>
            <pc:sldMk cId="0" sldId="346"/>
            <ac:spMk id="345092" creationId="{3202E26D-A5A9-49C3-80CF-7A34C4393B10}"/>
          </ac:spMkLst>
        </pc:spChg>
      </pc:sldChg>
      <pc:sldChg chg="add">
        <pc:chgData name="Andrés Joaquín" userId="ffbe7a8ed576260a" providerId="LiveId" clId="{60856C84-0068-41C6-B246-74D8519E6898}" dt="2020-05-11T03:16:16.096" v="527"/>
        <pc:sldMkLst>
          <pc:docMk/>
          <pc:sldMk cId="0" sldId="347"/>
        </pc:sldMkLst>
      </pc:sldChg>
      <pc:sldChg chg="add">
        <pc:chgData name="Andrés Joaquín" userId="ffbe7a8ed576260a" providerId="LiveId" clId="{60856C84-0068-41C6-B246-74D8519E6898}" dt="2020-05-11T03:16:16.096" v="527"/>
        <pc:sldMkLst>
          <pc:docMk/>
          <pc:sldMk cId="0" sldId="348"/>
        </pc:sldMkLst>
      </pc:sldChg>
      <pc:sldChg chg="add">
        <pc:chgData name="Andrés Joaquín" userId="ffbe7a8ed576260a" providerId="LiveId" clId="{60856C84-0068-41C6-B246-74D8519E6898}" dt="2020-05-11T03:16:16.096" v="527"/>
        <pc:sldMkLst>
          <pc:docMk/>
          <pc:sldMk cId="0" sldId="349"/>
        </pc:sldMkLst>
      </pc:sldChg>
      <pc:sldChg chg="add">
        <pc:chgData name="Andrés Joaquín" userId="ffbe7a8ed576260a" providerId="LiveId" clId="{60856C84-0068-41C6-B246-74D8519E6898}" dt="2020-05-11T03:16:16.096" v="527"/>
        <pc:sldMkLst>
          <pc:docMk/>
          <pc:sldMk cId="0" sldId="350"/>
        </pc:sldMkLst>
      </pc:sldChg>
      <pc:sldChg chg="add">
        <pc:chgData name="Andrés Joaquín" userId="ffbe7a8ed576260a" providerId="LiveId" clId="{60856C84-0068-41C6-B246-74D8519E6898}" dt="2020-05-11T03:16:16.096" v="527"/>
        <pc:sldMkLst>
          <pc:docMk/>
          <pc:sldMk cId="0" sldId="351"/>
        </pc:sldMkLst>
      </pc:sldChg>
      <pc:sldChg chg="add">
        <pc:chgData name="Andrés Joaquín" userId="ffbe7a8ed576260a" providerId="LiveId" clId="{60856C84-0068-41C6-B246-74D8519E6898}" dt="2020-05-11T03:16:16.096" v="527"/>
        <pc:sldMkLst>
          <pc:docMk/>
          <pc:sldMk cId="0" sldId="352"/>
        </pc:sldMkLst>
      </pc:sldChg>
      <pc:sldChg chg="add">
        <pc:chgData name="Andrés Joaquín" userId="ffbe7a8ed576260a" providerId="LiveId" clId="{60856C84-0068-41C6-B246-74D8519E6898}" dt="2020-05-11T03:16:16.096" v="527"/>
        <pc:sldMkLst>
          <pc:docMk/>
          <pc:sldMk cId="0" sldId="353"/>
        </pc:sldMkLst>
      </pc:sldChg>
      <pc:sldChg chg="add">
        <pc:chgData name="Andrés Joaquín" userId="ffbe7a8ed576260a" providerId="LiveId" clId="{60856C84-0068-41C6-B246-74D8519E6898}" dt="2020-05-11T03:16:16.096" v="527"/>
        <pc:sldMkLst>
          <pc:docMk/>
          <pc:sldMk cId="0" sldId="354"/>
        </pc:sldMkLst>
      </pc:sldChg>
      <pc:sldChg chg="add">
        <pc:chgData name="Andrés Joaquín" userId="ffbe7a8ed576260a" providerId="LiveId" clId="{60856C84-0068-41C6-B246-74D8519E6898}" dt="2020-05-11T03:16:16.096" v="527"/>
        <pc:sldMkLst>
          <pc:docMk/>
          <pc:sldMk cId="0" sldId="355"/>
        </pc:sldMkLst>
      </pc:sldChg>
      <pc:sldChg chg="add">
        <pc:chgData name="Andrés Joaquín" userId="ffbe7a8ed576260a" providerId="LiveId" clId="{60856C84-0068-41C6-B246-74D8519E6898}" dt="2020-05-11T03:16:16.096" v="527"/>
        <pc:sldMkLst>
          <pc:docMk/>
          <pc:sldMk cId="0" sldId="356"/>
        </pc:sldMkLst>
      </pc:sldChg>
      <pc:sldChg chg="add">
        <pc:chgData name="Andrés Joaquín" userId="ffbe7a8ed576260a" providerId="LiveId" clId="{60856C84-0068-41C6-B246-74D8519E6898}" dt="2020-05-11T03:16:16.096" v="527"/>
        <pc:sldMkLst>
          <pc:docMk/>
          <pc:sldMk cId="0" sldId="357"/>
        </pc:sldMkLst>
      </pc:sldChg>
      <pc:sldChg chg="add">
        <pc:chgData name="Andrés Joaquín" userId="ffbe7a8ed576260a" providerId="LiveId" clId="{60856C84-0068-41C6-B246-74D8519E6898}" dt="2020-05-11T03:16:16.096" v="527"/>
        <pc:sldMkLst>
          <pc:docMk/>
          <pc:sldMk cId="0" sldId="358"/>
        </pc:sldMkLst>
      </pc:sldChg>
      <pc:sldChg chg="add">
        <pc:chgData name="Andrés Joaquín" userId="ffbe7a8ed576260a" providerId="LiveId" clId="{60856C84-0068-41C6-B246-74D8519E6898}" dt="2020-05-11T03:16:16.096" v="527"/>
        <pc:sldMkLst>
          <pc:docMk/>
          <pc:sldMk cId="929762956" sldId="359"/>
        </pc:sldMkLst>
      </pc:sldChg>
      <pc:sldChg chg="add">
        <pc:chgData name="Andrés Joaquín" userId="ffbe7a8ed576260a" providerId="LiveId" clId="{60856C84-0068-41C6-B246-74D8519E6898}" dt="2020-05-11T03:16:16.096" v="527"/>
        <pc:sldMkLst>
          <pc:docMk/>
          <pc:sldMk cId="2165849647" sldId="360"/>
        </pc:sldMkLst>
      </pc:sldChg>
      <pc:sldChg chg="add">
        <pc:chgData name="Andrés Joaquín" userId="ffbe7a8ed576260a" providerId="LiveId" clId="{60856C84-0068-41C6-B246-74D8519E6898}" dt="2020-05-11T03:16:16.096" v="527"/>
        <pc:sldMkLst>
          <pc:docMk/>
          <pc:sldMk cId="2717732255" sldId="361"/>
        </pc:sldMkLst>
      </pc:sldChg>
      <pc:sldChg chg="add">
        <pc:chgData name="Andrés Joaquín" userId="ffbe7a8ed576260a" providerId="LiveId" clId="{60856C84-0068-41C6-B246-74D8519E6898}" dt="2020-05-11T03:16:16.096" v="527"/>
        <pc:sldMkLst>
          <pc:docMk/>
          <pc:sldMk cId="1196597232" sldId="362"/>
        </pc:sldMkLst>
      </pc:sldChg>
      <pc:sldChg chg="add modNotesTx">
        <pc:chgData name="Andrés Joaquín" userId="ffbe7a8ed576260a" providerId="LiveId" clId="{60856C84-0068-41C6-B246-74D8519E6898}" dt="2020-05-11T03:28:56.426" v="1134" actId="6549"/>
        <pc:sldMkLst>
          <pc:docMk/>
          <pc:sldMk cId="1229430919" sldId="363"/>
        </pc:sldMkLst>
      </pc:sldChg>
      <pc:sldChg chg="add">
        <pc:chgData name="Andrés Joaquín" userId="ffbe7a8ed576260a" providerId="LiveId" clId="{60856C84-0068-41C6-B246-74D8519E6898}" dt="2020-05-11T03:16:16.096" v="527"/>
        <pc:sldMkLst>
          <pc:docMk/>
          <pc:sldMk cId="2250187112" sldId="364"/>
        </pc:sldMkLst>
      </pc:sldChg>
      <pc:sldChg chg="add">
        <pc:chgData name="Andrés Joaquín" userId="ffbe7a8ed576260a" providerId="LiveId" clId="{60856C84-0068-41C6-B246-74D8519E6898}" dt="2020-05-11T03:16:16.096" v="527"/>
        <pc:sldMkLst>
          <pc:docMk/>
          <pc:sldMk cId="2242766215" sldId="365"/>
        </pc:sldMkLst>
      </pc:sldChg>
      <pc:sldChg chg="delSp modSp add mod">
        <pc:chgData name="Andrés Joaquín" userId="ffbe7a8ed576260a" providerId="LiveId" clId="{60856C84-0068-41C6-B246-74D8519E6898}" dt="2020-05-11T03:31:24.488" v="1218" actId="478"/>
        <pc:sldMkLst>
          <pc:docMk/>
          <pc:sldMk cId="1236325040" sldId="366"/>
        </pc:sldMkLst>
        <pc:spChg chg="del mod">
          <ac:chgData name="Andrés Joaquín" userId="ffbe7a8ed576260a" providerId="LiveId" clId="{60856C84-0068-41C6-B246-74D8519E6898}" dt="2020-05-11T03:31:24.488" v="1218" actId="478"/>
          <ac:spMkLst>
            <pc:docMk/>
            <pc:sldMk cId="1236325040" sldId="366"/>
            <ac:spMk id="353284" creationId="{A8D17A39-668F-47A7-90BA-D1C2D4567560}"/>
          </ac:spMkLst>
        </pc:spChg>
      </pc:sldChg>
      <pc:sldChg chg="add modNotesTx">
        <pc:chgData name="Andrés Joaquín" userId="ffbe7a8ed576260a" providerId="LiveId" clId="{60856C84-0068-41C6-B246-74D8519E6898}" dt="2020-05-11T03:31:33.899" v="1219" actId="6549"/>
        <pc:sldMkLst>
          <pc:docMk/>
          <pc:sldMk cId="0" sldId="367"/>
        </pc:sldMkLst>
      </pc:sldChg>
      <pc:sldChg chg="modSp add mod modNotesTx">
        <pc:chgData name="Andrés Joaquín" userId="ffbe7a8ed576260a" providerId="LiveId" clId="{60856C84-0068-41C6-B246-74D8519E6898}" dt="2020-05-11T03:32:52.437" v="1360" actId="20577"/>
        <pc:sldMkLst>
          <pc:docMk/>
          <pc:sldMk cId="0" sldId="368"/>
        </pc:sldMkLst>
        <pc:spChg chg="mod">
          <ac:chgData name="Andrés Joaquín" userId="ffbe7a8ed576260a" providerId="LiveId" clId="{60856C84-0068-41C6-B246-74D8519E6898}" dt="2020-05-11T03:32:52.437" v="1360" actId="20577"/>
          <ac:spMkLst>
            <pc:docMk/>
            <pc:sldMk cId="0" sldId="368"/>
            <ac:spMk id="130051" creationId="{E2FBF76D-2F61-4B10-90A0-36B460CF87CD}"/>
          </ac:spMkLst>
        </pc:spChg>
      </pc:sldChg>
    </pc:docChg>
  </pc:docChgLst>
  <pc:docChgLst>
    <pc:chgData name="Andrés Joaquín" userId="ffbe7a8ed576260a" providerId="LiveId" clId="{E61A0522-59B7-4D54-A9FF-C24F7A136CE8}"/>
    <pc:docChg chg="custSel addSld delSld modSld">
      <pc:chgData name="Andrés Joaquín" userId="ffbe7a8ed576260a" providerId="LiveId" clId="{E61A0522-59B7-4D54-A9FF-C24F7A136CE8}" dt="2019-03-25T17:48:38.028" v="424"/>
      <pc:docMkLst>
        <pc:docMk/>
      </pc:docMkLst>
      <pc:sldChg chg="modSp">
        <pc:chgData name="Andrés Joaquín" userId="ffbe7a8ed576260a" providerId="LiveId" clId="{E61A0522-59B7-4D54-A9FF-C24F7A136CE8}" dt="2019-03-25T17:35:54.074" v="121" actId="20577"/>
        <pc:sldMkLst>
          <pc:docMk/>
          <pc:sldMk cId="3647059348" sldId="257"/>
        </pc:sldMkLst>
        <pc:spChg chg="mod">
          <ac:chgData name="Andrés Joaquín" userId="ffbe7a8ed576260a" providerId="LiveId" clId="{E61A0522-59B7-4D54-A9FF-C24F7A136CE8}" dt="2019-03-25T17:35:54.074" v="121" actId="20577"/>
          <ac:spMkLst>
            <pc:docMk/>
            <pc:sldMk cId="3647059348" sldId="257"/>
            <ac:spMk id="3" creationId="{00000000-0000-0000-0000-000000000000}"/>
          </ac:spMkLst>
        </pc:spChg>
      </pc:sldChg>
      <pc:sldChg chg="addSp modSp">
        <pc:chgData name="Andrés Joaquín" userId="ffbe7a8ed576260a" providerId="LiveId" clId="{E61A0522-59B7-4D54-A9FF-C24F7A136CE8}" dt="2019-03-25T17:35:24.336" v="91" actId="113"/>
        <pc:sldMkLst>
          <pc:docMk/>
          <pc:sldMk cId="288111859" sldId="259"/>
        </pc:sldMkLst>
        <pc:spChg chg="mod">
          <ac:chgData name="Andrés Joaquín" userId="ffbe7a8ed576260a" providerId="LiveId" clId="{E61A0522-59B7-4D54-A9FF-C24F7A136CE8}" dt="2019-03-25T17:33:40.961" v="40"/>
          <ac:spMkLst>
            <pc:docMk/>
            <pc:sldMk cId="288111859" sldId="259"/>
            <ac:spMk id="2" creationId="{00000000-0000-0000-0000-000000000000}"/>
          </ac:spMkLst>
        </pc:spChg>
        <pc:spChg chg="add mod">
          <ac:chgData name="Andrés Joaquín" userId="ffbe7a8ed576260a" providerId="LiveId" clId="{E61A0522-59B7-4D54-A9FF-C24F7A136CE8}" dt="2019-03-25T17:35:24.336" v="91" actId="113"/>
          <ac:spMkLst>
            <pc:docMk/>
            <pc:sldMk cId="288111859" sldId="259"/>
            <ac:spMk id="4" creationId="{EFADA594-7518-4843-9840-A829BC476DB7}"/>
          </ac:spMkLst>
        </pc:spChg>
        <pc:spChg chg="mod">
          <ac:chgData name="Andrés Joaquín" userId="ffbe7a8ed576260a" providerId="LiveId" clId="{E61A0522-59B7-4D54-A9FF-C24F7A136CE8}" dt="2019-03-25T17:33:57.088" v="46" actId="1076"/>
          <ac:spMkLst>
            <pc:docMk/>
            <pc:sldMk cId="288111859" sldId="259"/>
            <ac:spMk id="5" creationId="{BF09B14C-5709-46C9-9DBB-A80AD3828D3A}"/>
          </ac:spMkLst>
        </pc:spChg>
        <pc:spChg chg="add mod">
          <ac:chgData name="Andrés Joaquín" userId="ffbe7a8ed576260a" providerId="LiveId" clId="{E61A0522-59B7-4D54-A9FF-C24F7A136CE8}" dt="2019-03-25T17:35:17.075" v="88" actId="1076"/>
          <ac:spMkLst>
            <pc:docMk/>
            <pc:sldMk cId="288111859" sldId="259"/>
            <ac:spMk id="6" creationId="{6FC0B1F5-6424-463F-B03F-F0F0A5C79BA1}"/>
          </ac:spMkLst>
        </pc:spChg>
        <pc:spChg chg="add mod">
          <ac:chgData name="Andrés Joaquín" userId="ffbe7a8ed576260a" providerId="LiveId" clId="{E61A0522-59B7-4D54-A9FF-C24F7A136CE8}" dt="2019-03-25T17:35:22.513" v="90" actId="14100"/>
          <ac:spMkLst>
            <pc:docMk/>
            <pc:sldMk cId="288111859" sldId="259"/>
            <ac:spMk id="7" creationId="{E34A21DA-A9C9-480C-9C8F-57000B77901A}"/>
          </ac:spMkLst>
        </pc:spChg>
      </pc:sldChg>
      <pc:sldChg chg="modSp">
        <pc:chgData name="Andrés Joaquín" userId="ffbe7a8ed576260a" providerId="LiveId" clId="{E61A0522-59B7-4D54-A9FF-C24F7A136CE8}" dt="2019-03-25T17:47:53.345" v="412" actId="20577"/>
        <pc:sldMkLst>
          <pc:docMk/>
          <pc:sldMk cId="2959440379" sldId="302"/>
        </pc:sldMkLst>
        <pc:spChg chg="mod">
          <ac:chgData name="Andrés Joaquín" userId="ffbe7a8ed576260a" providerId="LiveId" clId="{E61A0522-59B7-4D54-A9FF-C24F7A136CE8}" dt="2019-03-25T17:36:18.637" v="144" actId="20577"/>
          <ac:spMkLst>
            <pc:docMk/>
            <pc:sldMk cId="2959440379" sldId="302"/>
            <ac:spMk id="2" creationId="{00000000-0000-0000-0000-000000000000}"/>
          </ac:spMkLst>
        </pc:spChg>
        <pc:spChg chg="mod">
          <ac:chgData name="Andrés Joaquín" userId="ffbe7a8ed576260a" providerId="LiveId" clId="{E61A0522-59B7-4D54-A9FF-C24F7A136CE8}" dt="2019-03-25T17:47:53.345" v="412" actId="20577"/>
          <ac:spMkLst>
            <pc:docMk/>
            <pc:sldMk cId="2959440379" sldId="302"/>
            <ac:spMk id="3" creationId="{00000000-0000-0000-0000-000000000000}"/>
          </ac:spMkLst>
        </pc:spChg>
      </pc:sldChg>
      <pc:sldChg chg="modSp">
        <pc:chgData name="Andrés Joaquín" userId="ffbe7a8ed576260a" providerId="LiveId" clId="{E61A0522-59B7-4D54-A9FF-C24F7A136CE8}" dt="2019-03-25T17:26:35.205" v="18" actId="20577"/>
        <pc:sldMkLst>
          <pc:docMk/>
          <pc:sldMk cId="158486521" sldId="312"/>
        </pc:sldMkLst>
        <pc:spChg chg="mod">
          <ac:chgData name="Andrés Joaquín" userId="ffbe7a8ed576260a" providerId="LiveId" clId="{E61A0522-59B7-4D54-A9FF-C24F7A136CE8}" dt="2019-03-25T17:17:29.572" v="1" actId="20577"/>
          <ac:spMkLst>
            <pc:docMk/>
            <pc:sldMk cId="158486521" sldId="312"/>
            <ac:spMk id="4" creationId="{E170B5A6-B4BD-4EDD-82FF-3C83B7E6B746}"/>
          </ac:spMkLst>
        </pc:spChg>
        <pc:spChg chg="mod">
          <ac:chgData name="Andrés Joaquín" userId="ffbe7a8ed576260a" providerId="LiveId" clId="{E61A0522-59B7-4D54-A9FF-C24F7A136CE8}" dt="2019-03-25T17:18:09.164" v="3"/>
          <ac:spMkLst>
            <pc:docMk/>
            <pc:sldMk cId="158486521" sldId="312"/>
            <ac:spMk id="5" creationId="{3D1F2EB1-A746-44CB-998A-5477BF67054D}"/>
          </ac:spMkLst>
        </pc:spChg>
        <pc:spChg chg="mod">
          <ac:chgData name="Andrés Joaquín" userId="ffbe7a8ed576260a" providerId="LiveId" clId="{E61A0522-59B7-4D54-A9FF-C24F7A136CE8}" dt="2019-03-25T17:26:35.205" v="18" actId="20577"/>
          <ac:spMkLst>
            <pc:docMk/>
            <pc:sldMk cId="158486521" sldId="312"/>
            <ac:spMk id="9" creationId="{0C0AE894-0E78-493D-B11D-1557FA351BC7}"/>
          </ac:spMkLst>
        </pc:spChg>
      </pc:sldChg>
      <pc:sldChg chg="modSp add">
        <pc:chgData name="Andrés Joaquín" userId="ffbe7a8ed576260a" providerId="LiveId" clId="{E61A0522-59B7-4D54-A9FF-C24F7A136CE8}" dt="2019-03-25T17:48:38.028" v="424"/>
        <pc:sldMkLst>
          <pc:docMk/>
          <pc:sldMk cId="1011825357" sldId="314"/>
        </pc:sldMkLst>
        <pc:spChg chg="mod">
          <ac:chgData name="Andrés Joaquín" userId="ffbe7a8ed576260a" providerId="LiveId" clId="{E61A0522-59B7-4D54-A9FF-C24F7A136CE8}" dt="2019-03-25T17:48:30.283" v="423" actId="20577"/>
          <ac:spMkLst>
            <pc:docMk/>
            <pc:sldMk cId="1011825357" sldId="314"/>
            <ac:spMk id="2" creationId="{00000000-0000-0000-0000-000000000000}"/>
          </ac:spMkLst>
        </pc:spChg>
        <pc:spChg chg="mod">
          <ac:chgData name="Andrés Joaquín" userId="ffbe7a8ed576260a" providerId="LiveId" clId="{E61A0522-59B7-4D54-A9FF-C24F7A136CE8}" dt="2019-03-25T17:48:38.028" v="424"/>
          <ac:spMkLst>
            <pc:docMk/>
            <pc:sldMk cId="1011825357" sldId="314"/>
            <ac:spMk id="3" creationId="{00000000-0000-0000-0000-000000000000}"/>
          </ac:spMkLst>
        </pc:spChg>
      </pc:sldChg>
    </pc:docChg>
  </pc:docChgLst>
  <pc:docChgLst>
    <pc:chgData name="Andrés Joaquín" userId="ffbe7a8ed576260a" providerId="LiveId" clId="{1B20888D-1FD4-4BFC-AF26-65391E2DEA60}"/>
    <pc:docChg chg="undo redo custSel addSld delSld modSld sldOrd modMainMaster">
      <pc:chgData name="Andrés Joaquín" userId="ffbe7a8ed576260a" providerId="LiveId" clId="{1B20888D-1FD4-4BFC-AF26-65391E2DEA60}" dt="2019-03-17T23:08:46.667" v="4347" actId="313"/>
      <pc:docMkLst>
        <pc:docMk/>
      </pc:docMkLst>
      <pc:sldChg chg="modSp modNotesTx">
        <pc:chgData name="Andrés Joaquín" userId="ffbe7a8ed576260a" providerId="LiveId" clId="{1B20888D-1FD4-4BFC-AF26-65391E2DEA60}" dt="2019-02-24T23:47:48.289" v="3476" actId="20577"/>
        <pc:sldMkLst>
          <pc:docMk/>
          <pc:sldMk cId="3647059348" sldId="257"/>
        </pc:sldMkLst>
        <pc:spChg chg="mod">
          <ac:chgData name="Andrés Joaquín" userId="ffbe7a8ed576260a" providerId="LiveId" clId="{1B20888D-1FD4-4BFC-AF26-65391E2DEA60}" dt="2019-02-24T21:32:10.766" v="2794" actId="2711"/>
          <ac:spMkLst>
            <pc:docMk/>
            <pc:sldMk cId="3647059348" sldId="257"/>
            <ac:spMk id="2" creationId="{00000000-0000-0000-0000-000000000000}"/>
          </ac:spMkLst>
        </pc:spChg>
        <pc:spChg chg="mod">
          <ac:chgData name="Andrés Joaquín" userId="ffbe7a8ed576260a" providerId="LiveId" clId="{1B20888D-1FD4-4BFC-AF26-65391E2DEA60}" dt="2019-02-24T23:47:48.289" v="3476" actId="20577"/>
          <ac:spMkLst>
            <pc:docMk/>
            <pc:sldMk cId="3647059348" sldId="257"/>
            <ac:spMk id="3" creationId="{00000000-0000-0000-0000-000000000000}"/>
          </ac:spMkLst>
        </pc:spChg>
      </pc:sldChg>
      <pc:sldChg chg="addSp delSp modSp ord modNotesTx">
        <pc:chgData name="Andrés Joaquín" userId="ffbe7a8ed576260a" providerId="LiveId" clId="{1B20888D-1FD4-4BFC-AF26-65391E2DEA60}" dt="2019-02-24T22:13:26.361" v="2837" actId="313"/>
        <pc:sldMkLst>
          <pc:docMk/>
          <pc:sldMk cId="288111859" sldId="259"/>
        </pc:sldMkLst>
        <pc:spChg chg="mod">
          <ac:chgData name="Andrés Joaquín" userId="ffbe7a8ed576260a" providerId="LiveId" clId="{1B20888D-1FD4-4BFC-AF26-65391E2DEA60}" dt="2019-02-24T21:32:29.400" v="2797" actId="2711"/>
          <ac:spMkLst>
            <pc:docMk/>
            <pc:sldMk cId="288111859" sldId="259"/>
            <ac:spMk id="2" creationId="{00000000-0000-0000-0000-000000000000}"/>
          </ac:spMkLst>
        </pc:spChg>
        <pc:spChg chg="del">
          <ac:chgData name="Andrés Joaquín" userId="ffbe7a8ed576260a" providerId="LiveId" clId="{1B20888D-1FD4-4BFC-AF26-65391E2DEA60}" dt="2019-02-13T19:50:30.720" v="1314" actId="478"/>
          <ac:spMkLst>
            <pc:docMk/>
            <pc:sldMk cId="288111859" sldId="259"/>
            <ac:spMk id="4" creationId="{00000000-0000-0000-0000-000000000000}"/>
          </ac:spMkLst>
        </pc:spChg>
        <pc:spChg chg="add mod">
          <ac:chgData name="Andrés Joaquín" userId="ffbe7a8ed576260a" providerId="LiveId" clId="{1B20888D-1FD4-4BFC-AF26-65391E2DEA60}" dt="2019-02-24T22:13:26.361" v="2837" actId="313"/>
          <ac:spMkLst>
            <pc:docMk/>
            <pc:sldMk cId="288111859" sldId="259"/>
            <ac:spMk id="5" creationId="{BF09B14C-5709-46C9-9DBB-A80AD3828D3A}"/>
          </ac:spMkLst>
        </pc:spChg>
        <pc:picChg chg="add del mod">
          <ac:chgData name="Andrés Joaquín" userId="ffbe7a8ed576260a" providerId="LiveId" clId="{1B20888D-1FD4-4BFC-AF26-65391E2DEA60}" dt="2019-02-13T19:51:40.476" v="1326" actId="478"/>
          <ac:picMkLst>
            <pc:docMk/>
            <pc:sldMk cId="288111859" sldId="259"/>
            <ac:picMk id="3" creationId="{75978353-069F-41FE-822D-73728B6434BF}"/>
          </ac:picMkLst>
        </pc:picChg>
      </pc:sldChg>
      <pc:sldChg chg="addSp delSp modSp add modNotesTx">
        <pc:chgData name="Andrés Joaquín" userId="ffbe7a8ed576260a" providerId="LiveId" clId="{1B20888D-1FD4-4BFC-AF26-65391E2DEA60}" dt="2019-02-25T00:39:23.535" v="3651" actId="6549"/>
        <pc:sldMkLst>
          <pc:docMk/>
          <pc:sldMk cId="0" sldId="270"/>
        </pc:sldMkLst>
        <pc:spChg chg="add del mod">
          <ac:chgData name="Andrés Joaquín" userId="ffbe7a8ed576260a" providerId="LiveId" clId="{1B20888D-1FD4-4BFC-AF26-65391E2DEA60}" dt="2019-02-25T00:29:24.982" v="3543" actId="478"/>
          <ac:spMkLst>
            <pc:docMk/>
            <pc:sldMk cId="0" sldId="270"/>
            <ac:spMk id="21" creationId="{07778A2D-EF03-4D54-BAAA-BDC3B9ABB381}"/>
          </ac:spMkLst>
        </pc:spChg>
        <pc:spChg chg="add del mod">
          <ac:chgData name="Andrés Joaquín" userId="ffbe7a8ed576260a" providerId="LiveId" clId="{1B20888D-1FD4-4BFC-AF26-65391E2DEA60}" dt="2019-02-25T00:29:33.282" v="3547"/>
          <ac:spMkLst>
            <pc:docMk/>
            <pc:sldMk cId="0" sldId="270"/>
            <ac:spMk id="22" creationId="{0BBC523F-FA32-488F-9368-25E5E2DED9FF}"/>
          </ac:spMkLst>
        </pc:spChg>
        <pc:spChg chg="add del mod">
          <ac:chgData name="Andrés Joaquín" userId="ffbe7a8ed576260a" providerId="LiveId" clId="{1B20888D-1FD4-4BFC-AF26-65391E2DEA60}" dt="2019-02-25T00:30:10.321" v="3552" actId="478"/>
          <ac:spMkLst>
            <pc:docMk/>
            <pc:sldMk cId="0" sldId="270"/>
            <ac:spMk id="23" creationId="{F1165EDD-4291-4A5A-91CC-0311042A9A1D}"/>
          </ac:spMkLst>
        </pc:spChg>
        <pc:spChg chg="add mod">
          <ac:chgData name="Andrés Joaquín" userId="ffbe7a8ed576260a" providerId="LiveId" clId="{1B20888D-1FD4-4BFC-AF26-65391E2DEA60}" dt="2019-02-25T00:34:44.200" v="3625" actId="1076"/>
          <ac:spMkLst>
            <pc:docMk/>
            <pc:sldMk cId="0" sldId="270"/>
            <ac:spMk id="24" creationId="{3C623268-CBD3-4366-989F-2DA7F18352B1}"/>
          </ac:spMkLst>
        </pc:spChg>
        <pc:spChg chg="add mod">
          <ac:chgData name="Andrés Joaquín" userId="ffbe7a8ed576260a" providerId="LiveId" clId="{1B20888D-1FD4-4BFC-AF26-65391E2DEA60}" dt="2019-02-25T00:34:44.200" v="3625" actId="1076"/>
          <ac:spMkLst>
            <pc:docMk/>
            <pc:sldMk cId="0" sldId="270"/>
            <ac:spMk id="25" creationId="{F8E040B0-D4FF-4DE5-B52D-19AC23CDB437}"/>
          </ac:spMkLst>
        </pc:spChg>
        <pc:spChg chg="add mod">
          <ac:chgData name="Andrés Joaquín" userId="ffbe7a8ed576260a" providerId="LiveId" clId="{1B20888D-1FD4-4BFC-AF26-65391E2DEA60}" dt="2019-02-25T00:34:44.200" v="3625" actId="1076"/>
          <ac:spMkLst>
            <pc:docMk/>
            <pc:sldMk cId="0" sldId="270"/>
            <ac:spMk id="26" creationId="{850AF916-6BE5-4FB4-B735-C206D7651631}"/>
          </ac:spMkLst>
        </pc:spChg>
        <pc:spChg chg="add mod">
          <ac:chgData name="Andrés Joaquín" userId="ffbe7a8ed576260a" providerId="LiveId" clId="{1B20888D-1FD4-4BFC-AF26-65391E2DEA60}" dt="2019-02-25T00:34:44.200" v="3625" actId="1076"/>
          <ac:spMkLst>
            <pc:docMk/>
            <pc:sldMk cId="0" sldId="270"/>
            <ac:spMk id="27" creationId="{9FA96F1E-C682-4B90-A0F2-19E00BFF72BD}"/>
          </ac:spMkLst>
        </pc:spChg>
        <pc:spChg chg="add mod">
          <ac:chgData name="Andrés Joaquín" userId="ffbe7a8ed576260a" providerId="LiveId" clId="{1B20888D-1FD4-4BFC-AF26-65391E2DEA60}" dt="2019-02-25T00:34:44.200" v="3625" actId="1076"/>
          <ac:spMkLst>
            <pc:docMk/>
            <pc:sldMk cId="0" sldId="270"/>
            <ac:spMk id="28" creationId="{0E4C8330-6EB2-4CE0-9809-5D186C140D49}"/>
          </ac:spMkLst>
        </pc:spChg>
        <pc:spChg chg="add mod">
          <ac:chgData name="Andrés Joaquín" userId="ffbe7a8ed576260a" providerId="LiveId" clId="{1B20888D-1FD4-4BFC-AF26-65391E2DEA60}" dt="2019-02-25T00:34:44.200" v="3625" actId="1076"/>
          <ac:spMkLst>
            <pc:docMk/>
            <pc:sldMk cId="0" sldId="270"/>
            <ac:spMk id="29" creationId="{C66D4875-5A8D-4A12-A061-76D96246ED93}"/>
          </ac:spMkLst>
        </pc:spChg>
        <pc:spChg chg="add mod">
          <ac:chgData name="Andrés Joaquín" userId="ffbe7a8ed576260a" providerId="LiveId" clId="{1B20888D-1FD4-4BFC-AF26-65391E2DEA60}" dt="2019-02-25T00:34:44.200" v="3625" actId="1076"/>
          <ac:spMkLst>
            <pc:docMk/>
            <pc:sldMk cId="0" sldId="270"/>
            <ac:spMk id="30" creationId="{A9E2496D-0085-40F9-88D6-4F3D34C767F4}"/>
          </ac:spMkLst>
        </pc:spChg>
        <pc:spChg chg="add mod">
          <ac:chgData name="Andrés Joaquín" userId="ffbe7a8ed576260a" providerId="LiveId" clId="{1B20888D-1FD4-4BFC-AF26-65391E2DEA60}" dt="2019-02-25T00:34:44.200" v="3625" actId="1076"/>
          <ac:spMkLst>
            <pc:docMk/>
            <pc:sldMk cId="0" sldId="270"/>
            <ac:spMk id="31" creationId="{28C9B84C-A4B0-465A-976A-B9FD75FD6F52}"/>
          </ac:spMkLst>
        </pc:spChg>
        <pc:spChg chg="mod">
          <ac:chgData name="Andrés Joaquín" userId="ffbe7a8ed576260a" providerId="LiveId" clId="{1B20888D-1FD4-4BFC-AF26-65391E2DEA60}" dt="2019-02-25T00:26:45.337" v="3520" actId="20577"/>
          <ac:spMkLst>
            <pc:docMk/>
            <pc:sldMk cId="0" sldId="270"/>
            <ac:spMk id="10242" creationId="{07FD9028-2750-436A-B7D2-3CCA27C985CB}"/>
          </ac:spMkLst>
        </pc:spChg>
        <pc:spChg chg="mod">
          <ac:chgData name="Andrés Joaquín" userId="ffbe7a8ed576260a" providerId="LiveId" clId="{1B20888D-1FD4-4BFC-AF26-65391E2DEA60}" dt="2019-02-25T00:37:25.943" v="3639" actId="207"/>
          <ac:spMkLst>
            <pc:docMk/>
            <pc:sldMk cId="0" sldId="270"/>
            <ac:spMk id="10243" creationId="{26FB5F65-6395-4A16-9166-0DC71399F3C6}"/>
          </ac:spMkLst>
        </pc:spChg>
        <pc:spChg chg="mod">
          <ac:chgData name="Andrés Joaquín" userId="ffbe7a8ed576260a" providerId="LiveId" clId="{1B20888D-1FD4-4BFC-AF26-65391E2DEA60}" dt="2019-02-25T00:36:34.151" v="3636" actId="207"/>
          <ac:spMkLst>
            <pc:docMk/>
            <pc:sldMk cId="0" sldId="270"/>
            <ac:spMk id="10244" creationId="{93A86D64-5679-4915-92DE-C2828B4F9006}"/>
          </ac:spMkLst>
        </pc:spChg>
        <pc:spChg chg="del mod">
          <ac:chgData name="Andrés Joaquín" userId="ffbe7a8ed576260a" providerId="LiveId" clId="{1B20888D-1FD4-4BFC-AF26-65391E2DEA60}" dt="2019-02-25T00:29:08.662" v="3539" actId="478"/>
          <ac:spMkLst>
            <pc:docMk/>
            <pc:sldMk cId="0" sldId="270"/>
            <ac:spMk id="10247" creationId="{9FF55844-281E-4B1F-8AB9-CB0D487E89B2}"/>
          </ac:spMkLst>
        </pc:spChg>
        <pc:spChg chg="mod topLvl">
          <ac:chgData name="Andrés Joaquín" userId="ffbe7a8ed576260a" providerId="LiveId" clId="{1B20888D-1FD4-4BFC-AF26-65391E2DEA60}" dt="2019-02-25T00:37:17.079" v="3638" actId="207"/>
          <ac:spMkLst>
            <pc:docMk/>
            <pc:sldMk cId="0" sldId="270"/>
            <ac:spMk id="10249" creationId="{539698D6-B6E1-4479-B3FC-29673BEA2D3D}"/>
          </ac:spMkLst>
        </pc:spChg>
        <pc:spChg chg="mod topLvl">
          <ac:chgData name="Andrés Joaquín" userId="ffbe7a8ed576260a" providerId="LiveId" clId="{1B20888D-1FD4-4BFC-AF26-65391E2DEA60}" dt="2019-02-25T00:34:44.200" v="3625" actId="1076"/>
          <ac:spMkLst>
            <pc:docMk/>
            <pc:sldMk cId="0" sldId="270"/>
            <ac:spMk id="10251" creationId="{347441AF-D8F0-46C1-834A-399B6CFA03CC}"/>
          </ac:spMkLst>
        </pc:spChg>
        <pc:spChg chg="mod topLvl">
          <ac:chgData name="Andrés Joaquín" userId="ffbe7a8ed576260a" providerId="LiveId" clId="{1B20888D-1FD4-4BFC-AF26-65391E2DEA60}" dt="2019-02-25T00:34:44.200" v="3625" actId="1076"/>
          <ac:spMkLst>
            <pc:docMk/>
            <pc:sldMk cId="0" sldId="270"/>
            <ac:spMk id="10252" creationId="{866D51E9-13AB-4CDF-BC6B-EDE87B9BD804}"/>
          </ac:spMkLst>
        </pc:spChg>
        <pc:spChg chg="mod topLvl">
          <ac:chgData name="Andrés Joaquín" userId="ffbe7a8ed576260a" providerId="LiveId" clId="{1B20888D-1FD4-4BFC-AF26-65391E2DEA60}" dt="2019-02-25T00:34:44.200" v="3625" actId="1076"/>
          <ac:spMkLst>
            <pc:docMk/>
            <pc:sldMk cId="0" sldId="270"/>
            <ac:spMk id="10253" creationId="{231D5F7A-26D9-4ED9-920F-C8B3754FFBC9}"/>
          </ac:spMkLst>
        </pc:spChg>
        <pc:spChg chg="mod topLvl">
          <ac:chgData name="Andrés Joaquín" userId="ffbe7a8ed576260a" providerId="LiveId" clId="{1B20888D-1FD4-4BFC-AF26-65391E2DEA60}" dt="2019-02-25T00:34:44.200" v="3625" actId="1076"/>
          <ac:spMkLst>
            <pc:docMk/>
            <pc:sldMk cId="0" sldId="270"/>
            <ac:spMk id="10254" creationId="{5964EFD5-CB25-470E-ABE7-F2910EE34E4A}"/>
          </ac:spMkLst>
        </pc:spChg>
        <pc:spChg chg="mod topLvl">
          <ac:chgData name="Andrés Joaquín" userId="ffbe7a8ed576260a" providerId="LiveId" clId="{1B20888D-1FD4-4BFC-AF26-65391E2DEA60}" dt="2019-02-25T00:34:44.200" v="3625" actId="1076"/>
          <ac:spMkLst>
            <pc:docMk/>
            <pc:sldMk cId="0" sldId="270"/>
            <ac:spMk id="10255" creationId="{4B6C2C52-5AB3-4987-BD4A-F7535E0DC3D6}"/>
          </ac:spMkLst>
        </pc:spChg>
        <pc:spChg chg="mod topLvl">
          <ac:chgData name="Andrés Joaquín" userId="ffbe7a8ed576260a" providerId="LiveId" clId="{1B20888D-1FD4-4BFC-AF26-65391E2DEA60}" dt="2019-02-25T00:34:44.200" v="3625" actId="1076"/>
          <ac:spMkLst>
            <pc:docMk/>
            <pc:sldMk cId="0" sldId="270"/>
            <ac:spMk id="10256" creationId="{B6F7E3D8-ED40-4F96-97C6-278F37CF6C5F}"/>
          </ac:spMkLst>
        </pc:spChg>
        <pc:spChg chg="del">
          <ac:chgData name="Andrés Joaquín" userId="ffbe7a8ed576260a" providerId="LiveId" clId="{1B20888D-1FD4-4BFC-AF26-65391E2DEA60}" dt="2019-02-25T00:28:49.044" v="3533" actId="478"/>
          <ac:spMkLst>
            <pc:docMk/>
            <pc:sldMk cId="0" sldId="270"/>
            <ac:spMk id="10257" creationId="{9809C0FC-4AEA-4889-B4B0-082DDC404264}"/>
          </ac:spMkLst>
        </pc:spChg>
        <pc:spChg chg="del mod topLvl">
          <ac:chgData name="Andrés Joaquín" userId="ffbe7a8ed576260a" providerId="LiveId" clId="{1B20888D-1FD4-4BFC-AF26-65391E2DEA60}" dt="2019-02-25T00:29:23.542" v="3542" actId="478"/>
          <ac:spMkLst>
            <pc:docMk/>
            <pc:sldMk cId="0" sldId="270"/>
            <ac:spMk id="10259" creationId="{EDEF6536-6323-4DFE-A4E4-C2D562E9D3DD}"/>
          </ac:spMkLst>
        </pc:spChg>
        <pc:spChg chg="del">
          <ac:chgData name="Andrés Joaquín" userId="ffbe7a8ed576260a" providerId="LiveId" clId="{1B20888D-1FD4-4BFC-AF26-65391E2DEA60}" dt="2019-02-25T00:28:52.752" v="3534" actId="478"/>
          <ac:spMkLst>
            <pc:docMk/>
            <pc:sldMk cId="0" sldId="270"/>
            <ac:spMk id="10260" creationId="{EF880E1B-F380-4FBB-A24E-D6C3D842733C}"/>
          </ac:spMkLst>
        </pc:spChg>
        <pc:spChg chg="del">
          <ac:chgData name="Andrés Joaquín" userId="ffbe7a8ed576260a" providerId="LiveId" clId="{1B20888D-1FD4-4BFC-AF26-65391E2DEA60}" dt="2019-02-25T00:26:55.586" v="3521" actId="478"/>
          <ac:spMkLst>
            <pc:docMk/>
            <pc:sldMk cId="0" sldId="270"/>
            <ac:spMk id="307224" creationId="{91576637-484B-4A39-8F10-8A9063DB7D5F}"/>
          </ac:spMkLst>
        </pc:spChg>
        <pc:grpChg chg="del mod">
          <ac:chgData name="Andrés Joaquín" userId="ffbe7a8ed576260a" providerId="LiveId" clId="{1B20888D-1FD4-4BFC-AF26-65391E2DEA60}" dt="2019-02-25T00:28:57.422" v="3535" actId="165"/>
          <ac:grpSpMkLst>
            <pc:docMk/>
            <pc:sldMk cId="0" sldId="270"/>
            <ac:grpSpMk id="10245" creationId="{E7773324-2827-4502-9146-81020534E9B3}"/>
          </ac:grpSpMkLst>
        </pc:grpChg>
        <pc:grpChg chg="del mod">
          <ac:chgData name="Andrés Joaquín" userId="ffbe7a8ed576260a" providerId="LiveId" clId="{1B20888D-1FD4-4BFC-AF26-65391E2DEA60}" dt="2019-02-25T00:29:38.973" v="3548" actId="165"/>
          <ac:grpSpMkLst>
            <pc:docMk/>
            <pc:sldMk cId="0" sldId="270"/>
            <ac:grpSpMk id="10246" creationId="{1134F2CC-9C46-43B9-BFDD-32B4C0EE7A95}"/>
          </ac:grpSpMkLst>
        </pc:grpChg>
        <pc:grpChg chg="del mod topLvl">
          <ac:chgData name="Andrés Joaquín" userId="ffbe7a8ed576260a" providerId="LiveId" clId="{1B20888D-1FD4-4BFC-AF26-65391E2DEA60}" dt="2019-02-25T00:31:18.331" v="3572" actId="165"/>
          <ac:grpSpMkLst>
            <pc:docMk/>
            <pc:sldMk cId="0" sldId="270"/>
            <ac:grpSpMk id="10250" creationId="{C4BB8D4A-450E-464A-8E6F-FDD9AA8ACC72}"/>
          </ac:grpSpMkLst>
        </pc:grpChg>
        <pc:grpChg chg="del">
          <ac:chgData name="Andrés Joaquín" userId="ffbe7a8ed576260a" providerId="LiveId" clId="{1B20888D-1FD4-4BFC-AF26-65391E2DEA60}" dt="2019-02-25T00:28:52.752" v="3534" actId="478"/>
          <ac:grpSpMkLst>
            <pc:docMk/>
            <pc:sldMk cId="0" sldId="270"/>
            <ac:grpSpMk id="10258" creationId="{CD1BF2CD-881B-44D4-95F0-0AA924880BC6}"/>
          </ac:grpSpMkLst>
        </pc:grpChg>
      </pc:sldChg>
      <pc:sldChg chg="addSp modSp modNotesTx">
        <pc:chgData name="Andrés Joaquín" userId="ffbe7a8ed576260a" providerId="LiveId" clId="{1B20888D-1FD4-4BFC-AF26-65391E2DEA60}" dt="2019-03-17T23:08:46.667" v="4347" actId="313"/>
        <pc:sldMkLst>
          <pc:docMk/>
          <pc:sldMk cId="1303457495" sldId="277"/>
        </pc:sldMkLst>
        <pc:spChg chg="mod">
          <ac:chgData name="Andrés Joaquín" userId="ffbe7a8ed576260a" providerId="LiveId" clId="{1B20888D-1FD4-4BFC-AF26-65391E2DEA60}" dt="2019-02-24T22:39:03.417" v="3055" actId="790"/>
          <ac:spMkLst>
            <pc:docMk/>
            <pc:sldMk cId="1303457495" sldId="277"/>
            <ac:spMk id="2" creationId="{00000000-0000-0000-0000-000000000000}"/>
          </ac:spMkLst>
        </pc:spChg>
        <pc:spChg chg="mod">
          <ac:chgData name="Andrés Joaquín" userId="ffbe7a8ed576260a" providerId="LiveId" clId="{1B20888D-1FD4-4BFC-AF26-65391E2DEA60}" dt="2019-02-13T19:12:44.831" v="1189" actId="20577"/>
          <ac:spMkLst>
            <pc:docMk/>
            <pc:sldMk cId="1303457495" sldId="277"/>
            <ac:spMk id="4" creationId="{00000000-0000-0000-0000-000000000000}"/>
          </ac:spMkLst>
        </pc:spChg>
        <pc:spChg chg="add mod">
          <ac:chgData name="Andrés Joaquín" userId="ffbe7a8ed576260a" providerId="LiveId" clId="{1B20888D-1FD4-4BFC-AF26-65391E2DEA60}" dt="2019-03-17T23:08:46.667" v="4347" actId="313"/>
          <ac:spMkLst>
            <pc:docMk/>
            <pc:sldMk cId="1303457495" sldId="277"/>
            <ac:spMk id="5" creationId="{976C0962-A050-4472-892A-FF56238F9974}"/>
          </ac:spMkLst>
        </pc:spChg>
      </pc:sldChg>
      <pc:sldChg chg="delSp modSp modNotesTx">
        <pc:chgData name="Andrés Joaquín" userId="ffbe7a8ed576260a" providerId="LiveId" clId="{1B20888D-1FD4-4BFC-AF26-65391E2DEA60}" dt="2019-02-24T21:42:14.299" v="2825" actId="6549"/>
        <pc:sldMkLst>
          <pc:docMk/>
          <pc:sldMk cId="2303811928" sldId="278"/>
        </pc:sldMkLst>
        <pc:spChg chg="mod">
          <ac:chgData name="Andrés Joaquín" userId="ffbe7a8ed576260a" providerId="LiveId" clId="{1B20888D-1FD4-4BFC-AF26-65391E2DEA60}" dt="2019-02-13T19:11:09.973" v="1119" actId="20577"/>
          <ac:spMkLst>
            <pc:docMk/>
            <pc:sldMk cId="2303811928" sldId="278"/>
            <ac:spMk id="2" creationId="{00000000-0000-0000-0000-000000000000}"/>
          </ac:spMkLst>
        </pc:spChg>
        <pc:spChg chg="mod">
          <ac:chgData name="Andrés Joaquín" userId="ffbe7a8ed576260a" providerId="LiveId" clId="{1B20888D-1FD4-4BFC-AF26-65391E2DEA60}" dt="2019-02-13T22:58:41.067" v="2432" actId="313"/>
          <ac:spMkLst>
            <pc:docMk/>
            <pc:sldMk cId="2303811928" sldId="278"/>
            <ac:spMk id="3" creationId="{00000000-0000-0000-0000-000000000000}"/>
          </ac:spMkLst>
        </pc:spChg>
        <pc:spChg chg="del">
          <ac:chgData name="Andrés Joaquín" userId="ffbe7a8ed576260a" providerId="LiveId" clId="{1B20888D-1FD4-4BFC-AF26-65391E2DEA60}" dt="2019-02-13T19:12:13.810" v="1164" actId="478"/>
          <ac:spMkLst>
            <pc:docMk/>
            <pc:sldMk cId="2303811928" sldId="278"/>
            <ac:spMk id="4" creationId="{00000000-0000-0000-0000-000000000000}"/>
          </ac:spMkLst>
        </pc:spChg>
      </pc:sldChg>
      <pc:sldChg chg="modSp add modNotesTx">
        <pc:chgData name="Andrés Joaquín" userId="ffbe7a8ed576260a" providerId="LiveId" clId="{1B20888D-1FD4-4BFC-AF26-65391E2DEA60}" dt="2019-02-24T23:47:39.379" v="3473" actId="20577"/>
        <pc:sldMkLst>
          <pc:docMk/>
          <pc:sldMk cId="2959440379" sldId="302"/>
        </pc:sldMkLst>
        <pc:spChg chg="mod">
          <ac:chgData name="Andrés Joaquín" userId="ffbe7a8ed576260a" providerId="LiveId" clId="{1B20888D-1FD4-4BFC-AF26-65391E2DEA60}" dt="2019-02-24T23:47:39.379" v="3473" actId="20577"/>
          <ac:spMkLst>
            <pc:docMk/>
            <pc:sldMk cId="2959440379" sldId="302"/>
            <ac:spMk id="2" creationId="{00000000-0000-0000-0000-000000000000}"/>
          </ac:spMkLst>
        </pc:spChg>
        <pc:spChg chg="mod">
          <ac:chgData name="Andrés Joaquín" userId="ffbe7a8ed576260a" providerId="LiveId" clId="{1B20888D-1FD4-4BFC-AF26-65391E2DEA60}" dt="2019-02-24T21:32:50.165" v="2801" actId="2711"/>
          <ac:spMkLst>
            <pc:docMk/>
            <pc:sldMk cId="2959440379" sldId="302"/>
            <ac:spMk id="3" creationId="{00000000-0000-0000-0000-000000000000}"/>
          </ac:spMkLst>
        </pc:spChg>
      </pc:sldChg>
      <pc:sldChg chg="modSp add ord modNotesTx">
        <pc:chgData name="Andrés Joaquín" userId="ffbe7a8ed576260a" providerId="LiveId" clId="{1B20888D-1FD4-4BFC-AF26-65391E2DEA60}" dt="2019-02-25T00:05:33.802" v="3516" actId="20577"/>
        <pc:sldMkLst>
          <pc:docMk/>
          <pc:sldMk cId="3354012763" sldId="305"/>
        </pc:sldMkLst>
        <pc:spChg chg="mod">
          <ac:chgData name="Andrés Joaquín" userId="ffbe7a8ed576260a" providerId="LiveId" clId="{1B20888D-1FD4-4BFC-AF26-65391E2DEA60}" dt="2019-02-13T19:37:59.634" v="1262"/>
          <ac:spMkLst>
            <pc:docMk/>
            <pc:sldMk cId="3354012763" sldId="305"/>
            <ac:spMk id="2" creationId="{00000000-0000-0000-0000-000000000000}"/>
          </ac:spMkLst>
        </pc:spChg>
        <pc:spChg chg="mod">
          <ac:chgData name="Andrés Joaquín" userId="ffbe7a8ed576260a" providerId="LiveId" clId="{1B20888D-1FD4-4BFC-AF26-65391E2DEA60}" dt="2019-02-25T00:05:33.802" v="3516" actId="20577"/>
          <ac:spMkLst>
            <pc:docMk/>
            <pc:sldMk cId="3354012763" sldId="305"/>
            <ac:spMk id="3" creationId="{00000000-0000-0000-0000-000000000000}"/>
          </ac:spMkLst>
        </pc:spChg>
      </pc:sldChg>
      <pc:sldChg chg="addSp delSp modSp add modNotesTx">
        <pc:chgData name="Andrés Joaquín" userId="ffbe7a8ed576260a" providerId="LiveId" clId="{1B20888D-1FD4-4BFC-AF26-65391E2DEA60}" dt="2019-02-25T00:47:46.947" v="3718" actId="207"/>
        <pc:sldMkLst>
          <pc:docMk/>
          <pc:sldMk cId="3439446979" sldId="306"/>
        </pc:sldMkLst>
        <pc:spChg chg="mod">
          <ac:chgData name="Andrés Joaquín" userId="ffbe7a8ed576260a" providerId="LiveId" clId="{1B20888D-1FD4-4BFC-AF26-65391E2DEA60}" dt="2019-02-13T19:38:29.263" v="1265"/>
          <ac:spMkLst>
            <pc:docMk/>
            <pc:sldMk cId="3439446979" sldId="306"/>
            <ac:spMk id="2" creationId="{00000000-0000-0000-0000-000000000000}"/>
          </ac:spMkLst>
        </pc:spChg>
        <pc:spChg chg="del">
          <ac:chgData name="Andrés Joaquín" userId="ffbe7a8ed576260a" providerId="LiveId" clId="{1B20888D-1FD4-4BFC-AF26-65391E2DEA60}" dt="2019-02-13T19:38:39.566" v="1266" actId="478"/>
          <ac:spMkLst>
            <pc:docMk/>
            <pc:sldMk cId="3439446979" sldId="306"/>
            <ac:spMk id="3" creationId="{00000000-0000-0000-0000-000000000000}"/>
          </ac:spMkLst>
        </pc:spChg>
        <pc:spChg chg="add del mod">
          <ac:chgData name="Andrés Joaquín" userId="ffbe7a8ed576260a" providerId="LiveId" clId="{1B20888D-1FD4-4BFC-AF26-65391E2DEA60}" dt="2019-02-13T19:38:42.482" v="1269" actId="478"/>
          <ac:spMkLst>
            <pc:docMk/>
            <pc:sldMk cId="3439446979" sldId="306"/>
            <ac:spMk id="5" creationId="{FC0AB696-3035-4490-934F-D9891241972C}"/>
          </ac:spMkLst>
        </pc:spChg>
        <pc:spChg chg="del mod topLvl">
          <ac:chgData name="Andrés Joaquín" userId="ffbe7a8ed576260a" providerId="LiveId" clId="{1B20888D-1FD4-4BFC-AF26-65391E2DEA60}" dt="2019-02-25T00:47:41.546" v="3717" actId="478"/>
          <ac:spMkLst>
            <pc:docMk/>
            <pc:sldMk cId="3439446979" sldId="306"/>
            <ac:spMk id="21" creationId="{CC7D53D6-8EFA-4F96-9997-1AD3277B064A}"/>
          </ac:spMkLst>
        </pc:spChg>
        <pc:spChg chg="mod topLvl">
          <ac:chgData name="Andrés Joaquín" userId="ffbe7a8ed576260a" providerId="LiveId" clId="{1B20888D-1FD4-4BFC-AF26-65391E2DEA60}" dt="2019-02-25T00:47:46.947" v="3718" actId="207"/>
          <ac:spMkLst>
            <pc:docMk/>
            <pc:sldMk cId="3439446979" sldId="306"/>
            <ac:spMk id="22" creationId="{36A3FECE-5F4D-41FC-910D-2AF504AA6AAB}"/>
          </ac:spMkLst>
        </pc:spChg>
        <pc:spChg chg="mod topLvl">
          <ac:chgData name="Andrés Joaquín" userId="ffbe7a8ed576260a" providerId="LiveId" clId="{1B20888D-1FD4-4BFC-AF26-65391E2DEA60}" dt="2019-02-25T00:47:46.947" v="3718" actId="207"/>
          <ac:spMkLst>
            <pc:docMk/>
            <pc:sldMk cId="3439446979" sldId="306"/>
            <ac:spMk id="23" creationId="{C68A678F-047B-43AA-9523-C090EB067CAA}"/>
          </ac:spMkLst>
        </pc:spChg>
        <pc:spChg chg="mod topLvl">
          <ac:chgData name="Andrés Joaquín" userId="ffbe7a8ed576260a" providerId="LiveId" clId="{1B20888D-1FD4-4BFC-AF26-65391E2DEA60}" dt="2019-02-25T00:47:46.947" v="3718" actId="207"/>
          <ac:spMkLst>
            <pc:docMk/>
            <pc:sldMk cId="3439446979" sldId="306"/>
            <ac:spMk id="24" creationId="{E2B95EA5-0BA0-46B4-A1C7-6514949DAED0}"/>
          </ac:spMkLst>
        </pc:spChg>
        <pc:spChg chg="mod topLvl">
          <ac:chgData name="Andrés Joaquín" userId="ffbe7a8ed576260a" providerId="LiveId" clId="{1B20888D-1FD4-4BFC-AF26-65391E2DEA60}" dt="2019-02-25T00:47:46.947" v="3718" actId="207"/>
          <ac:spMkLst>
            <pc:docMk/>
            <pc:sldMk cId="3439446979" sldId="306"/>
            <ac:spMk id="26" creationId="{DFFB8698-E72D-45A4-851C-C53E956ABE3D}"/>
          </ac:spMkLst>
        </pc:spChg>
        <pc:spChg chg="mod topLvl">
          <ac:chgData name="Andrés Joaquín" userId="ffbe7a8ed576260a" providerId="LiveId" clId="{1B20888D-1FD4-4BFC-AF26-65391E2DEA60}" dt="2019-02-25T00:47:46.947" v="3718" actId="207"/>
          <ac:spMkLst>
            <pc:docMk/>
            <pc:sldMk cId="3439446979" sldId="306"/>
            <ac:spMk id="27" creationId="{16F0DB09-57B4-4EA5-9A18-8F76B348D71B}"/>
          </ac:spMkLst>
        </pc:spChg>
        <pc:spChg chg="mod topLvl">
          <ac:chgData name="Andrés Joaquín" userId="ffbe7a8ed576260a" providerId="LiveId" clId="{1B20888D-1FD4-4BFC-AF26-65391E2DEA60}" dt="2019-02-25T00:47:46.947" v="3718" actId="207"/>
          <ac:spMkLst>
            <pc:docMk/>
            <pc:sldMk cId="3439446979" sldId="306"/>
            <ac:spMk id="28" creationId="{6AA28C76-B6D1-4017-912B-7CFED1C43A25}"/>
          </ac:spMkLst>
        </pc:spChg>
        <pc:spChg chg="mod topLvl">
          <ac:chgData name="Andrés Joaquín" userId="ffbe7a8ed576260a" providerId="LiveId" clId="{1B20888D-1FD4-4BFC-AF26-65391E2DEA60}" dt="2019-02-25T00:47:46.947" v="3718" actId="207"/>
          <ac:spMkLst>
            <pc:docMk/>
            <pc:sldMk cId="3439446979" sldId="306"/>
            <ac:spMk id="29" creationId="{151716AE-661D-494C-8F37-270FF9E7B2A4}"/>
          </ac:spMkLst>
        </pc:spChg>
        <pc:spChg chg="mod topLvl">
          <ac:chgData name="Andrés Joaquín" userId="ffbe7a8ed576260a" providerId="LiveId" clId="{1B20888D-1FD4-4BFC-AF26-65391E2DEA60}" dt="2019-02-25T00:47:46.947" v="3718" actId="207"/>
          <ac:spMkLst>
            <pc:docMk/>
            <pc:sldMk cId="3439446979" sldId="306"/>
            <ac:spMk id="30" creationId="{8F8D92F9-DFD2-446D-B727-770BEE20FBB4}"/>
          </ac:spMkLst>
        </pc:spChg>
        <pc:spChg chg="mod topLvl">
          <ac:chgData name="Andrés Joaquín" userId="ffbe7a8ed576260a" providerId="LiveId" clId="{1B20888D-1FD4-4BFC-AF26-65391E2DEA60}" dt="2019-02-25T00:47:46.947" v="3718" actId="207"/>
          <ac:spMkLst>
            <pc:docMk/>
            <pc:sldMk cId="3439446979" sldId="306"/>
            <ac:spMk id="31" creationId="{8D096AF0-67A6-4B1E-B745-8D01054A46C6}"/>
          </ac:spMkLst>
        </pc:spChg>
        <pc:spChg chg="mod">
          <ac:chgData name="Andrés Joaquín" userId="ffbe7a8ed576260a" providerId="LiveId" clId="{1B20888D-1FD4-4BFC-AF26-65391E2DEA60}" dt="2019-02-25T00:47:04.770" v="3707" actId="2085"/>
          <ac:spMkLst>
            <pc:docMk/>
            <pc:sldMk cId="3439446979" sldId="306"/>
            <ac:spMk id="32" creationId="{A3FD88F1-E133-4DA8-851D-3CD228514E29}"/>
          </ac:spMkLst>
        </pc:spChg>
        <pc:spChg chg="mod">
          <ac:chgData name="Andrés Joaquín" userId="ffbe7a8ed576260a" providerId="LiveId" clId="{1B20888D-1FD4-4BFC-AF26-65391E2DEA60}" dt="2019-02-25T00:47:04.770" v="3707" actId="2085"/>
          <ac:spMkLst>
            <pc:docMk/>
            <pc:sldMk cId="3439446979" sldId="306"/>
            <ac:spMk id="33" creationId="{B9C62711-AA79-49D4-ACD9-ECAE97DB268B}"/>
          </ac:spMkLst>
        </pc:spChg>
        <pc:grpChg chg="add del">
          <ac:chgData name="Andrés Joaquín" userId="ffbe7a8ed576260a" providerId="LiveId" clId="{1B20888D-1FD4-4BFC-AF26-65391E2DEA60}" dt="2019-02-13T19:38:40.973" v="1268"/>
          <ac:grpSpMkLst>
            <pc:docMk/>
            <pc:sldMk cId="3439446979" sldId="306"/>
            <ac:grpSpMk id="6" creationId="{33347281-944E-4ABC-9317-855A41750532}"/>
          </ac:grpSpMkLst>
        </pc:grpChg>
        <pc:grpChg chg="add del mod">
          <ac:chgData name="Andrés Joaquín" userId="ffbe7a8ed576260a" providerId="LiveId" clId="{1B20888D-1FD4-4BFC-AF26-65391E2DEA60}" dt="2019-02-25T00:47:39.400" v="3716" actId="165"/>
          <ac:grpSpMkLst>
            <pc:docMk/>
            <pc:sldMk cId="3439446979" sldId="306"/>
            <ac:grpSpMk id="20" creationId="{18A542A1-2447-4632-95E6-68535BD9E9E7}"/>
          </ac:grpSpMkLst>
        </pc:grpChg>
        <pc:grpChg chg="mod topLvl">
          <ac:chgData name="Andrés Joaquín" userId="ffbe7a8ed576260a" providerId="LiveId" clId="{1B20888D-1FD4-4BFC-AF26-65391E2DEA60}" dt="2019-02-25T00:47:46.947" v="3718" actId="207"/>
          <ac:grpSpMkLst>
            <pc:docMk/>
            <pc:sldMk cId="3439446979" sldId="306"/>
            <ac:grpSpMk id="25" creationId="{1C5289CF-EE3C-44A2-A2D0-6959B00C0CAF}"/>
          </ac:grpSpMkLst>
        </pc:grpChg>
      </pc:sldChg>
      <pc:sldChg chg="addSp delSp modSp add ord modNotesTx">
        <pc:chgData name="Andrés Joaquín" userId="ffbe7a8ed576260a" providerId="LiveId" clId="{1B20888D-1FD4-4BFC-AF26-65391E2DEA60}" dt="2019-02-25T03:03:41.452" v="4115"/>
        <pc:sldMkLst>
          <pc:docMk/>
          <pc:sldMk cId="1103987793" sldId="307"/>
        </pc:sldMkLst>
        <pc:spChg chg="mod">
          <ac:chgData name="Andrés Joaquín" userId="ffbe7a8ed576260a" providerId="LiveId" clId="{1B20888D-1FD4-4BFC-AF26-65391E2DEA60}" dt="2019-02-13T19:39:09.483" v="1274"/>
          <ac:spMkLst>
            <pc:docMk/>
            <pc:sldMk cId="1103987793" sldId="307"/>
            <ac:spMk id="2" creationId="{00000000-0000-0000-0000-000000000000}"/>
          </ac:spMkLst>
        </pc:spChg>
        <pc:spChg chg="mod">
          <ac:chgData name="Andrés Joaquín" userId="ffbe7a8ed576260a" providerId="LiveId" clId="{1B20888D-1FD4-4BFC-AF26-65391E2DEA60}" dt="2019-02-25T00:40:28.642" v="3695" actId="20577"/>
          <ac:spMkLst>
            <pc:docMk/>
            <pc:sldMk cId="1103987793" sldId="307"/>
            <ac:spMk id="3" creationId="{00000000-0000-0000-0000-000000000000}"/>
          </ac:spMkLst>
        </pc:spChg>
        <pc:spChg chg="add del">
          <ac:chgData name="Andrés Joaquín" userId="ffbe7a8ed576260a" providerId="LiveId" clId="{1B20888D-1FD4-4BFC-AF26-65391E2DEA60}" dt="2019-02-13T19:39:25.684" v="1277"/>
          <ac:spMkLst>
            <pc:docMk/>
            <pc:sldMk cId="1103987793" sldId="307"/>
            <ac:spMk id="4" creationId="{C86C2E91-3821-44D0-B03A-1CE5B363190D}"/>
          </ac:spMkLst>
        </pc:spChg>
        <pc:spChg chg="add del mod">
          <ac:chgData name="Andrés Joaquín" userId="ffbe7a8ed576260a" providerId="LiveId" clId="{1B20888D-1FD4-4BFC-AF26-65391E2DEA60}" dt="2019-02-25T00:40:33.712" v="3696" actId="478"/>
          <ac:spMkLst>
            <pc:docMk/>
            <pc:sldMk cId="1103987793" sldId="307"/>
            <ac:spMk id="5" creationId="{2D56C9B3-72A8-4C50-A1EC-C65B0E691957}"/>
          </ac:spMkLst>
        </pc:spChg>
        <pc:picChg chg="add del mod">
          <ac:chgData name="Andrés Joaquín" userId="ffbe7a8ed576260a" providerId="LiveId" clId="{1B20888D-1FD4-4BFC-AF26-65391E2DEA60}" dt="2019-02-25T00:40:35.842" v="3697" actId="478"/>
          <ac:picMkLst>
            <pc:docMk/>
            <pc:sldMk cId="1103987793" sldId="307"/>
            <ac:picMk id="6" creationId="{64D44F64-1055-4192-8DA7-4513A871B80D}"/>
          </ac:picMkLst>
        </pc:picChg>
        <pc:picChg chg="add mod">
          <ac:chgData name="Andrés Joaquín" userId="ffbe7a8ed576260a" providerId="LiveId" clId="{1B20888D-1FD4-4BFC-AF26-65391E2DEA60}" dt="2019-02-25T01:22:37.489" v="3720" actId="2085"/>
          <ac:picMkLst>
            <pc:docMk/>
            <pc:sldMk cId="1103987793" sldId="307"/>
            <ac:picMk id="7" creationId="{6AC4ADA1-0B59-4BFB-AE6F-73360D93E2CD}"/>
          </ac:picMkLst>
        </pc:picChg>
      </pc:sldChg>
      <pc:sldChg chg="modSp add ord modNotesTx">
        <pc:chgData name="Andrés Joaquín" userId="ffbe7a8ed576260a" providerId="LiveId" clId="{1B20888D-1FD4-4BFC-AF26-65391E2DEA60}" dt="2019-02-25T03:03:58.590" v="4116"/>
        <pc:sldMkLst>
          <pc:docMk/>
          <pc:sldMk cId="2268954234" sldId="308"/>
        </pc:sldMkLst>
        <pc:spChg chg="mod">
          <ac:chgData name="Andrés Joaquín" userId="ffbe7a8ed576260a" providerId="LiveId" clId="{1B20888D-1FD4-4BFC-AF26-65391E2DEA60}" dt="2019-02-13T19:40:38.999" v="1291"/>
          <ac:spMkLst>
            <pc:docMk/>
            <pc:sldMk cId="2268954234" sldId="308"/>
            <ac:spMk id="2" creationId="{00000000-0000-0000-0000-000000000000}"/>
          </ac:spMkLst>
        </pc:spChg>
        <pc:spChg chg="mod">
          <ac:chgData name="Andrés Joaquín" userId="ffbe7a8ed576260a" providerId="LiveId" clId="{1B20888D-1FD4-4BFC-AF26-65391E2DEA60}" dt="2019-02-24T23:28:37.302" v="3472" actId="113"/>
          <ac:spMkLst>
            <pc:docMk/>
            <pc:sldMk cId="2268954234" sldId="308"/>
            <ac:spMk id="3" creationId="{00000000-0000-0000-0000-000000000000}"/>
          </ac:spMkLst>
        </pc:spChg>
      </pc:sldChg>
      <pc:sldChg chg="addSp delSp modSp add modNotesTx">
        <pc:chgData name="Andrés Joaquín" userId="ffbe7a8ed576260a" providerId="LiveId" clId="{1B20888D-1FD4-4BFC-AF26-65391E2DEA60}" dt="2019-02-25T03:13:37.901" v="4240" actId="14100"/>
        <pc:sldMkLst>
          <pc:docMk/>
          <pc:sldMk cId="2361540257" sldId="309"/>
        </pc:sldMkLst>
        <pc:spChg chg="mod">
          <ac:chgData name="Andrés Joaquín" userId="ffbe7a8ed576260a" providerId="LiveId" clId="{1B20888D-1FD4-4BFC-AF26-65391E2DEA60}" dt="2019-02-13T19:41:06.759" v="1294"/>
          <ac:spMkLst>
            <pc:docMk/>
            <pc:sldMk cId="2361540257" sldId="309"/>
            <ac:spMk id="2" creationId="{00000000-0000-0000-0000-000000000000}"/>
          </ac:spMkLst>
        </pc:spChg>
        <pc:spChg chg="del mod">
          <ac:chgData name="Andrés Joaquín" userId="ffbe7a8ed576260a" providerId="LiveId" clId="{1B20888D-1FD4-4BFC-AF26-65391E2DEA60}" dt="2019-02-25T03:12:50.722" v="4210" actId="478"/>
          <ac:spMkLst>
            <pc:docMk/>
            <pc:sldMk cId="2361540257" sldId="309"/>
            <ac:spMk id="3" creationId="{00000000-0000-0000-0000-000000000000}"/>
          </ac:spMkLst>
        </pc:spChg>
        <pc:spChg chg="add mod">
          <ac:chgData name="Andrés Joaquín" userId="ffbe7a8ed576260a" providerId="LiveId" clId="{1B20888D-1FD4-4BFC-AF26-65391E2DEA60}" dt="2019-02-25T03:13:37.901" v="4240" actId="14100"/>
          <ac:spMkLst>
            <pc:docMk/>
            <pc:sldMk cId="2361540257" sldId="309"/>
            <ac:spMk id="4" creationId="{CB5395C4-2FEB-4197-8725-2DAD374385E2}"/>
          </ac:spMkLst>
        </pc:spChg>
        <pc:spChg chg="add del mod">
          <ac:chgData name="Andrés Joaquín" userId="ffbe7a8ed576260a" providerId="LiveId" clId="{1B20888D-1FD4-4BFC-AF26-65391E2DEA60}" dt="2019-02-25T03:12:53.397" v="4211" actId="478"/>
          <ac:spMkLst>
            <pc:docMk/>
            <pc:sldMk cId="2361540257" sldId="309"/>
            <ac:spMk id="7" creationId="{7BA49C61-3CB0-4A12-A2DF-4C85AA307900}"/>
          </ac:spMkLst>
        </pc:spChg>
        <pc:picChg chg="add mod">
          <ac:chgData name="Andrés Joaquín" userId="ffbe7a8ed576260a" providerId="LiveId" clId="{1B20888D-1FD4-4BFC-AF26-65391E2DEA60}" dt="2019-02-25T03:13:01.812" v="4213" actId="1076"/>
          <ac:picMkLst>
            <pc:docMk/>
            <pc:sldMk cId="2361540257" sldId="309"/>
            <ac:picMk id="5" creationId="{5A42D533-A6A4-4A9B-A625-800C4E40A1CE}"/>
          </ac:picMkLst>
        </pc:picChg>
      </pc:sldChg>
      <pc:sldChg chg="addSp delSp modSp add ord modNotesTx">
        <pc:chgData name="Andrés Joaquín" userId="ffbe7a8ed576260a" providerId="LiveId" clId="{1B20888D-1FD4-4BFC-AF26-65391E2DEA60}" dt="2019-02-25T00:39:03.424" v="3650" actId="207"/>
        <pc:sldMkLst>
          <pc:docMk/>
          <pc:sldMk cId="899947103" sldId="311"/>
        </pc:sldMkLst>
        <pc:spChg chg="mod">
          <ac:chgData name="Andrés Joaquín" userId="ffbe7a8ed576260a" providerId="LiveId" clId="{1B20888D-1FD4-4BFC-AF26-65391E2DEA60}" dt="2019-02-24T21:33:22.933" v="2811" actId="2711"/>
          <ac:spMkLst>
            <pc:docMk/>
            <pc:sldMk cId="899947103" sldId="311"/>
            <ac:spMk id="2" creationId="{00000000-0000-0000-0000-000000000000}"/>
          </ac:spMkLst>
        </pc:spChg>
        <pc:spChg chg="add mod">
          <ac:chgData name="Andrés Joaquín" userId="ffbe7a8ed576260a" providerId="LiveId" clId="{1B20888D-1FD4-4BFC-AF26-65391E2DEA60}" dt="2019-02-25T00:38:40.525" v="3647" actId="207"/>
          <ac:spMkLst>
            <pc:docMk/>
            <pc:sldMk cId="899947103" sldId="311"/>
            <ac:spMk id="4" creationId="{BF3A4BB3-FD8E-4A05-A1C0-A41717826241}"/>
          </ac:spMkLst>
        </pc:spChg>
        <pc:spChg chg="add mod">
          <ac:chgData name="Andrés Joaquín" userId="ffbe7a8ed576260a" providerId="LiveId" clId="{1B20888D-1FD4-4BFC-AF26-65391E2DEA60}" dt="2019-02-25T00:38:21.579" v="3645" actId="2085"/>
          <ac:spMkLst>
            <pc:docMk/>
            <pc:sldMk cId="899947103" sldId="311"/>
            <ac:spMk id="5" creationId="{AD96BA33-D853-4C5C-A543-EA87B1211AC0}"/>
          </ac:spMkLst>
        </pc:spChg>
        <pc:spChg chg="add del mod">
          <ac:chgData name="Andrés Joaquín" userId="ffbe7a8ed576260a" providerId="LiveId" clId="{1B20888D-1FD4-4BFC-AF26-65391E2DEA60}" dt="2019-02-24T23:14:22.319" v="3143" actId="478"/>
          <ac:spMkLst>
            <pc:docMk/>
            <pc:sldMk cId="899947103" sldId="311"/>
            <ac:spMk id="6" creationId="{219F2106-2491-409D-81A8-D37514DB5883}"/>
          </ac:spMkLst>
        </pc:spChg>
        <pc:spChg chg="add del mod">
          <ac:chgData name="Andrés Joaquín" userId="ffbe7a8ed576260a" providerId="LiveId" clId="{1B20888D-1FD4-4BFC-AF26-65391E2DEA60}" dt="2019-02-24T23:15:07.468" v="3158" actId="478"/>
          <ac:spMkLst>
            <pc:docMk/>
            <pc:sldMk cId="899947103" sldId="311"/>
            <ac:spMk id="7" creationId="{F494ACF8-8CA5-4B6F-BEB7-141A1F0B0DE1}"/>
          </ac:spMkLst>
        </pc:spChg>
        <pc:spChg chg="add mod">
          <ac:chgData name="Andrés Joaquín" userId="ffbe7a8ed576260a" providerId="LiveId" clId="{1B20888D-1FD4-4BFC-AF26-65391E2DEA60}" dt="2019-02-25T00:38:21.579" v="3645" actId="2085"/>
          <ac:spMkLst>
            <pc:docMk/>
            <pc:sldMk cId="899947103" sldId="311"/>
            <ac:spMk id="8" creationId="{91A70DAE-C870-42FD-9584-8B54351703DB}"/>
          </ac:spMkLst>
        </pc:spChg>
        <pc:spChg chg="add mod">
          <ac:chgData name="Andrés Joaquín" userId="ffbe7a8ed576260a" providerId="LiveId" clId="{1B20888D-1FD4-4BFC-AF26-65391E2DEA60}" dt="2019-02-25T00:38:21.579" v="3645" actId="2085"/>
          <ac:spMkLst>
            <pc:docMk/>
            <pc:sldMk cId="899947103" sldId="311"/>
            <ac:spMk id="9" creationId="{086AA443-6745-49BD-AFA2-93DD5F50799D}"/>
          </ac:spMkLst>
        </pc:spChg>
        <pc:spChg chg="add mod">
          <ac:chgData name="Andrés Joaquín" userId="ffbe7a8ed576260a" providerId="LiveId" clId="{1B20888D-1FD4-4BFC-AF26-65391E2DEA60}" dt="2019-02-25T00:38:21.579" v="3645" actId="2085"/>
          <ac:spMkLst>
            <pc:docMk/>
            <pc:sldMk cId="899947103" sldId="311"/>
            <ac:spMk id="10" creationId="{590ACC4A-169D-4875-85E6-7660EC910B55}"/>
          </ac:spMkLst>
        </pc:spChg>
        <pc:spChg chg="add mod">
          <ac:chgData name="Andrés Joaquín" userId="ffbe7a8ed576260a" providerId="LiveId" clId="{1B20888D-1FD4-4BFC-AF26-65391E2DEA60}" dt="2019-02-25T00:38:21.579" v="3645" actId="2085"/>
          <ac:spMkLst>
            <pc:docMk/>
            <pc:sldMk cId="899947103" sldId="311"/>
            <ac:spMk id="11" creationId="{B79EF9CB-029B-49B8-99E5-B4C812EB10BA}"/>
          </ac:spMkLst>
        </pc:spChg>
        <pc:spChg chg="add mod">
          <ac:chgData name="Andrés Joaquín" userId="ffbe7a8ed576260a" providerId="LiveId" clId="{1B20888D-1FD4-4BFC-AF26-65391E2DEA60}" dt="2019-02-25T00:38:21.579" v="3645" actId="2085"/>
          <ac:spMkLst>
            <pc:docMk/>
            <pc:sldMk cId="899947103" sldId="311"/>
            <ac:spMk id="12" creationId="{C52CF75F-23BE-4683-8903-ABBCF096A05A}"/>
          </ac:spMkLst>
        </pc:spChg>
        <pc:spChg chg="add mod">
          <ac:chgData name="Andrés Joaquín" userId="ffbe7a8ed576260a" providerId="LiveId" clId="{1B20888D-1FD4-4BFC-AF26-65391E2DEA60}" dt="2019-02-25T00:38:21.579" v="3645" actId="2085"/>
          <ac:spMkLst>
            <pc:docMk/>
            <pc:sldMk cId="899947103" sldId="311"/>
            <ac:spMk id="13" creationId="{B95865AA-9A08-48C7-A4F1-418A6F29092F}"/>
          </ac:spMkLst>
        </pc:spChg>
        <pc:spChg chg="add del mod">
          <ac:chgData name="Andrés Joaquín" userId="ffbe7a8ed576260a" providerId="LiveId" clId="{1B20888D-1FD4-4BFC-AF26-65391E2DEA60}" dt="2019-02-25T00:38:21.579" v="3645" actId="2085"/>
          <ac:spMkLst>
            <pc:docMk/>
            <pc:sldMk cId="899947103" sldId="311"/>
            <ac:spMk id="14" creationId="{D9368DE6-AB96-43B3-A43A-956B1CDEF8CE}"/>
          </ac:spMkLst>
        </pc:spChg>
        <pc:spChg chg="add del">
          <ac:chgData name="Andrés Joaquín" userId="ffbe7a8ed576260a" providerId="LiveId" clId="{1B20888D-1FD4-4BFC-AF26-65391E2DEA60}" dt="2019-02-24T23:20:25.612" v="3277"/>
          <ac:spMkLst>
            <pc:docMk/>
            <pc:sldMk cId="899947103" sldId="311"/>
            <ac:spMk id="15" creationId="{F4E871F8-D19D-4A28-BD65-E2D347E130BE}"/>
          </ac:spMkLst>
        </pc:spChg>
        <pc:spChg chg="add del mod">
          <ac:chgData name="Andrés Joaquín" userId="ffbe7a8ed576260a" providerId="LiveId" clId="{1B20888D-1FD4-4BFC-AF26-65391E2DEA60}" dt="2019-02-25T00:38:55.906" v="3648" actId="207"/>
          <ac:spMkLst>
            <pc:docMk/>
            <pc:sldMk cId="899947103" sldId="311"/>
            <ac:spMk id="16" creationId="{CB8D42C8-85E4-45F9-A6F2-7315A4F3142F}"/>
          </ac:spMkLst>
        </pc:spChg>
        <pc:spChg chg="add mod">
          <ac:chgData name="Andrés Joaquín" userId="ffbe7a8ed576260a" providerId="LiveId" clId="{1B20888D-1FD4-4BFC-AF26-65391E2DEA60}" dt="2019-02-25T00:38:59.709" v="3649" actId="207"/>
          <ac:spMkLst>
            <pc:docMk/>
            <pc:sldMk cId="899947103" sldId="311"/>
            <ac:spMk id="17" creationId="{368978B6-2557-4AF2-B116-C0FC2DBE93A2}"/>
          </ac:spMkLst>
        </pc:spChg>
        <pc:spChg chg="add del mod">
          <ac:chgData name="Andrés Joaquín" userId="ffbe7a8ed576260a" providerId="LiveId" clId="{1B20888D-1FD4-4BFC-AF26-65391E2DEA60}" dt="2019-02-24T23:20:56.732" v="3335" actId="478"/>
          <ac:spMkLst>
            <pc:docMk/>
            <pc:sldMk cId="899947103" sldId="311"/>
            <ac:spMk id="18" creationId="{0D69068C-8774-4AFB-B906-2102E317CD5F}"/>
          </ac:spMkLst>
        </pc:spChg>
        <pc:spChg chg="add del mod">
          <ac:chgData name="Andrés Joaquín" userId="ffbe7a8ed576260a" providerId="LiveId" clId="{1B20888D-1FD4-4BFC-AF26-65391E2DEA60}" dt="2019-02-24T23:20:57.593" v="3336" actId="478"/>
          <ac:spMkLst>
            <pc:docMk/>
            <pc:sldMk cId="899947103" sldId="311"/>
            <ac:spMk id="19" creationId="{6A77463D-8DE3-4592-885F-859A46E1E327}"/>
          </ac:spMkLst>
        </pc:spChg>
        <pc:spChg chg="add del mod">
          <ac:chgData name="Andrés Joaquín" userId="ffbe7a8ed576260a" providerId="LiveId" clId="{1B20888D-1FD4-4BFC-AF26-65391E2DEA60}" dt="2019-02-24T23:20:58.172" v="3337" actId="478"/>
          <ac:spMkLst>
            <pc:docMk/>
            <pc:sldMk cId="899947103" sldId="311"/>
            <ac:spMk id="20" creationId="{ED3A173C-4F9C-4AF0-8AF9-35E7033946F1}"/>
          </ac:spMkLst>
        </pc:spChg>
        <pc:spChg chg="add del mod">
          <ac:chgData name="Andrés Joaquín" userId="ffbe7a8ed576260a" providerId="LiveId" clId="{1B20888D-1FD4-4BFC-AF26-65391E2DEA60}" dt="2019-02-24T23:20:48.282" v="3329" actId="478"/>
          <ac:spMkLst>
            <pc:docMk/>
            <pc:sldMk cId="899947103" sldId="311"/>
            <ac:spMk id="21" creationId="{91D15B8D-B902-438A-82BA-E66E098967D7}"/>
          </ac:spMkLst>
        </pc:spChg>
        <pc:spChg chg="add del mod">
          <ac:chgData name="Andrés Joaquín" userId="ffbe7a8ed576260a" providerId="LiveId" clId="{1B20888D-1FD4-4BFC-AF26-65391E2DEA60}" dt="2019-02-24T23:20:53.832" v="3332" actId="478"/>
          <ac:spMkLst>
            <pc:docMk/>
            <pc:sldMk cId="899947103" sldId="311"/>
            <ac:spMk id="22" creationId="{0D8027BA-B680-49FF-9F9A-AE146C041FB3}"/>
          </ac:spMkLst>
        </pc:spChg>
        <pc:spChg chg="add del mod">
          <ac:chgData name="Andrés Joaquín" userId="ffbe7a8ed576260a" providerId="LiveId" clId="{1B20888D-1FD4-4BFC-AF26-65391E2DEA60}" dt="2019-02-24T23:20:54.581" v="3333" actId="478"/>
          <ac:spMkLst>
            <pc:docMk/>
            <pc:sldMk cId="899947103" sldId="311"/>
            <ac:spMk id="23" creationId="{1F6B75DD-F709-4535-B307-0DC90D1692B2}"/>
          </ac:spMkLst>
        </pc:spChg>
        <pc:spChg chg="add del mod">
          <ac:chgData name="Andrés Joaquín" userId="ffbe7a8ed576260a" providerId="LiveId" clId="{1B20888D-1FD4-4BFC-AF26-65391E2DEA60}" dt="2019-02-24T23:20:55.052" v="3334" actId="478"/>
          <ac:spMkLst>
            <pc:docMk/>
            <pc:sldMk cId="899947103" sldId="311"/>
            <ac:spMk id="24" creationId="{D6493CBB-92A9-4666-899F-35B93F8F214F}"/>
          </ac:spMkLst>
        </pc:spChg>
        <pc:spChg chg="add mod">
          <ac:chgData name="Andrés Joaquín" userId="ffbe7a8ed576260a" providerId="LiveId" clId="{1B20888D-1FD4-4BFC-AF26-65391E2DEA60}" dt="2019-02-25T00:39:03.424" v="3650" actId="207"/>
          <ac:spMkLst>
            <pc:docMk/>
            <pc:sldMk cId="899947103" sldId="311"/>
            <ac:spMk id="25" creationId="{5E271F0F-63D5-4971-8715-032B50E90C64}"/>
          </ac:spMkLst>
        </pc:spChg>
        <pc:picChg chg="del mod">
          <ac:chgData name="Andrés Joaquín" userId="ffbe7a8ed576260a" providerId="LiveId" clId="{1B20888D-1FD4-4BFC-AF26-65391E2DEA60}" dt="2019-02-24T23:21:39.900" v="3382" actId="478"/>
          <ac:picMkLst>
            <pc:docMk/>
            <pc:sldMk cId="899947103" sldId="311"/>
            <ac:picMk id="3" creationId="{75978353-069F-41FE-822D-73728B6434BF}"/>
          </ac:picMkLst>
        </pc:picChg>
      </pc:sldChg>
      <pc:sldChg chg="addSp delSp modSp add ord">
        <pc:chgData name="Andrés Joaquín" userId="ffbe7a8ed576260a" providerId="LiveId" clId="{1B20888D-1FD4-4BFC-AF26-65391E2DEA60}" dt="2019-02-24T21:31:59.394" v="2793" actId="2711"/>
        <pc:sldMkLst>
          <pc:docMk/>
          <pc:sldMk cId="158486521" sldId="312"/>
        </pc:sldMkLst>
        <pc:spChg chg="del">
          <ac:chgData name="Andrés Joaquín" userId="ffbe7a8ed576260a" providerId="LiveId" clId="{1B20888D-1FD4-4BFC-AF26-65391E2DEA60}" dt="2019-02-13T23:06:39.385" v="2569"/>
          <ac:spMkLst>
            <pc:docMk/>
            <pc:sldMk cId="158486521" sldId="312"/>
            <ac:spMk id="2" creationId="{D0A5B82A-49C8-45AB-94DF-07AEBE3251F7}"/>
          </ac:spMkLst>
        </pc:spChg>
        <pc:spChg chg="del">
          <ac:chgData name="Andrés Joaquín" userId="ffbe7a8ed576260a" providerId="LiveId" clId="{1B20888D-1FD4-4BFC-AF26-65391E2DEA60}" dt="2019-02-13T23:06:39.385" v="2569"/>
          <ac:spMkLst>
            <pc:docMk/>
            <pc:sldMk cId="158486521" sldId="312"/>
            <ac:spMk id="3" creationId="{896DFC66-C5D0-4B5E-9DA5-27ADC95289CF}"/>
          </ac:spMkLst>
        </pc:spChg>
        <pc:spChg chg="add mod">
          <ac:chgData name="Andrés Joaquín" userId="ffbe7a8ed576260a" providerId="LiveId" clId="{1B20888D-1FD4-4BFC-AF26-65391E2DEA60}" dt="2019-02-24T21:31:46.791" v="2790" actId="2711"/>
          <ac:spMkLst>
            <pc:docMk/>
            <pc:sldMk cId="158486521" sldId="312"/>
            <ac:spMk id="4" creationId="{E170B5A6-B4BD-4EDD-82FF-3C83B7E6B746}"/>
          </ac:spMkLst>
        </pc:spChg>
        <pc:spChg chg="add mod">
          <ac:chgData name="Andrés Joaquín" userId="ffbe7a8ed576260a" providerId="LiveId" clId="{1B20888D-1FD4-4BFC-AF26-65391E2DEA60}" dt="2019-02-24T21:31:51.023" v="2791" actId="2711"/>
          <ac:spMkLst>
            <pc:docMk/>
            <pc:sldMk cId="158486521" sldId="312"/>
            <ac:spMk id="5" creationId="{3D1F2EB1-A746-44CB-998A-5477BF67054D}"/>
          </ac:spMkLst>
        </pc:spChg>
        <pc:spChg chg="add del mod">
          <ac:chgData name="Andrés Joaquín" userId="ffbe7a8ed576260a" providerId="LiveId" clId="{1B20888D-1FD4-4BFC-AF26-65391E2DEA60}" dt="2019-02-13T23:10:45.175" v="2682"/>
          <ac:spMkLst>
            <pc:docMk/>
            <pc:sldMk cId="158486521" sldId="312"/>
            <ac:spMk id="6" creationId="{4F7DC892-3115-4067-AA3A-27F003CC2328}"/>
          </ac:spMkLst>
        </pc:spChg>
        <pc:spChg chg="add del mod">
          <ac:chgData name="Andrés Joaquín" userId="ffbe7a8ed576260a" providerId="LiveId" clId="{1B20888D-1FD4-4BFC-AF26-65391E2DEA60}" dt="2019-02-13T23:10:45.175" v="2682"/>
          <ac:spMkLst>
            <pc:docMk/>
            <pc:sldMk cId="158486521" sldId="312"/>
            <ac:spMk id="7" creationId="{09ADEA8D-E8E8-43FB-837C-0D671DF9D84A}"/>
          </ac:spMkLst>
        </pc:spChg>
        <pc:spChg chg="add mod">
          <ac:chgData name="Andrés Joaquín" userId="ffbe7a8ed576260a" providerId="LiveId" clId="{1B20888D-1FD4-4BFC-AF26-65391E2DEA60}" dt="2019-02-24T21:31:55.095" v="2792" actId="2711"/>
          <ac:spMkLst>
            <pc:docMk/>
            <pc:sldMk cId="158486521" sldId="312"/>
            <ac:spMk id="8" creationId="{AE215CD9-136B-44A6-A119-151BE1701D15}"/>
          </ac:spMkLst>
        </pc:spChg>
        <pc:spChg chg="add mod">
          <ac:chgData name="Andrés Joaquín" userId="ffbe7a8ed576260a" providerId="LiveId" clId="{1B20888D-1FD4-4BFC-AF26-65391E2DEA60}" dt="2019-02-24T21:31:59.394" v="2793" actId="2711"/>
          <ac:spMkLst>
            <pc:docMk/>
            <pc:sldMk cId="158486521" sldId="312"/>
            <ac:spMk id="9" creationId="{0C0AE894-0E78-493D-B11D-1557FA351BC7}"/>
          </ac:spMkLst>
        </pc:spChg>
      </pc:sldChg>
      <pc:sldChg chg="addSp modSp add">
        <pc:chgData name="Andrés Joaquín" userId="ffbe7a8ed576260a" providerId="LiveId" clId="{1B20888D-1FD4-4BFC-AF26-65391E2DEA60}" dt="2019-02-25T03:02:49.724" v="4114" actId="1076"/>
        <pc:sldMkLst>
          <pc:docMk/>
          <pc:sldMk cId="505532145" sldId="313"/>
        </pc:sldMkLst>
        <pc:spChg chg="mod">
          <ac:chgData name="Andrés Joaquín" userId="ffbe7a8ed576260a" providerId="LiveId" clId="{1B20888D-1FD4-4BFC-AF26-65391E2DEA60}" dt="2019-02-25T01:41:39.308" v="3826" actId="20577"/>
          <ac:spMkLst>
            <pc:docMk/>
            <pc:sldMk cId="505532145" sldId="313"/>
            <ac:spMk id="2" creationId="{00000000-0000-0000-0000-000000000000}"/>
          </ac:spMkLst>
        </pc:spChg>
        <pc:spChg chg="mod">
          <ac:chgData name="Andrés Joaquín" userId="ffbe7a8ed576260a" providerId="LiveId" clId="{1B20888D-1FD4-4BFC-AF26-65391E2DEA60}" dt="2019-02-25T01:47:26.064" v="4110" actId="790"/>
          <ac:spMkLst>
            <pc:docMk/>
            <pc:sldMk cId="505532145" sldId="313"/>
            <ac:spMk id="3" creationId="{00000000-0000-0000-0000-000000000000}"/>
          </ac:spMkLst>
        </pc:spChg>
        <pc:picChg chg="add mod">
          <ac:chgData name="Andrés Joaquín" userId="ffbe7a8ed576260a" providerId="LiveId" clId="{1B20888D-1FD4-4BFC-AF26-65391E2DEA60}" dt="2019-02-25T03:02:49.724" v="4114" actId="1076"/>
          <ac:picMkLst>
            <pc:docMk/>
            <pc:sldMk cId="505532145" sldId="313"/>
            <ac:picMk id="4" creationId="{0739B164-B3A8-4924-AFE5-122A26839648}"/>
          </ac:picMkLst>
        </pc:picChg>
      </pc:sldChg>
      <pc:sldMasterChg chg="addSp delSp modSp addSldLayout delSldLayout modSldLayout">
        <pc:chgData name="Andrés Joaquín" userId="ffbe7a8ed576260a" providerId="LiveId" clId="{1B20888D-1FD4-4BFC-AF26-65391E2DEA60}" dt="2019-02-24T21:34:19.679" v="2824" actId="2711"/>
        <pc:sldMasterMkLst>
          <pc:docMk/>
          <pc:sldMasterMk cId="0" sldId="2147483660"/>
        </pc:sldMasterMkLst>
        <pc:spChg chg="del">
          <ac:chgData name="Andrés Joaquín" userId="ffbe7a8ed576260a" providerId="LiveId" clId="{1B20888D-1FD4-4BFC-AF26-65391E2DEA60}" dt="2019-02-13T18:40:51.204" v="204" actId="478"/>
          <ac:spMkLst>
            <pc:docMk/>
            <pc:sldMasterMk cId="0" sldId="2147483660"/>
            <ac:spMk id="6" creationId="{3B59D9B4-A3A5-44C9-99C4-3C066FCEAFB6}"/>
          </ac:spMkLst>
        </pc:spChg>
        <pc:spChg chg="add del mod">
          <ac:chgData name="Andrés Joaquín" userId="ffbe7a8ed576260a" providerId="LiveId" clId="{1B20888D-1FD4-4BFC-AF26-65391E2DEA60}" dt="2019-02-13T22:27:03.561" v="2370" actId="478"/>
          <ac:spMkLst>
            <pc:docMk/>
            <pc:sldMasterMk cId="0" sldId="2147483660"/>
            <ac:spMk id="11" creationId="{58AC6C4C-956D-4699-9AB4-39B3BAC48C39}"/>
          </ac:spMkLst>
        </pc:spChg>
        <pc:spChg chg="mod">
          <ac:chgData name="Andrés Joaquín" userId="ffbe7a8ed576260a" providerId="LiveId" clId="{1B20888D-1FD4-4BFC-AF26-65391E2DEA60}" dt="2019-02-24T21:33:38.218" v="2813" actId="2711"/>
          <ac:spMkLst>
            <pc:docMk/>
            <pc:sldMasterMk cId="0" sldId="2147483660"/>
            <ac:spMk id="1029" creationId="{00000000-0000-0000-0000-000000000000}"/>
          </ac:spMkLst>
        </pc:spChg>
        <pc:spChg chg="mod">
          <ac:chgData name="Andrés Joaquín" userId="ffbe7a8ed576260a" providerId="LiveId" clId="{1B20888D-1FD4-4BFC-AF26-65391E2DEA60}" dt="2019-02-24T21:33:41.986" v="2814" actId="2711"/>
          <ac:spMkLst>
            <pc:docMk/>
            <pc:sldMasterMk cId="0" sldId="2147483660"/>
            <ac:spMk id="1030" creationId="{00000000-0000-0000-0000-000000000000}"/>
          </ac:spMkLst>
        </pc:spChg>
        <pc:picChg chg="del mod">
          <ac:chgData name="Andrés Joaquín" userId="ffbe7a8ed576260a" providerId="LiveId" clId="{1B20888D-1FD4-4BFC-AF26-65391E2DEA60}" dt="2019-02-13T18:41:10.069" v="205" actId="478"/>
          <ac:picMkLst>
            <pc:docMk/>
            <pc:sldMasterMk cId="0" sldId="2147483660"/>
            <ac:picMk id="9" creationId="{660D58DA-3A5D-4975-B81F-50EB0B94A485}"/>
          </ac:picMkLst>
        </pc:picChg>
        <pc:picChg chg="add del mod">
          <ac:chgData name="Andrés Joaquín" userId="ffbe7a8ed576260a" providerId="LiveId" clId="{1B20888D-1FD4-4BFC-AF26-65391E2DEA60}" dt="2019-02-13T22:27:04.874" v="2371" actId="478"/>
          <ac:picMkLst>
            <pc:docMk/>
            <pc:sldMasterMk cId="0" sldId="2147483660"/>
            <ac:picMk id="10" creationId="{82752CC6-EDFC-4228-8965-679F7D061E01}"/>
          </ac:picMkLst>
        </pc:picChg>
        <pc:sldLayoutChg chg="addSp delSp modSp">
          <pc:chgData name="Andrés Joaquín" userId="ffbe7a8ed576260a" providerId="LiveId" clId="{1B20888D-1FD4-4BFC-AF26-65391E2DEA60}" dt="2019-02-24T21:34:19.679" v="2824" actId="2711"/>
          <pc:sldLayoutMkLst>
            <pc:docMk/>
            <pc:sldMasterMk cId="0" sldId="2147483660"/>
            <pc:sldLayoutMk cId="0" sldId="2147483661"/>
          </pc:sldLayoutMkLst>
          <pc:spChg chg="add del">
            <ac:chgData name="Andrés Joaquín" userId="ffbe7a8ed576260a" providerId="LiveId" clId="{1B20888D-1FD4-4BFC-AF26-65391E2DEA60}" dt="2019-02-13T23:07:39.320" v="2622" actId="11529"/>
            <ac:spMkLst>
              <pc:docMk/>
              <pc:sldMasterMk cId="0" sldId="2147483660"/>
              <pc:sldLayoutMk cId="0" sldId="2147483661"/>
              <ac:spMk id="2" creationId="{43099F0B-339C-4253-8B97-02F801A21783}"/>
            </ac:spMkLst>
          </pc:spChg>
          <pc:spChg chg="add mod">
            <ac:chgData name="Andrés Joaquín" userId="ffbe7a8ed576260a" providerId="LiveId" clId="{1B20888D-1FD4-4BFC-AF26-65391E2DEA60}" dt="2019-02-24T21:34:12.378" v="2822" actId="2711"/>
            <ac:spMkLst>
              <pc:docMk/>
              <pc:sldMasterMk cId="0" sldId="2147483660"/>
              <pc:sldLayoutMk cId="0" sldId="2147483661"/>
              <ac:spMk id="3" creationId="{DA92365E-3723-4AAA-9C8D-C48E08B07D2F}"/>
            </ac:spMkLst>
          </pc:spChg>
          <pc:spChg chg="add del">
            <ac:chgData name="Andrés Joaquín" userId="ffbe7a8ed576260a" providerId="LiveId" clId="{1B20888D-1FD4-4BFC-AF26-65391E2DEA60}" dt="2019-02-13T23:08:29.843" v="2635" actId="11529"/>
            <ac:spMkLst>
              <pc:docMk/>
              <pc:sldMasterMk cId="0" sldId="2147483660"/>
              <pc:sldLayoutMk cId="0" sldId="2147483661"/>
              <ac:spMk id="4" creationId="{91B69343-C664-4C9D-9880-1170DE6ADCDA}"/>
            </ac:spMkLst>
          </pc:spChg>
          <pc:spChg chg="mod">
            <ac:chgData name="Andrés Joaquín" userId="ffbe7a8ed576260a" providerId="LiveId" clId="{1B20888D-1FD4-4BFC-AF26-65391E2DEA60}" dt="2019-02-13T23:12:10.532" v="2728" actId="404"/>
            <ac:spMkLst>
              <pc:docMk/>
              <pc:sldMasterMk cId="0" sldId="2147483660"/>
              <pc:sldLayoutMk cId="0" sldId="2147483661"/>
              <ac:spMk id="5" creationId="{00000000-0000-0000-0000-000000000000}"/>
            </ac:spMkLst>
          </pc:spChg>
          <pc:spChg chg="mod">
            <ac:chgData name="Andrés Joaquín" userId="ffbe7a8ed576260a" providerId="LiveId" clId="{1B20888D-1FD4-4BFC-AF26-65391E2DEA60}" dt="2019-02-24T21:34:19.679" v="2824" actId="2711"/>
            <ac:spMkLst>
              <pc:docMk/>
              <pc:sldMasterMk cId="0" sldId="2147483660"/>
              <pc:sldLayoutMk cId="0" sldId="2147483661"/>
              <ac:spMk id="7" creationId="{8F58D2F9-02DC-478E-932D-524432B62473}"/>
            </ac:spMkLst>
          </pc:spChg>
          <pc:spChg chg="add del mod">
            <ac:chgData name="Andrés Joaquín" userId="ffbe7a8ed576260a" providerId="LiveId" clId="{1B20888D-1FD4-4BFC-AF26-65391E2DEA60}" dt="2019-02-13T23:07:27.068" v="2621" actId="478"/>
            <ac:spMkLst>
              <pc:docMk/>
              <pc:sldMasterMk cId="0" sldId="2147483660"/>
              <pc:sldLayoutMk cId="0" sldId="2147483661"/>
              <ac:spMk id="8" creationId="{33FCFA81-15ED-4106-87BF-D09937D3F80A}"/>
            </ac:spMkLst>
          </pc:spChg>
          <pc:spChg chg="add del mod">
            <ac:chgData name="Andrés Joaquín" userId="ffbe7a8ed576260a" providerId="LiveId" clId="{1B20888D-1FD4-4BFC-AF26-65391E2DEA60}" dt="2019-02-13T23:08:47.194" v="2676" actId="478"/>
            <ac:spMkLst>
              <pc:docMk/>
              <pc:sldMasterMk cId="0" sldId="2147483660"/>
              <pc:sldLayoutMk cId="0" sldId="2147483661"/>
              <ac:spMk id="9" creationId="{173D029F-DAAF-4323-AE8F-4D4FB12CB4E1}"/>
            </ac:spMkLst>
          </pc:spChg>
          <pc:spChg chg="add mod">
            <ac:chgData name="Andrés Joaquín" userId="ffbe7a8ed576260a" providerId="LiveId" clId="{1B20888D-1FD4-4BFC-AF26-65391E2DEA60}" dt="2019-02-24T21:34:15.698" v="2823" actId="2711"/>
            <ac:spMkLst>
              <pc:docMk/>
              <pc:sldMasterMk cId="0" sldId="2147483660"/>
              <pc:sldLayoutMk cId="0" sldId="2147483661"/>
              <ac:spMk id="10" creationId="{54A79634-B49A-4380-96BF-533A430C04C2}"/>
            </ac:spMkLst>
          </pc:spChg>
          <pc:spChg chg="mod">
            <ac:chgData name="Andrés Joaquín" userId="ffbe7a8ed576260a" providerId="LiveId" clId="{1B20888D-1FD4-4BFC-AF26-65391E2DEA60}" dt="2019-02-24T21:34:06.257" v="2820" actId="2711"/>
            <ac:spMkLst>
              <pc:docMk/>
              <pc:sldMasterMk cId="0" sldId="2147483660"/>
              <pc:sldLayoutMk cId="0" sldId="2147483661"/>
              <ac:spMk id="726019" creationId="{00000000-0000-0000-0000-000000000000}"/>
            </ac:spMkLst>
          </pc:spChg>
          <pc:spChg chg="mod">
            <ac:chgData name="Andrés Joaquín" userId="ffbe7a8ed576260a" providerId="LiveId" clId="{1B20888D-1FD4-4BFC-AF26-65391E2DEA60}" dt="2019-02-24T21:34:09.208" v="2821" actId="2711"/>
            <ac:spMkLst>
              <pc:docMk/>
              <pc:sldMasterMk cId="0" sldId="2147483660"/>
              <pc:sldLayoutMk cId="0" sldId="2147483661"/>
              <ac:spMk id="726020" creationId="{00000000-0000-0000-0000-000000000000}"/>
            </ac:spMkLst>
          </pc:spChg>
        </pc:sldLayoutChg>
        <pc:sldLayoutChg chg="modSp">
          <pc:chgData name="Andrés Joaquín" userId="ffbe7a8ed576260a" providerId="LiveId" clId="{1B20888D-1FD4-4BFC-AF26-65391E2DEA60}" dt="2019-02-24T21:33:33.901" v="2812" actId="2711"/>
          <pc:sldLayoutMkLst>
            <pc:docMk/>
            <pc:sldMasterMk cId="0" sldId="2147483660"/>
            <pc:sldLayoutMk cId="0" sldId="2147483666"/>
          </pc:sldLayoutMkLst>
          <pc:spChg chg="mod">
            <ac:chgData name="Andrés Joaquín" userId="ffbe7a8ed576260a" providerId="LiveId" clId="{1B20888D-1FD4-4BFC-AF26-65391E2DEA60}" dt="2019-02-24T21:33:33.901" v="2812" actId="2711"/>
            <ac:spMkLst>
              <pc:docMk/>
              <pc:sldMasterMk cId="0" sldId="2147483660"/>
              <pc:sldLayoutMk cId="0" sldId="2147483666"/>
              <ac:spMk id="2" creationId="{00000000-0000-0000-0000-000000000000}"/>
            </ac:spMkLst>
          </pc:spChg>
        </pc:sldLayoutChg>
        <pc:sldLayoutChg chg="addSp delSp modSp setBg">
          <pc:chgData name="Andrés Joaquín" userId="ffbe7a8ed576260a" providerId="LiveId" clId="{1B20888D-1FD4-4BFC-AF26-65391E2DEA60}" dt="2019-02-24T21:34:01.944" v="2819" actId="403"/>
          <pc:sldLayoutMkLst>
            <pc:docMk/>
            <pc:sldMasterMk cId="0" sldId="2147483660"/>
            <pc:sldLayoutMk cId="2768068720" sldId="2147483674"/>
          </pc:sldLayoutMkLst>
          <pc:spChg chg="mod">
            <ac:chgData name="Andrés Joaquín" userId="ffbe7a8ed576260a" providerId="LiveId" clId="{1B20888D-1FD4-4BFC-AF26-65391E2DEA60}" dt="2019-02-13T18:43:22.097" v="212" actId="207"/>
            <ac:spMkLst>
              <pc:docMk/>
              <pc:sldMasterMk cId="0" sldId="2147483660"/>
              <pc:sldLayoutMk cId="2768068720" sldId="2147483674"/>
              <ac:spMk id="9" creationId="{00000000-0000-0000-0000-000000000000}"/>
            </ac:spMkLst>
          </pc:spChg>
          <pc:spChg chg="mod">
            <ac:chgData name="Andrés Joaquín" userId="ffbe7a8ed576260a" providerId="LiveId" clId="{1B20888D-1FD4-4BFC-AF26-65391E2DEA60}" dt="2019-02-24T21:34:01.944" v="2819" actId="403"/>
            <ac:spMkLst>
              <pc:docMk/>
              <pc:sldMasterMk cId="0" sldId="2147483660"/>
              <pc:sldLayoutMk cId="2768068720" sldId="2147483674"/>
              <ac:spMk id="11" creationId="{00000000-0000-0000-0000-000000000000}"/>
            </ac:spMkLst>
          </pc:spChg>
          <pc:spChg chg="mod">
            <ac:chgData name="Andrés Joaquín" userId="ffbe7a8ed576260a" providerId="LiveId" clId="{1B20888D-1FD4-4BFC-AF26-65391E2DEA60}" dt="2019-02-24T21:33:57.231" v="2817" actId="404"/>
            <ac:spMkLst>
              <pc:docMk/>
              <pc:sldMasterMk cId="0" sldId="2147483660"/>
              <pc:sldLayoutMk cId="2768068720" sldId="2147483674"/>
              <ac:spMk id="12" creationId="{00000000-0000-0000-0000-000000000000}"/>
            </ac:spMkLst>
          </pc:spChg>
          <pc:spChg chg="del">
            <ac:chgData name="Andrés Joaquín" userId="ffbe7a8ed576260a" providerId="LiveId" clId="{1B20888D-1FD4-4BFC-AF26-65391E2DEA60}" dt="2019-02-13T18:34:17.720" v="163" actId="478"/>
            <ac:spMkLst>
              <pc:docMk/>
              <pc:sldMasterMk cId="0" sldId="2147483660"/>
              <pc:sldLayoutMk cId="2768068720" sldId="2147483674"/>
              <ac:spMk id="13" creationId="{00000000-0000-0000-0000-000000000000}"/>
            </ac:spMkLst>
          </pc:spChg>
          <pc:picChg chg="del">
            <ac:chgData name="Andrés Joaquín" userId="ffbe7a8ed576260a" providerId="LiveId" clId="{1B20888D-1FD4-4BFC-AF26-65391E2DEA60}" dt="2019-02-13T18:26:55.137" v="73" actId="478"/>
            <ac:picMkLst>
              <pc:docMk/>
              <pc:sldMasterMk cId="0" sldId="2147483660"/>
              <pc:sldLayoutMk cId="2768068720" sldId="2147483674"/>
              <ac:picMk id="2" creationId="{00000000-0000-0000-0000-000000000000}"/>
            </ac:picMkLst>
          </pc:picChg>
          <pc:picChg chg="add mod">
            <ac:chgData name="Andrés Joaquín" userId="ffbe7a8ed576260a" providerId="LiveId" clId="{1B20888D-1FD4-4BFC-AF26-65391E2DEA60}" dt="2019-02-13T18:32:29.824" v="128" actId="14100"/>
            <ac:picMkLst>
              <pc:docMk/>
              <pc:sldMasterMk cId="0" sldId="2147483660"/>
              <pc:sldLayoutMk cId="2768068720" sldId="2147483674"/>
              <ac:picMk id="8" creationId="{76F00DCE-9F1D-4DA2-B51E-CE59077E8BA6}"/>
            </ac:picMkLst>
          </pc:picChg>
          <pc:picChg chg="del">
            <ac:chgData name="Andrés Joaquín" userId="ffbe7a8ed576260a" providerId="LiveId" clId="{1B20888D-1FD4-4BFC-AF26-65391E2DEA60}" dt="2019-02-13T18:26:40.116" v="72" actId="478"/>
            <ac:picMkLst>
              <pc:docMk/>
              <pc:sldMasterMk cId="0" sldId="2147483660"/>
              <pc:sldLayoutMk cId="2768068720" sldId="2147483674"/>
              <ac:picMk id="14" creationId="{00000000-0000-0000-0000-000000000000}"/>
            </ac:picMkLst>
          </pc:picChg>
        </pc:sldLayoutChg>
      </pc:sldMasterChg>
    </pc:docChg>
  </pc:docChgLst>
  <pc:docChgLst>
    <pc:chgData name="Andrés Joaquín" userId="ffbe7a8ed576260a" providerId="LiveId" clId="{B658ABAC-AB3F-4395-880B-B5AF6B8CE368}"/>
    <pc:docChg chg="undo custSel addSld delSld modSld sldOrd">
      <pc:chgData name="Andrés Joaquín" userId="ffbe7a8ed576260a" providerId="LiveId" clId="{B658ABAC-AB3F-4395-880B-B5AF6B8CE368}" dt="2020-04-06T21:24:52.214" v="1034" actId="403"/>
      <pc:docMkLst>
        <pc:docMk/>
      </pc:docMkLst>
      <pc:sldChg chg="modSp">
        <pc:chgData name="Andrés Joaquín" userId="ffbe7a8ed576260a" providerId="LiveId" clId="{B658ABAC-AB3F-4395-880B-B5AF6B8CE368}" dt="2020-04-06T15:28:24.929" v="66" actId="20577"/>
        <pc:sldMkLst>
          <pc:docMk/>
          <pc:sldMk cId="288111859" sldId="259"/>
        </pc:sldMkLst>
        <pc:spChg chg="mod">
          <ac:chgData name="Andrés Joaquín" userId="ffbe7a8ed576260a" providerId="LiveId" clId="{B658ABAC-AB3F-4395-880B-B5AF6B8CE368}" dt="2020-04-06T15:28:05.160" v="62" actId="14100"/>
          <ac:spMkLst>
            <pc:docMk/>
            <pc:sldMk cId="288111859" sldId="259"/>
            <ac:spMk id="5" creationId="{BF09B14C-5709-46C9-9DBB-A80AD3828D3A}"/>
          </ac:spMkLst>
        </pc:spChg>
        <pc:spChg chg="mod">
          <ac:chgData name="Andrés Joaquín" userId="ffbe7a8ed576260a" providerId="LiveId" clId="{B658ABAC-AB3F-4395-880B-B5AF6B8CE368}" dt="2020-04-06T15:28:24.929" v="66" actId="20577"/>
          <ac:spMkLst>
            <pc:docMk/>
            <pc:sldMk cId="288111859" sldId="259"/>
            <ac:spMk id="6" creationId="{6FC0B1F5-6424-463F-B03F-F0F0A5C79BA1}"/>
          </ac:spMkLst>
        </pc:spChg>
      </pc:sldChg>
      <pc:sldChg chg="add del">
        <pc:chgData name="Andrés Joaquín" userId="ffbe7a8ed576260a" providerId="LiveId" clId="{B658ABAC-AB3F-4395-880B-B5AF6B8CE368}" dt="2020-04-06T15:49:13.691" v="279" actId="47"/>
        <pc:sldMkLst>
          <pc:docMk/>
          <pc:sldMk cId="0" sldId="264"/>
        </pc:sldMkLst>
      </pc:sldChg>
      <pc:sldChg chg="del">
        <pc:chgData name="Andrés Joaquín" userId="ffbe7a8ed576260a" providerId="LiveId" clId="{B658ABAC-AB3F-4395-880B-B5AF6B8CE368}" dt="2020-04-06T15:49:32.204" v="280" actId="47"/>
        <pc:sldMkLst>
          <pc:docMk/>
          <pc:sldMk cId="0" sldId="270"/>
        </pc:sldMkLst>
      </pc:sldChg>
      <pc:sldChg chg="addSp delSp modSp add modNotesTx">
        <pc:chgData name="Andrés Joaquín" userId="ffbe7a8ed576260a" providerId="LiveId" clId="{B658ABAC-AB3F-4395-880B-B5AF6B8CE368}" dt="2020-04-06T15:33:18.257" v="91" actId="14100"/>
        <pc:sldMkLst>
          <pc:docMk/>
          <pc:sldMk cId="0" sldId="273"/>
        </pc:sldMkLst>
        <pc:spChg chg="add mod">
          <ac:chgData name="Andrés Joaquín" userId="ffbe7a8ed576260a" providerId="LiveId" clId="{B658ABAC-AB3F-4395-880B-B5AF6B8CE368}" dt="2020-04-06T15:33:18.257" v="91" actId="14100"/>
          <ac:spMkLst>
            <pc:docMk/>
            <pc:sldMk cId="0" sldId="273"/>
            <ac:spMk id="8" creationId="{DE798CEE-8E35-4648-9144-76E90C2253D6}"/>
          </ac:spMkLst>
        </pc:spChg>
        <pc:spChg chg="add mod">
          <ac:chgData name="Andrés Joaquín" userId="ffbe7a8ed576260a" providerId="LiveId" clId="{B658ABAC-AB3F-4395-880B-B5AF6B8CE368}" dt="2020-04-06T15:33:14.740" v="90" actId="14100"/>
          <ac:spMkLst>
            <pc:docMk/>
            <pc:sldMk cId="0" sldId="273"/>
            <ac:spMk id="9" creationId="{5559C745-8511-4A6A-B02D-3DA5E1A6BAE9}"/>
          </ac:spMkLst>
        </pc:spChg>
        <pc:spChg chg="del mod">
          <ac:chgData name="Andrés Joaquín" userId="ffbe7a8ed576260a" providerId="LiveId" clId="{B658ABAC-AB3F-4395-880B-B5AF6B8CE368}" dt="2020-04-06T15:30:13.271" v="73" actId="478"/>
          <ac:spMkLst>
            <pc:docMk/>
            <pc:sldMk cId="0" sldId="273"/>
            <ac:spMk id="13316" creationId="{8279563E-D82B-43BA-9EC3-A1FAF3346905}"/>
          </ac:spMkLst>
        </pc:spChg>
        <pc:spChg chg="del mod">
          <ac:chgData name="Andrés Joaquín" userId="ffbe7a8ed576260a" providerId="LiveId" clId="{B658ABAC-AB3F-4395-880B-B5AF6B8CE368}" dt="2020-04-06T15:31:04.032" v="86" actId="478"/>
          <ac:spMkLst>
            <pc:docMk/>
            <pc:sldMk cId="0" sldId="273"/>
            <ac:spMk id="13317" creationId="{9E1773FA-5B25-44F1-AB74-F766419E6E5D}"/>
          </ac:spMkLst>
        </pc:spChg>
        <pc:spChg chg="mod">
          <ac:chgData name="Andrés Joaquín" userId="ffbe7a8ed576260a" providerId="LiveId" clId="{B658ABAC-AB3F-4395-880B-B5AF6B8CE368}" dt="2020-04-06T15:33:08.451" v="89" actId="1076"/>
          <ac:spMkLst>
            <pc:docMk/>
            <pc:sldMk cId="0" sldId="273"/>
            <ac:spMk id="311300" creationId="{8362F0F5-B2F4-4A51-99B7-5869B64BA986}"/>
          </ac:spMkLst>
        </pc:spChg>
        <pc:spChg chg="del">
          <ac:chgData name="Andrés Joaquín" userId="ffbe7a8ed576260a" providerId="LiveId" clId="{B658ABAC-AB3F-4395-880B-B5AF6B8CE368}" dt="2020-04-06T15:28:59.253" v="67" actId="478"/>
          <ac:spMkLst>
            <pc:docMk/>
            <pc:sldMk cId="0" sldId="273"/>
            <ac:spMk id="311304" creationId="{9BA8E8EA-B074-476D-88DE-D7BF73049320}"/>
          </ac:spMkLst>
        </pc:spChg>
      </pc:sldChg>
      <pc:sldChg chg="addSp delSp modSp add">
        <pc:chgData name="Andrés Joaquín" userId="ffbe7a8ed576260a" providerId="LiveId" clId="{B658ABAC-AB3F-4395-880B-B5AF6B8CE368}" dt="2020-04-06T15:34:55.090" v="109" actId="1076"/>
        <pc:sldMkLst>
          <pc:docMk/>
          <pc:sldMk cId="0" sldId="274"/>
        </pc:sldMkLst>
        <pc:spChg chg="mod">
          <ac:chgData name="Andrés Joaquín" userId="ffbe7a8ed576260a" providerId="LiveId" clId="{B658ABAC-AB3F-4395-880B-B5AF6B8CE368}" dt="2020-04-06T15:33:46.724" v="93" actId="108"/>
          <ac:spMkLst>
            <pc:docMk/>
            <pc:sldMk cId="0" sldId="274"/>
            <ac:spMk id="8" creationId="{4B00A1E4-D85F-4EE8-A2C4-E31D84E98BA9}"/>
          </ac:spMkLst>
        </pc:spChg>
        <pc:spChg chg="add mod">
          <ac:chgData name="Andrés Joaquín" userId="ffbe7a8ed576260a" providerId="LiveId" clId="{B658ABAC-AB3F-4395-880B-B5AF6B8CE368}" dt="2020-04-06T15:34:30.663" v="101" actId="1076"/>
          <ac:spMkLst>
            <pc:docMk/>
            <pc:sldMk cId="0" sldId="274"/>
            <ac:spMk id="9" creationId="{B8F9C287-DA02-4A3E-8F4F-21A2A9940562}"/>
          </ac:spMkLst>
        </pc:spChg>
        <pc:spChg chg="add mod">
          <ac:chgData name="Andrés Joaquín" userId="ffbe7a8ed576260a" providerId="LiveId" clId="{B658ABAC-AB3F-4395-880B-B5AF6B8CE368}" dt="2020-04-06T15:34:55.090" v="109" actId="1076"/>
          <ac:spMkLst>
            <pc:docMk/>
            <pc:sldMk cId="0" sldId="274"/>
            <ac:spMk id="10" creationId="{F4D03C15-29A0-40AF-AE07-CB38E8A1C644}"/>
          </ac:spMkLst>
        </pc:spChg>
        <pc:spChg chg="del mod">
          <ac:chgData name="Andrés Joaquín" userId="ffbe7a8ed576260a" providerId="LiveId" clId="{B658ABAC-AB3F-4395-880B-B5AF6B8CE368}" dt="2020-04-06T15:34:15.560" v="99" actId="478"/>
          <ac:spMkLst>
            <pc:docMk/>
            <pc:sldMk cId="0" sldId="274"/>
            <ac:spMk id="15364" creationId="{4669E4AC-9FA5-4D5A-91F1-6FE6328CD38A}"/>
          </ac:spMkLst>
        </pc:spChg>
        <pc:spChg chg="del mod">
          <ac:chgData name="Andrés Joaquín" userId="ffbe7a8ed576260a" providerId="LiveId" clId="{B658ABAC-AB3F-4395-880B-B5AF6B8CE368}" dt="2020-04-06T15:34:51.188" v="108" actId="478"/>
          <ac:spMkLst>
            <pc:docMk/>
            <pc:sldMk cId="0" sldId="274"/>
            <ac:spMk id="15365" creationId="{FED4218A-5D53-4940-898B-3E7E21E3D0EC}"/>
          </ac:spMkLst>
        </pc:spChg>
        <pc:spChg chg="del">
          <ac:chgData name="Andrés Joaquín" userId="ffbe7a8ed576260a" providerId="LiveId" clId="{B658ABAC-AB3F-4395-880B-B5AF6B8CE368}" dt="2020-04-06T15:33:34.360" v="92" actId="478"/>
          <ac:spMkLst>
            <pc:docMk/>
            <pc:sldMk cId="0" sldId="274"/>
            <ac:spMk id="313352" creationId="{BF015409-624C-47F7-84BD-38D350F908D7}"/>
          </ac:spMkLst>
        </pc:spChg>
      </pc:sldChg>
      <pc:sldChg chg="delSp add del">
        <pc:chgData name="Andrés Joaquín" userId="ffbe7a8ed576260a" providerId="LiveId" clId="{B658ABAC-AB3F-4395-880B-B5AF6B8CE368}" dt="2020-04-06T15:36:08.459" v="111" actId="47"/>
        <pc:sldMkLst>
          <pc:docMk/>
          <pc:sldMk cId="0" sldId="275"/>
        </pc:sldMkLst>
        <pc:spChg chg="del">
          <ac:chgData name="Andrés Joaquín" userId="ffbe7a8ed576260a" providerId="LiveId" clId="{B658ABAC-AB3F-4395-880B-B5AF6B8CE368}" dt="2020-04-06T15:35:17.919" v="110" actId="478"/>
          <ac:spMkLst>
            <pc:docMk/>
            <pc:sldMk cId="0" sldId="275"/>
            <ac:spMk id="315399" creationId="{DC94F006-A8D2-41AB-BB86-88D0333611A0}"/>
          </ac:spMkLst>
        </pc:spChg>
      </pc:sldChg>
      <pc:sldChg chg="delSp modSp add">
        <pc:chgData name="Andrés Joaquín" userId="ffbe7a8ed576260a" providerId="LiveId" clId="{B658ABAC-AB3F-4395-880B-B5AF6B8CE368}" dt="2020-04-06T15:36:38.858" v="113" actId="108"/>
        <pc:sldMkLst>
          <pc:docMk/>
          <pc:sldMk cId="0" sldId="276"/>
        </pc:sldMkLst>
        <pc:spChg chg="mod">
          <ac:chgData name="Andrés Joaquín" userId="ffbe7a8ed576260a" providerId="LiveId" clId="{B658ABAC-AB3F-4395-880B-B5AF6B8CE368}" dt="2020-04-06T15:36:38.858" v="113" actId="108"/>
          <ac:spMkLst>
            <pc:docMk/>
            <pc:sldMk cId="0" sldId="276"/>
            <ac:spMk id="19459" creationId="{DCA665F3-DA62-4499-ADE6-8BD76899BA83}"/>
          </ac:spMkLst>
        </pc:spChg>
        <pc:spChg chg="del">
          <ac:chgData name="Andrés Joaquín" userId="ffbe7a8ed576260a" providerId="LiveId" clId="{B658ABAC-AB3F-4395-880B-B5AF6B8CE368}" dt="2020-04-06T15:36:14.982" v="112" actId="478"/>
          <ac:spMkLst>
            <pc:docMk/>
            <pc:sldMk cId="0" sldId="276"/>
            <ac:spMk id="317446" creationId="{71E0ED84-9819-4D0D-B09D-EAADF40E4008}"/>
          </ac:spMkLst>
        </pc:spChg>
      </pc:sldChg>
      <pc:sldChg chg="modSp">
        <pc:chgData name="Andrés Joaquín" userId="ffbe7a8ed576260a" providerId="LiveId" clId="{B658ABAC-AB3F-4395-880B-B5AF6B8CE368}" dt="2020-04-06T15:48:50.154" v="272" actId="20577"/>
        <pc:sldMkLst>
          <pc:docMk/>
          <pc:sldMk cId="1303457495" sldId="277"/>
        </pc:sldMkLst>
        <pc:spChg chg="mod">
          <ac:chgData name="Andrés Joaquín" userId="ffbe7a8ed576260a" providerId="LiveId" clId="{B658ABAC-AB3F-4395-880B-B5AF6B8CE368}" dt="2020-04-06T15:48:50.154" v="272" actId="20577"/>
          <ac:spMkLst>
            <pc:docMk/>
            <pc:sldMk cId="1303457495" sldId="277"/>
            <ac:spMk id="5" creationId="{976C0962-A050-4472-892A-FF56238F9974}"/>
          </ac:spMkLst>
        </pc:spChg>
      </pc:sldChg>
      <pc:sldChg chg="modSp">
        <pc:chgData name="Andrés Joaquín" userId="ffbe7a8ed576260a" providerId="LiveId" clId="{B658ABAC-AB3F-4395-880B-B5AF6B8CE368}" dt="2020-04-06T15:52:11.836" v="380" actId="313"/>
        <pc:sldMkLst>
          <pc:docMk/>
          <pc:sldMk cId="2303811928" sldId="278"/>
        </pc:sldMkLst>
        <pc:spChg chg="mod">
          <ac:chgData name="Andrés Joaquín" userId="ffbe7a8ed576260a" providerId="LiveId" clId="{B658ABAC-AB3F-4395-880B-B5AF6B8CE368}" dt="2020-04-06T15:52:11.836" v="380" actId="313"/>
          <ac:spMkLst>
            <pc:docMk/>
            <pc:sldMk cId="2303811928" sldId="278"/>
            <ac:spMk id="3" creationId="{00000000-0000-0000-0000-000000000000}"/>
          </ac:spMkLst>
        </pc:spChg>
      </pc:sldChg>
      <pc:sldChg chg="addSp delSp modSp add">
        <pc:chgData name="Andrés Joaquín" userId="ffbe7a8ed576260a" providerId="LiveId" clId="{B658ABAC-AB3F-4395-880B-B5AF6B8CE368}" dt="2020-04-06T15:41:34.632" v="142" actId="1076"/>
        <pc:sldMkLst>
          <pc:docMk/>
          <pc:sldMk cId="0" sldId="279"/>
        </pc:sldMkLst>
        <pc:spChg chg="mod">
          <ac:chgData name="Andrés Joaquín" userId="ffbe7a8ed576260a" providerId="LiveId" clId="{B658ABAC-AB3F-4395-880B-B5AF6B8CE368}" dt="2020-04-06T15:41:11.915" v="135" actId="1076"/>
          <ac:spMkLst>
            <pc:docMk/>
            <pc:sldMk cId="0" sldId="279"/>
            <ac:spMk id="8" creationId="{A67C4334-261C-4247-A091-78956DD2CD41}"/>
          </ac:spMkLst>
        </pc:spChg>
        <pc:spChg chg="add mod">
          <ac:chgData name="Andrés Joaquín" userId="ffbe7a8ed576260a" providerId="LiveId" clId="{B658ABAC-AB3F-4395-880B-B5AF6B8CE368}" dt="2020-04-06T15:40:54.392" v="132" actId="6549"/>
          <ac:spMkLst>
            <pc:docMk/>
            <pc:sldMk cId="0" sldId="279"/>
            <ac:spMk id="9" creationId="{2A8FD285-4C53-4E4B-B36F-176C9AB8F5DA}"/>
          </ac:spMkLst>
        </pc:spChg>
        <pc:spChg chg="add mod">
          <ac:chgData name="Andrés Joaquín" userId="ffbe7a8ed576260a" providerId="LiveId" clId="{B658ABAC-AB3F-4395-880B-B5AF6B8CE368}" dt="2020-04-06T15:41:34.632" v="142" actId="1076"/>
          <ac:spMkLst>
            <pc:docMk/>
            <pc:sldMk cId="0" sldId="279"/>
            <ac:spMk id="10" creationId="{EDD2A0CE-DF87-4736-8941-0E79D2623FD1}"/>
          </ac:spMkLst>
        </pc:spChg>
        <pc:spChg chg="del mod">
          <ac:chgData name="Andrés Joaquín" userId="ffbe7a8ed576260a" providerId="LiveId" clId="{B658ABAC-AB3F-4395-880B-B5AF6B8CE368}" dt="2020-04-06T15:41:04.670" v="133" actId="478"/>
          <ac:spMkLst>
            <pc:docMk/>
            <pc:sldMk cId="0" sldId="279"/>
            <ac:spMk id="29700" creationId="{12EA4B10-0986-4E02-B01A-12330D0CF645}"/>
          </ac:spMkLst>
        </pc:spChg>
        <pc:spChg chg="del mod">
          <ac:chgData name="Andrés Joaquín" userId="ffbe7a8ed576260a" providerId="LiveId" clId="{B658ABAC-AB3F-4395-880B-B5AF6B8CE368}" dt="2020-04-06T15:41:28.892" v="141" actId="478"/>
          <ac:spMkLst>
            <pc:docMk/>
            <pc:sldMk cId="0" sldId="279"/>
            <ac:spMk id="29701" creationId="{FA36EB5C-AD3D-40AB-8471-30CE553E741E}"/>
          </ac:spMkLst>
        </pc:spChg>
        <pc:spChg chg="del">
          <ac:chgData name="Andrés Joaquín" userId="ffbe7a8ed576260a" providerId="LiveId" clId="{B658ABAC-AB3F-4395-880B-B5AF6B8CE368}" dt="2020-04-06T15:40:21.630" v="126" actId="478"/>
          <ac:spMkLst>
            <pc:docMk/>
            <pc:sldMk cId="0" sldId="279"/>
            <ac:spMk id="323592" creationId="{C08638FC-BE3E-494D-89BD-A2BA192D1625}"/>
          </ac:spMkLst>
        </pc:spChg>
      </pc:sldChg>
      <pc:sldChg chg="addSp delSp modSp add">
        <pc:chgData name="Andrés Joaquín" userId="ffbe7a8ed576260a" providerId="LiveId" clId="{B658ABAC-AB3F-4395-880B-B5AF6B8CE368}" dt="2020-04-06T15:42:34.388" v="154" actId="1076"/>
        <pc:sldMkLst>
          <pc:docMk/>
          <pc:sldMk cId="0" sldId="280"/>
        </pc:sldMkLst>
        <pc:spChg chg="mod">
          <ac:chgData name="Andrés Joaquín" userId="ffbe7a8ed576260a" providerId="LiveId" clId="{B658ABAC-AB3F-4395-880B-B5AF6B8CE368}" dt="2020-04-06T15:41:47.916" v="144" actId="108"/>
          <ac:spMkLst>
            <pc:docMk/>
            <pc:sldMk cId="0" sldId="280"/>
            <ac:spMk id="8" creationId="{5658E427-8018-4253-93DA-3E4E03F3D74C}"/>
          </ac:spMkLst>
        </pc:spChg>
        <pc:spChg chg="add mod">
          <ac:chgData name="Andrés Joaquín" userId="ffbe7a8ed576260a" providerId="LiveId" clId="{B658ABAC-AB3F-4395-880B-B5AF6B8CE368}" dt="2020-04-06T15:42:01.547" v="148"/>
          <ac:spMkLst>
            <pc:docMk/>
            <pc:sldMk cId="0" sldId="280"/>
            <ac:spMk id="9" creationId="{488AF968-F993-402E-BB26-0F78EDB33802}"/>
          </ac:spMkLst>
        </pc:spChg>
        <pc:spChg chg="add mod">
          <ac:chgData name="Andrés Joaquín" userId="ffbe7a8ed576260a" providerId="LiveId" clId="{B658ABAC-AB3F-4395-880B-B5AF6B8CE368}" dt="2020-04-06T15:42:34.388" v="154" actId="1076"/>
          <ac:spMkLst>
            <pc:docMk/>
            <pc:sldMk cId="0" sldId="280"/>
            <ac:spMk id="10" creationId="{FC05A198-B31E-4920-BB06-5951C0730CD3}"/>
          </ac:spMkLst>
        </pc:spChg>
        <pc:spChg chg="del mod">
          <ac:chgData name="Andrés Joaquín" userId="ffbe7a8ed576260a" providerId="LiveId" clId="{B658ABAC-AB3F-4395-880B-B5AF6B8CE368}" dt="2020-04-06T15:42:04.737" v="149" actId="478"/>
          <ac:spMkLst>
            <pc:docMk/>
            <pc:sldMk cId="0" sldId="280"/>
            <ac:spMk id="31748" creationId="{CF87904D-20A5-4509-8A3B-82B6C2243375}"/>
          </ac:spMkLst>
        </pc:spChg>
        <pc:spChg chg="del mod">
          <ac:chgData name="Andrés Joaquín" userId="ffbe7a8ed576260a" providerId="LiveId" clId="{B658ABAC-AB3F-4395-880B-B5AF6B8CE368}" dt="2020-04-06T15:42:25.481" v="153" actId="478"/>
          <ac:spMkLst>
            <pc:docMk/>
            <pc:sldMk cId="0" sldId="280"/>
            <ac:spMk id="31749" creationId="{84649178-B189-4608-9EBD-0961EEE6100A}"/>
          </ac:spMkLst>
        </pc:spChg>
        <pc:spChg chg="del">
          <ac:chgData name="Andrés Joaquín" userId="ffbe7a8ed576260a" providerId="LiveId" clId="{B658ABAC-AB3F-4395-880B-B5AF6B8CE368}" dt="2020-04-06T15:41:41.277" v="143" actId="478"/>
          <ac:spMkLst>
            <pc:docMk/>
            <pc:sldMk cId="0" sldId="280"/>
            <ac:spMk id="325640" creationId="{F018D689-16D5-42BC-A98A-69BA06DC069A}"/>
          </ac:spMkLst>
        </pc:spChg>
      </pc:sldChg>
      <pc:sldChg chg="addSp delSp modSp add">
        <pc:chgData name="Andrés Joaquín" userId="ffbe7a8ed576260a" providerId="LiveId" clId="{B658ABAC-AB3F-4395-880B-B5AF6B8CE368}" dt="2020-04-06T15:43:43.411" v="170" actId="1076"/>
        <pc:sldMkLst>
          <pc:docMk/>
          <pc:sldMk cId="0" sldId="281"/>
        </pc:sldMkLst>
        <pc:spChg chg="add mod">
          <ac:chgData name="Andrés Joaquín" userId="ffbe7a8ed576260a" providerId="LiveId" clId="{B658ABAC-AB3F-4395-880B-B5AF6B8CE368}" dt="2020-04-06T15:43:11.807" v="162"/>
          <ac:spMkLst>
            <pc:docMk/>
            <pc:sldMk cId="0" sldId="281"/>
            <ac:spMk id="8" creationId="{151BBEEE-CA27-4EA3-93AD-782631029031}"/>
          </ac:spMkLst>
        </pc:spChg>
        <pc:spChg chg="mod">
          <ac:chgData name="Andrés Joaquín" userId="ffbe7a8ed576260a" providerId="LiveId" clId="{B658ABAC-AB3F-4395-880B-B5AF6B8CE368}" dt="2020-04-06T15:43:18.323" v="164" actId="108"/>
          <ac:spMkLst>
            <pc:docMk/>
            <pc:sldMk cId="0" sldId="281"/>
            <ac:spMk id="9" creationId="{719F603C-916E-4E5A-9BB9-A8512499BC47}"/>
          </ac:spMkLst>
        </pc:spChg>
        <pc:spChg chg="add mod">
          <ac:chgData name="Andrés Joaquín" userId="ffbe7a8ed576260a" providerId="LiveId" clId="{B658ABAC-AB3F-4395-880B-B5AF6B8CE368}" dt="2020-04-06T15:43:43.411" v="170" actId="1076"/>
          <ac:spMkLst>
            <pc:docMk/>
            <pc:sldMk cId="0" sldId="281"/>
            <ac:spMk id="10" creationId="{39FE4E2A-6F1E-4B50-A466-014BC4E592DA}"/>
          </ac:spMkLst>
        </pc:spChg>
        <pc:spChg chg="del mod">
          <ac:chgData name="Andrés Joaquín" userId="ffbe7a8ed576260a" providerId="LiveId" clId="{B658ABAC-AB3F-4395-880B-B5AF6B8CE368}" dt="2020-04-06T15:43:14.256" v="163" actId="478"/>
          <ac:spMkLst>
            <pc:docMk/>
            <pc:sldMk cId="0" sldId="281"/>
            <ac:spMk id="33796" creationId="{847A3B86-14A6-48D6-ABDA-966CF8F25D88}"/>
          </ac:spMkLst>
        </pc:spChg>
        <pc:spChg chg="del mod">
          <ac:chgData name="Andrés Joaquín" userId="ffbe7a8ed576260a" providerId="LiveId" clId="{B658ABAC-AB3F-4395-880B-B5AF6B8CE368}" dt="2020-04-06T15:43:32.322" v="169" actId="478"/>
          <ac:spMkLst>
            <pc:docMk/>
            <pc:sldMk cId="0" sldId="281"/>
            <ac:spMk id="33797" creationId="{FF6B4C2B-EEFE-4E45-A20E-DFDC7B35520F}"/>
          </ac:spMkLst>
        </pc:spChg>
        <pc:spChg chg="del">
          <ac:chgData name="Andrés Joaquín" userId="ffbe7a8ed576260a" providerId="LiveId" clId="{B658ABAC-AB3F-4395-880B-B5AF6B8CE368}" dt="2020-04-06T15:42:46.558" v="155" actId="478"/>
          <ac:spMkLst>
            <pc:docMk/>
            <pc:sldMk cId="0" sldId="281"/>
            <ac:spMk id="327688" creationId="{18BD1630-2CE4-4FA8-8521-790E55143479}"/>
          </ac:spMkLst>
        </pc:spChg>
      </pc:sldChg>
      <pc:sldChg chg="addSp delSp modSp add">
        <pc:chgData name="Andrés Joaquín" userId="ffbe7a8ed576260a" providerId="LiveId" clId="{B658ABAC-AB3F-4395-880B-B5AF6B8CE368}" dt="2020-04-06T18:47:40.056" v="555" actId="6549"/>
        <pc:sldMkLst>
          <pc:docMk/>
          <pc:sldMk cId="0" sldId="283"/>
        </pc:sldMkLst>
        <pc:spChg chg="add del">
          <ac:chgData name="Andrés Joaquín" userId="ffbe7a8ed576260a" providerId="LiveId" clId="{B658ABAC-AB3F-4395-880B-B5AF6B8CE368}" dt="2020-04-06T15:59:06.183" v="436"/>
          <ac:spMkLst>
            <pc:docMk/>
            <pc:sldMk cId="0" sldId="283"/>
            <ac:spMk id="7" creationId="{A111F772-637F-4224-ABE8-DAD0DD67DE14}"/>
          </ac:spMkLst>
        </pc:spChg>
        <pc:spChg chg="mod">
          <ac:chgData name="Andrés Joaquín" userId="ffbe7a8ed576260a" providerId="LiveId" clId="{B658ABAC-AB3F-4395-880B-B5AF6B8CE368}" dt="2020-04-06T18:47:40.056" v="555" actId="6549"/>
          <ac:spMkLst>
            <pc:docMk/>
            <pc:sldMk cId="0" sldId="283"/>
            <ac:spMk id="18435" creationId="{503270A3-95DF-46FA-A1AD-3B283A16702A}"/>
          </ac:spMkLst>
        </pc:spChg>
        <pc:spChg chg="mod">
          <ac:chgData name="Andrés Joaquín" userId="ffbe7a8ed576260a" providerId="LiveId" clId="{B658ABAC-AB3F-4395-880B-B5AF6B8CE368}" dt="2020-04-06T18:46:22.105" v="534" actId="114"/>
          <ac:spMkLst>
            <pc:docMk/>
            <pc:sldMk cId="0" sldId="283"/>
            <ac:spMk id="18436" creationId="{71292653-BC12-4B07-A762-5528F913907C}"/>
          </ac:spMkLst>
        </pc:spChg>
        <pc:spChg chg="del">
          <ac:chgData name="Andrés Joaquín" userId="ffbe7a8ed576260a" providerId="LiveId" clId="{B658ABAC-AB3F-4395-880B-B5AF6B8CE368}" dt="2020-04-06T15:43:54.273" v="171" actId="478"/>
          <ac:spMkLst>
            <pc:docMk/>
            <pc:sldMk cId="0" sldId="283"/>
            <ac:spMk id="331783" creationId="{E686CE19-26A4-459C-8C69-ADEA060BD321}"/>
          </ac:spMkLst>
        </pc:spChg>
      </pc:sldChg>
      <pc:sldChg chg="addSp delSp modSp add">
        <pc:chgData name="Andrés Joaquín" userId="ffbe7a8ed576260a" providerId="LiveId" clId="{B658ABAC-AB3F-4395-880B-B5AF6B8CE368}" dt="2020-04-06T15:58:43.210" v="433" actId="1076"/>
        <pc:sldMkLst>
          <pc:docMk/>
          <pc:sldMk cId="0" sldId="284"/>
        </pc:sldMkLst>
        <pc:spChg chg="mod">
          <ac:chgData name="Andrés Joaquín" userId="ffbe7a8ed576260a" providerId="LiveId" clId="{B658ABAC-AB3F-4395-880B-B5AF6B8CE368}" dt="2020-04-06T15:58:43.210" v="433" actId="1076"/>
          <ac:spMkLst>
            <pc:docMk/>
            <pc:sldMk cId="0" sldId="284"/>
            <ac:spMk id="9" creationId="{9E63EBA6-C526-42F8-9CB9-F2A018EF327C}"/>
          </ac:spMkLst>
        </pc:spChg>
        <pc:spChg chg="mod">
          <ac:chgData name="Andrés Joaquín" userId="ffbe7a8ed576260a" providerId="LiveId" clId="{B658ABAC-AB3F-4395-880B-B5AF6B8CE368}" dt="2020-04-06T15:58:43.210" v="433" actId="1076"/>
          <ac:spMkLst>
            <pc:docMk/>
            <pc:sldMk cId="0" sldId="284"/>
            <ac:spMk id="10" creationId="{DAC2092F-1BD2-41BF-B535-7342E4916914}"/>
          </ac:spMkLst>
        </pc:spChg>
        <pc:spChg chg="add mod">
          <ac:chgData name="Andrés Joaquín" userId="ffbe7a8ed576260a" providerId="LiveId" clId="{B658ABAC-AB3F-4395-880B-B5AF6B8CE368}" dt="2020-04-06T15:58:43.210" v="433" actId="1076"/>
          <ac:spMkLst>
            <pc:docMk/>
            <pc:sldMk cId="0" sldId="284"/>
            <ac:spMk id="11" creationId="{8BB084AA-34E6-4D67-8BF6-B82F45A2B237}"/>
          </ac:spMkLst>
        </pc:spChg>
        <pc:spChg chg="add mod">
          <ac:chgData name="Andrés Joaquín" userId="ffbe7a8ed576260a" providerId="LiveId" clId="{B658ABAC-AB3F-4395-880B-B5AF6B8CE368}" dt="2020-04-06T15:58:43.210" v="433" actId="1076"/>
          <ac:spMkLst>
            <pc:docMk/>
            <pc:sldMk cId="0" sldId="284"/>
            <ac:spMk id="12" creationId="{9D7403BE-F4EE-4AAF-84BD-0C844BA6CD77}"/>
          </ac:spMkLst>
        </pc:spChg>
        <pc:spChg chg="del mod">
          <ac:chgData name="Andrés Joaquín" userId="ffbe7a8ed576260a" providerId="LiveId" clId="{B658ABAC-AB3F-4395-880B-B5AF6B8CE368}" dt="2020-04-06T15:54:53.963" v="393" actId="478"/>
          <ac:spMkLst>
            <pc:docMk/>
            <pc:sldMk cId="0" sldId="284"/>
            <ac:spMk id="37921" creationId="{FB79770A-6A81-44DD-AB55-C745CF51FC99}"/>
          </ac:spMkLst>
        </pc:spChg>
        <pc:spChg chg="del mod">
          <ac:chgData name="Andrés Joaquín" userId="ffbe7a8ed576260a" providerId="LiveId" clId="{B658ABAC-AB3F-4395-880B-B5AF6B8CE368}" dt="2020-04-06T15:57:18.327" v="420" actId="478"/>
          <ac:spMkLst>
            <pc:docMk/>
            <pc:sldMk cId="0" sldId="284"/>
            <ac:spMk id="37922" creationId="{CE9E22BC-772B-4124-B800-ADB60BB32DA2}"/>
          </ac:spMkLst>
        </pc:spChg>
        <pc:spChg chg="del">
          <ac:chgData name="Andrés Joaquín" userId="ffbe7a8ed576260a" providerId="LiveId" clId="{B658ABAC-AB3F-4395-880B-B5AF6B8CE368}" dt="2020-04-06T15:47:03.900" v="237" actId="478"/>
          <ac:spMkLst>
            <pc:docMk/>
            <pc:sldMk cId="0" sldId="284"/>
            <ac:spMk id="333862" creationId="{64CA7ACF-51BA-41D4-B94F-ED03644D6F86}"/>
          </ac:spMkLst>
        </pc:spChg>
        <pc:graphicFrameChg chg="mod modGraphic">
          <ac:chgData name="Andrés Joaquín" userId="ffbe7a8ed576260a" providerId="LiveId" clId="{B658ABAC-AB3F-4395-880B-B5AF6B8CE368}" dt="2020-04-06T15:57:48.087" v="426" actId="1076"/>
          <ac:graphicFrameMkLst>
            <pc:docMk/>
            <pc:sldMk cId="0" sldId="284"/>
            <ac:graphicFrameMk id="333827" creationId="{1EAB68DD-54ED-4D16-96A0-9F024BC0BFAA}"/>
          </ac:graphicFrameMkLst>
        </pc:graphicFrameChg>
      </pc:sldChg>
      <pc:sldChg chg="addSp delSp modSp add">
        <pc:chgData name="Andrés Joaquín" userId="ffbe7a8ed576260a" providerId="LiveId" clId="{B658ABAC-AB3F-4395-880B-B5AF6B8CE368}" dt="2020-04-06T16:02:53.242" v="473" actId="207"/>
        <pc:sldMkLst>
          <pc:docMk/>
          <pc:sldMk cId="0" sldId="285"/>
        </pc:sldMkLst>
        <pc:spChg chg="mod">
          <ac:chgData name="Andrés Joaquín" userId="ffbe7a8ed576260a" providerId="LiveId" clId="{B658ABAC-AB3F-4395-880B-B5AF6B8CE368}" dt="2020-04-06T15:58:58.662" v="434" actId="108"/>
          <ac:spMkLst>
            <pc:docMk/>
            <pc:sldMk cId="0" sldId="285"/>
            <ac:spMk id="8" creationId="{C8A594BB-8B10-4579-BE33-94E7D0345DB8}"/>
          </ac:spMkLst>
        </pc:spChg>
        <pc:spChg chg="add mod">
          <ac:chgData name="Andrés Joaquín" userId="ffbe7a8ed576260a" providerId="LiveId" clId="{B658ABAC-AB3F-4395-880B-B5AF6B8CE368}" dt="2020-04-06T16:01:37.308" v="458" actId="207"/>
          <ac:spMkLst>
            <pc:docMk/>
            <pc:sldMk cId="0" sldId="285"/>
            <ac:spMk id="9" creationId="{996739D5-A0F9-44BC-A5D9-FC53859F6133}"/>
          </ac:spMkLst>
        </pc:spChg>
        <pc:spChg chg="add mod">
          <ac:chgData name="Andrés Joaquín" userId="ffbe7a8ed576260a" providerId="LiveId" clId="{B658ABAC-AB3F-4395-880B-B5AF6B8CE368}" dt="2020-04-06T16:02:53.242" v="473" actId="207"/>
          <ac:spMkLst>
            <pc:docMk/>
            <pc:sldMk cId="0" sldId="285"/>
            <ac:spMk id="10" creationId="{40F5F378-B3CC-49AD-A783-BA1D7E8589E2}"/>
          </ac:spMkLst>
        </pc:spChg>
        <pc:spChg chg="del mod">
          <ac:chgData name="Andrés Joaquín" userId="ffbe7a8ed576260a" providerId="LiveId" clId="{B658ABAC-AB3F-4395-880B-B5AF6B8CE368}" dt="2020-04-06T16:00:06.137" v="442" actId="478"/>
          <ac:spMkLst>
            <pc:docMk/>
            <pc:sldMk cId="0" sldId="285"/>
            <ac:spMk id="39939" creationId="{7E727C02-276D-438F-9A44-3A1EA3D65047}"/>
          </ac:spMkLst>
        </pc:spChg>
        <pc:spChg chg="del mod">
          <ac:chgData name="Andrés Joaquín" userId="ffbe7a8ed576260a" providerId="LiveId" clId="{B658ABAC-AB3F-4395-880B-B5AF6B8CE368}" dt="2020-04-06T16:02:07.168" v="462" actId="478"/>
          <ac:spMkLst>
            <pc:docMk/>
            <pc:sldMk cId="0" sldId="285"/>
            <ac:spMk id="39941" creationId="{BBE2F184-C061-401A-BD1F-C4EF3E530268}"/>
          </ac:spMkLst>
        </pc:spChg>
        <pc:spChg chg="del">
          <ac:chgData name="Andrés Joaquín" userId="ffbe7a8ed576260a" providerId="LiveId" clId="{B658ABAC-AB3F-4395-880B-B5AF6B8CE368}" dt="2020-04-06T15:47:10.869" v="238" actId="478"/>
          <ac:spMkLst>
            <pc:docMk/>
            <pc:sldMk cId="0" sldId="285"/>
            <ac:spMk id="335880" creationId="{B18A5E16-2ED5-4784-80C1-8CAFB3B3D29D}"/>
          </ac:spMkLst>
        </pc:spChg>
      </pc:sldChg>
      <pc:sldChg chg="addSp delSp modSp add">
        <pc:chgData name="Andrés Joaquín" userId="ffbe7a8ed576260a" providerId="LiveId" clId="{B658ABAC-AB3F-4395-880B-B5AF6B8CE368}" dt="2020-04-06T18:40:55.359" v="522" actId="20577"/>
        <pc:sldMkLst>
          <pc:docMk/>
          <pc:sldMk cId="0" sldId="286"/>
        </pc:sldMkLst>
        <pc:spChg chg="add mod">
          <ac:chgData name="Andrés Joaquín" userId="ffbe7a8ed576260a" providerId="LiveId" clId="{B658ABAC-AB3F-4395-880B-B5AF6B8CE368}" dt="2020-04-06T18:39:59.523" v="487" actId="207"/>
          <ac:spMkLst>
            <pc:docMk/>
            <pc:sldMk cId="0" sldId="286"/>
            <ac:spMk id="8" creationId="{FE9CF1CF-2357-4CB9-8FBA-28CD4F5392A6}"/>
          </ac:spMkLst>
        </pc:spChg>
        <pc:spChg chg="add mod">
          <ac:chgData name="Andrés Joaquín" userId="ffbe7a8ed576260a" providerId="LiveId" clId="{B658ABAC-AB3F-4395-880B-B5AF6B8CE368}" dt="2020-04-06T18:40:55.359" v="522" actId="20577"/>
          <ac:spMkLst>
            <pc:docMk/>
            <pc:sldMk cId="0" sldId="286"/>
            <ac:spMk id="9" creationId="{9CBA6E44-AAAD-4E10-BADB-AD7332B356ED}"/>
          </ac:spMkLst>
        </pc:spChg>
        <pc:spChg chg="del mod">
          <ac:chgData name="Andrés Joaquín" userId="ffbe7a8ed576260a" providerId="LiveId" clId="{B658ABAC-AB3F-4395-880B-B5AF6B8CE368}" dt="2020-04-06T18:26:21.462" v="481" actId="478"/>
          <ac:spMkLst>
            <pc:docMk/>
            <pc:sldMk cId="0" sldId="286"/>
            <ac:spMk id="41987" creationId="{5DD66CDD-AB4D-4062-AE4D-8677D1142C33}"/>
          </ac:spMkLst>
        </pc:spChg>
        <pc:spChg chg="del mod">
          <ac:chgData name="Andrés Joaquín" userId="ffbe7a8ed576260a" providerId="LiveId" clId="{B658ABAC-AB3F-4395-880B-B5AF6B8CE368}" dt="2020-04-06T18:40:13.969" v="492" actId="478"/>
          <ac:spMkLst>
            <pc:docMk/>
            <pc:sldMk cId="0" sldId="286"/>
            <ac:spMk id="41989" creationId="{E5CAC977-B566-4556-B37E-064346FAF9B5}"/>
          </ac:spMkLst>
        </pc:spChg>
        <pc:spChg chg="mod">
          <ac:chgData name="Andrés Joaquín" userId="ffbe7a8ed576260a" providerId="LiveId" clId="{B658ABAC-AB3F-4395-880B-B5AF6B8CE368}" dt="2020-04-06T18:17:40.412" v="474" actId="108"/>
          <ac:spMkLst>
            <pc:docMk/>
            <pc:sldMk cId="0" sldId="286"/>
            <ac:spMk id="41991" creationId="{50D0F92D-A119-4746-ACAC-FF87A16F4112}"/>
          </ac:spMkLst>
        </pc:spChg>
        <pc:spChg chg="del">
          <ac:chgData name="Andrés Joaquín" userId="ffbe7a8ed576260a" providerId="LiveId" clId="{B658ABAC-AB3F-4395-880B-B5AF6B8CE368}" dt="2020-04-06T15:47:13.837" v="239" actId="478"/>
          <ac:spMkLst>
            <pc:docMk/>
            <pc:sldMk cId="0" sldId="286"/>
            <ac:spMk id="337928" creationId="{22B7D176-44BD-4DFF-9332-7EC80FA30EBB}"/>
          </ac:spMkLst>
        </pc:spChg>
      </pc:sldChg>
      <pc:sldChg chg="delSp modSp add">
        <pc:chgData name="Andrés Joaquín" userId="ffbe7a8ed576260a" providerId="LiveId" clId="{B658ABAC-AB3F-4395-880B-B5AF6B8CE368}" dt="2020-04-06T19:34:47.058" v="621" actId="5793"/>
        <pc:sldMkLst>
          <pc:docMk/>
          <pc:sldMk cId="0" sldId="288"/>
        </pc:sldMkLst>
        <pc:spChg chg="mod">
          <ac:chgData name="Andrés Joaquín" userId="ffbe7a8ed576260a" providerId="LiveId" clId="{B658ABAC-AB3F-4395-880B-B5AF6B8CE368}" dt="2020-04-06T19:34:47.058" v="621" actId="5793"/>
          <ac:spMkLst>
            <pc:docMk/>
            <pc:sldMk cId="0" sldId="288"/>
            <ac:spMk id="23556" creationId="{C4A8B05A-3BA5-44AC-A9A9-FA871023D9C5}"/>
          </ac:spMkLst>
        </pc:spChg>
        <pc:spChg chg="mod">
          <ac:chgData name="Andrés Joaquín" userId="ffbe7a8ed576260a" providerId="LiveId" clId="{B658ABAC-AB3F-4395-880B-B5AF6B8CE368}" dt="2020-04-06T19:34:10.655" v="596" actId="20577"/>
          <ac:spMkLst>
            <pc:docMk/>
            <pc:sldMk cId="0" sldId="288"/>
            <ac:spMk id="44035" creationId="{A1F6D3E4-A12A-4A1A-A6CB-920F69DE89F2}"/>
          </ac:spMkLst>
        </pc:spChg>
        <pc:spChg chg="del">
          <ac:chgData name="Andrés Joaquín" userId="ffbe7a8ed576260a" providerId="LiveId" clId="{B658ABAC-AB3F-4395-880B-B5AF6B8CE368}" dt="2020-04-06T15:47:16.312" v="240" actId="478"/>
          <ac:spMkLst>
            <pc:docMk/>
            <pc:sldMk cId="0" sldId="288"/>
            <ac:spMk id="342023" creationId="{53FAEC6C-D3EA-4F71-BAB3-8B5EC58C5BAE}"/>
          </ac:spMkLst>
        </pc:spChg>
      </pc:sldChg>
      <pc:sldChg chg="addSp delSp modSp add">
        <pc:chgData name="Andrés Joaquín" userId="ffbe7a8ed576260a" providerId="LiveId" clId="{B658ABAC-AB3F-4395-880B-B5AF6B8CE368}" dt="2020-04-06T19:37:37.469" v="691" actId="20577"/>
        <pc:sldMkLst>
          <pc:docMk/>
          <pc:sldMk cId="0" sldId="289"/>
        </pc:sldMkLst>
        <pc:spChg chg="add mod">
          <ac:chgData name="Andrés Joaquín" userId="ffbe7a8ed576260a" providerId="LiveId" clId="{B658ABAC-AB3F-4395-880B-B5AF6B8CE368}" dt="2020-04-06T19:37:22.417" v="661" actId="1076"/>
          <ac:spMkLst>
            <pc:docMk/>
            <pc:sldMk cId="0" sldId="289"/>
            <ac:spMk id="6" creationId="{F4C1653B-CDD8-4583-B085-0C9F5EF8F943}"/>
          </ac:spMkLst>
        </pc:spChg>
        <pc:spChg chg="add mod">
          <ac:chgData name="Andrés Joaquín" userId="ffbe7a8ed576260a" providerId="LiveId" clId="{B658ABAC-AB3F-4395-880B-B5AF6B8CE368}" dt="2020-04-06T19:36:45.948" v="656" actId="14100"/>
          <ac:spMkLst>
            <pc:docMk/>
            <pc:sldMk cId="0" sldId="289"/>
            <ac:spMk id="7" creationId="{2C2FC7AC-94EE-4907-902A-6586D2502AA0}"/>
          </ac:spMkLst>
        </pc:spChg>
        <pc:spChg chg="add mod">
          <ac:chgData name="Andrés Joaquín" userId="ffbe7a8ed576260a" providerId="LiveId" clId="{B658ABAC-AB3F-4395-880B-B5AF6B8CE368}" dt="2020-04-06T19:37:37.469" v="691" actId="20577"/>
          <ac:spMkLst>
            <pc:docMk/>
            <pc:sldMk cId="0" sldId="289"/>
            <ac:spMk id="8" creationId="{72DB36F1-167D-4E50-AA72-DAEDF68A142E}"/>
          </ac:spMkLst>
        </pc:spChg>
        <pc:spChg chg="del mod">
          <ac:chgData name="Andrés Joaquín" userId="ffbe7a8ed576260a" providerId="LiveId" clId="{B658ABAC-AB3F-4395-880B-B5AF6B8CE368}" dt="2020-04-06T19:35:24.378" v="626" actId="478"/>
          <ac:spMkLst>
            <pc:docMk/>
            <pc:sldMk cId="0" sldId="289"/>
            <ac:spMk id="46083" creationId="{259F9906-7449-471A-9AF9-92CA4DF535AA}"/>
          </ac:spMkLst>
        </pc:spChg>
        <pc:spChg chg="del mod">
          <ac:chgData name="Andrés Joaquín" userId="ffbe7a8ed576260a" providerId="LiveId" clId="{B658ABAC-AB3F-4395-880B-B5AF6B8CE368}" dt="2020-04-06T19:36:05.452" v="642" actId="478"/>
          <ac:spMkLst>
            <pc:docMk/>
            <pc:sldMk cId="0" sldId="289"/>
            <ac:spMk id="46084" creationId="{487652ED-F7DF-4CA6-AAEC-B55C737ECA79}"/>
          </ac:spMkLst>
        </pc:spChg>
        <pc:spChg chg="del">
          <ac:chgData name="Andrés Joaquín" userId="ffbe7a8ed576260a" providerId="LiveId" clId="{B658ABAC-AB3F-4395-880B-B5AF6B8CE368}" dt="2020-04-06T15:47:19.249" v="241" actId="478"/>
          <ac:spMkLst>
            <pc:docMk/>
            <pc:sldMk cId="0" sldId="289"/>
            <ac:spMk id="344070" creationId="{FFC9DB16-0F49-4B53-8CC6-0959502AD5B8}"/>
          </ac:spMkLst>
        </pc:spChg>
      </pc:sldChg>
      <pc:sldChg chg="addSp delSp modSp add">
        <pc:chgData name="Andrés Joaquín" userId="ffbe7a8ed576260a" providerId="LiveId" clId="{B658ABAC-AB3F-4395-880B-B5AF6B8CE368}" dt="2020-04-06T19:40:12.707" v="727" actId="1076"/>
        <pc:sldMkLst>
          <pc:docMk/>
          <pc:sldMk cId="0" sldId="290"/>
        </pc:sldMkLst>
        <pc:spChg chg="add mod">
          <ac:chgData name="Andrés Joaquín" userId="ffbe7a8ed576260a" providerId="LiveId" clId="{B658ABAC-AB3F-4395-880B-B5AF6B8CE368}" dt="2020-04-06T19:38:05.293" v="695" actId="20577"/>
          <ac:spMkLst>
            <pc:docMk/>
            <pc:sldMk cId="0" sldId="290"/>
            <ac:spMk id="6" creationId="{6D7534AD-5B4E-4B97-855F-C7A70E8B740E}"/>
          </ac:spMkLst>
        </pc:spChg>
        <pc:spChg chg="add del">
          <ac:chgData name="Andrés Joaquín" userId="ffbe7a8ed576260a" providerId="LiveId" clId="{B658ABAC-AB3F-4395-880B-B5AF6B8CE368}" dt="2020-04-06T19:38:10.949" v="697"/>
          <ac:spMkLst>
            <pc:docMk/>
            <pc:sldMk cId="0" sldId="290"/>
            <ac:spMk id="7" creationId="{921BA6B4-1AA5-41A4-8EAC-5110064F985A}"/>
          </ac:spMkLst>
        </pc:spChg>
        <pc:spChg chg="add mod">
          <ac:chgData name="Andrés Joaquín" userId="ffbe7a8ed576260a" providerId="LiveId" clId="{B658ABAC-AB3F-4395-880B-B5AF6B8CE368}" dt="2020-04-06T19:40:08.828" v="726" actId="14100"/>
          <ac:spMkLst>
            <pc:docMk/>
            <pc:sldMk cId="0" sldId="290"/>
            <ac:spMk id="8" creationId="{3B763A6A-C27D-4A2E-8DB5-0C706E7598EC}"/>
          </ac:spMkLst>
        </pc:spChg>
        <pc:spChg chg="add mod">
          <ac:chgData name="Andrés Joaquín" userId="ffbe7a8ed576260a" providerId="LiveId" clId="{B658ABAC-AB3F-4395-880B-B5AF6B8CE368}" dt="2020-04-06T19:40:12.707" v="727" actId="1076"/>
          <ac:spMkLst>
            <pc:docMk/>
            <pc:sldMk cId="0" sldId="290"/>
            <ac:spMk id="9" creationId="{855A7A27-1218-49FE-B7A7-B21BC0E6E9DD}"/>
          </ac:spMkLst>
        </pc:spChg>
        <pc:spChg chg="del mod">
          <ac:chgData name="Andrés Joaquín" userId="ffbe7a8ed576260a" providerId="LiveId" clId="{B658ABAC-AB3F-4395-880B-B5AF6B8CE368}" dt="2020-04-06T19:38:49.592" v="707" actId="478"/>
          <ac:spMkLst>
            <pc:docMk/>
            <pc:sldMk cId="0" sldId="290"/>
            <ac:spMk id="48131" creationId="{3BA0FD98-2125-426B-ADCC-EB8ED7FD41ED}"/>
          </ac:spMkLst>
        </pc:spChg>
        <pc:spChg chg="del mod">
          <ac:chgData name="Andrés Joaquín" userId="ffbe7a8ed576260a" providerId="LiveId" clId="{B658ABAC-AB3F-4395-880B-B5AF6B8CE368}" dt="2020-04-06T19:38:44.829" v="706" actId="478"/>
          <ac:spMkLst>
            <pc:docMk/>
            <pc:sldMk cId="0" sldId="290"/>
            <ac:spMk id="48132" creationId="{19BEC149-2085-4E57-9F32-E9CF9B91B352}"/>
          </ac:spMkLst>
        </pc:spChg>
        <pc:spChg chg="del">
          <ac:chgData name="Andrés Joaquín" userId="ffbe7a8ed576260a" providerId="LiveId" clId="{B658ABAC-AB3F-4395-880B-B5AF6B8CE368}" dt="2020-04-06T15:47:21.697" v="242" actId="478"/>
          <ac:spMkLst>
            <pc:docMk/>
            <pc:sldMk cId="0" sldId="290"/>
            <ac:spMk id="346118" creationId="{066A3A33-8120-44B2-8850-78ABBD867465}"/>
          </ac:spMkLst>
        </pc:spChg>
      </pc:sldChg>
      <pc:sldChg chg="addSp delSp modSp add">
        <pc:chgData name="Andrés Joaquín" userId="ffbe7a8ed576260a" providerId="LiveId" clId="{B658ABAC-AB3F-4395-880B-B5AF6B8CE368}" dt="2020-04-06T20:22:27.813" v="755" actId="1076"/>
        <pc:sldMkLst>
          <pc:docMk/>
          <pc:sldMk cId="0" sldId="292"/>
        </pc:sldMkLst>
        <pc:spChg chg="del mod">
          <ac:chgData name="Andrés Joaquín" userId="ffbe7a8ed576260a" providerId="LiveId" clId="{B658ABAC-AB3F-4395-880B-B5AF6B8CE368}" dt="2020-04-06T20:20:09.414" v="729" actId="478"/>
          <ac:spMkLst>
            <pc:docMk/>
            <pc:sldMk cId="0" sldId="292"/>
            <ac:spMk id="8" creationId="{23E0797A-9986-45A3-81FD-30810E33668D}"/>
          </ac:spMkLst>
        </pc:spChg>
        <pc:spChg chg="add mod">
          <ac:chgData name="Andrés Joaquín" userId="ffbe7a8ed576260a" providerId="LiveId" clId="{B658ABAC-AB3F-4395-880B-B5AF6B8CE368}" dt="2020-04-06T20:21:45.095" v="743" actId="207"/>
          <ac:spMkLst>
            <pc:docMk/>
            <pc:sldMk cId="0" sldId="292"/>
            <ac:spMk id="9" creationId="{1A2AE7AB-05B1-4E68-A202-260040E86700}"/>
          </ac:spMkLst>
        </pc:spChg>
        <pc:spChg chg="add mod">
          <ac:chgData name="Andrés Joaquín" userId="ffbe7a8ed576260a" providerId="LiveId" clId="{B658ABAC-AB3F-4395-880B-B5AF6B8CE368}" dt="2020-04-06T20:22:27.813" v="755" actId="1076"/>
          <ac:spMkLst>
            <pc:docMk/>
            <pc:sldMk cId="0" sldId="292"/>
            <ac:spMk id="10" creationId="{100B16E3-E7A0-43A7-BE6A-DF3A8F30727B}"/>
          </ac:spMkLst>
        </pc:spChg>
        <pc:spChg chg="del mod">
          <ac:chgData name="Andrés Joaquín" userId="ffbe7a8ed576260a" providerId="LiveId" clId="{B658ABAC-AB3F-4395-880B-B5AF6B8CE368}" dt="2020-04-06T20:21:20.214" v="736" actId="478"/>
          <ac:spMkLst>
            <pc:docMk/>
            <pc:sldMk cId="0" sldId="292"/>
            <ac:spMk id="50180" creationId="{2FCE7B50-0AD1-42FE-8166-DD2BA1D618E3}"/>
          </ac:spMkLst>
        </pc:spChg>
        <pc:spChg chg="del mod">
          <ac:chgData name="Andrés Joaquín" userId="ffbe7a8ed576260a" providerId="LiveId" clId="{B658ABAC-AB3F-4395-880B-B5AF6B8CE368}" dt="2020-04-06T20:22:22.245" v="754" actId="478"/>
          <ac:spMkLst>
            <pc:docMk/>
            <pc:sldMk cId="0" sldId="292"/>
            <ac:spMk id="50181" creationId="{FDE3DF0C-5764-4D30-99C8-A7B8D5027C76}"/>
          </ac:spMkLst>
        </pc:spChg>
        <pc:spChg chg="mod">
          <ac:chgData name="Andrés Joaquín" userId="ffbe7a8ed576260a" providerId="LiveId" clId="{B658ABAC-AB3F-4395-880B-B5AF6B8CE368}" dt="2020-04-06T20:20:14.380" v="730" actId="108"/>
          <ac:spMkLst>
            <pc:docMk/>
            <pc:sldMk cId="0" sldId="292"/>
            <ac:spMk id="50184" creationId="{CA66C4A0-4015-419D-B069-691E0AE5E779}"/>
          </ac:spMkLst>
        </pc:spChg>
        <pc:spChg chg="del">
          <ac:chgData name="Andrés Joaquín" userId="ffbe7a8ed576260a" providerId="LiveId" clId="{B658ABAC-AB3F-4395-880B-B5AF6B8CE368}" dt="2020-04-06T15:47:24.348" v="243" actId="478"/>
          <ac:spMkLst>
            <pc:docMk/>
            <pc:sldMk cId="0" sldId="292"/>
            <ac:spMk id="350216" creationId="{842A7485-2654-49D5-B525-6CCF15F5BC74}"/>
          </ac:spMkLst>
        </pc:spChg>
      </pc:sldChg>
      <pc:sldChg chg="addSp delSp modSp add">
        <pc:chgData name="Andrés Joaquín" userId="ffbe7a8ed576260a" providerId="LiveId" clId="{B658ABAC-AB3F-4395-880B-B5AF6B8CE368}" dt="2020-04-06T20:23:47.191" v="777" actId="1076"/>
        <pc:sldMkLst>
          <pc:docMk/>
          <pc:sldMk cId="0" sldId="293"/>
        </pc:sldMkLst>
        <pc:spChg chg="add mod">
          <ac:chgData name="Andrés Joaquín" userId="ffbe7a8ed576260a" providerId="LiveId" clId="{B658ABAC-AB3F-4395-880B-B5AF6B8CE368}" dt="2020-04-06T20:23:10.473" v="764" actId="207"/>
          <ac:spMkLst>
            <pc:docMk/>
            <pc:sldMk cId="0" sldId="293"/>
            <ac:spMk id="8" creationId="{68FC46FD-2448-42CA-B499-D4639CEE5A67}"/>
          </ac:spMkLst>
        </pc:spChg>
        <pc:spChg chg="add mod">
          <ac:chgData name="Andrés Joaquín" userId="ffbe7a8ed576260a" providerId="LiveId" clId="{B658ABAC-AB3F-4395-880B-B5AF6B8CE368}" dt="2020-04-06T20:23:47.191" v="777" actId="1076"/>
          <ac:spMkLst>
            <pc:docMk/>
            <pc:sldMk cId="0" sldId="293"/>
            <ac:spMk id="9" creationId="{BF2726DD-4FE3-4D20-ACF4-0A0B306E5552}"/>
          </ac:spMkLst>
        </pc:spChg>
        <pc:spChg chg="del mod">
          <ac:chgData name="Andrés Joaquín" userId="ffbe7a8ed576260a" providerId="LiveId" clId="{B658ABAC-AB3F-4395-880B-B5AF6B8CE368}" dt="2020-04-06T20:22:55.376" v="761" actId="478"/>
          <ac:spMkLst>
            <pc:docMk/>
            <pc:sldMk cId="0" sldId="293"/>
            <ac:spMk id="52228" creationId="{CAC9780B-22F8-4880-B761-D3EBC6C591ED}"/>
          </ac:spMkLst>
        </pc:spChg>
        <pc:spChg chg="del mod">
          <ac:chgData name="Andrés Joaquín" userId="ffbe7a8ed576260a" providerId="LiveId" clId="{B658ABAC-AB3F-4395-880B-B5AF6B8CE368}" dt="2020-04-06T20:23:20.367" v="769" actId="478"/>
          <ac:spMkLst>
            <pc:docMk/>
            <pc:sldMk cId="0" sldId="293"/>
            <ac:spMk id="52229" creationId="{48BA3D7C-A8F0-453D-856E-7D0850220CA0}"/>
          </ac:spMkLst>
        </pc:spChg>
        <pc:spChg chg="mod">
          <ac:chgData name="Andrés Joaquín" userId="ffbe7a8ed576260a" providerId="LiveId" clId="{B658ABAC-AB3F-4395-880B-B5AF6B8CE368}" dt="2020-04-06T20:22:38.763" v="756" actId="108"/>
          <ac:spMkLst>
            <pc:docMk/>
            <pc:sldMk cId="0" sldId="293"/>
            <ac:spMk id="52231" creationId="{B5F16552-343C-49DF-8491-16EB46C881F1}"/>
          </ac:spMkLst>
        </pc:spChg>
        <pc:spChg chg="del">
          <ac:chgData name="Andrés Joaquín" userId="ffbe7a8ed576260a" providerId="LiveId" clId="{B658ABAC-AB3F-4395-880B-B5AF6B8CE368}" dt="2020-04-06T15:47:26.658" v="244" actId="478"/>
          <ac:spMkLst>
            <pc:docMk/>
            <pc:sldMk cId="0" sldId="293"/>
            <ac:spMk id="352264" creationId="{17E5CA49-A3D0-46C3-9A5A-532C5CFBBE2A}"/>
          </ac:spMkLst>
        </pc:spChg>
      </pc:sldChg>
      <pc:sldChg chg="addSp delSp modSp add">
        <pc:chgData name="Andrés Joaquín" userId="ffbe7a8ed576260a" providerId="LiveId" clId="{B658ABAC-AB3F-4395-880B-B5AF6B8CE368}" dt="2020-04-06T20:26:14.070" v="803" actId="113"/>
        <pc:sldMkLst>
          <pc:docMk/>
          <pc:sldMk cId="0" sldId="294"/>
        </pc:sldMkLst>
        <pc:spChg chg="add mod">
          <ac:chgData name="Andrés Joaquín" userId="ffbe7a8ed576260a" providerId="LiveId" clId="{B658ABAC-AB3F-4395-880B-B5AF6B8CE368}" dt="2020-04-06T20:26:12.009" v="802" actId="113"/>
          <ac:spMkLst>
            <pc:docMk/>
            <pc:sldMk cId="0" sldId="294"/>
            <ac:spMk id="7" creationId="{DACC3172-0659-45B5-91EE-D747DF6F3F54}"/>
          </ac:spMkLst>
        </pc:spChg>
        <pc:spChg chg="add mod">
          <ac:chgData name="Andrés Joaquín" userId="ffbe7a8ed576260a" providerId="LiveId" clId="{B658ABAC-AB3F-4395-880B-B5AF6B8CE368}" dt="2020-04-06T20:26:14.070" v="803" actId="113"/>
          <ac:spMkLst>
            <pc:docMk/>
            <pc:sldMk cId="0" sldId="294"/>
            <ac:spMk id="8" creationId="{7E0372AF-4C4C-485C-A490-A2046D952B91}"/>
          </ac:spMkLst>
        </pc:spChg>
        <pc:spChg chg="mod">
          <ac:chgData name="Andrés Joaquín" userId="ffbe7a8ed576260a" providerId="LiveId" clId="{B658ABAC-AB3F-4395-880B-B5AF6B8CE368}" dt="2020-04-06T20:23:55.610" v="778" actId="207"/>
          <ac:spMkLst>
            <pc:docMk/>
            <pc:sldMk cId="0" sldId="294"/>
            <ac:spMk id="54275" creationId="{EAEA5B79-8032-4C58-8A06-08360B28CFCE}"/>
          </ac:spMkLst>
        </pc:spChg>
        <pc:spChg chg="del mod">
          <ac:chgData name="Andrés Joaquín" userId="ffbe7a8ed576260a" providerId="LiveId" clId="{B658ABAC-AB3F-4395-880B-B5AF6B8CE368}" dt="2020-04-06T20:24:29.625" v="783" actId="478"/>
          <ac:spMkLst>
            <pc:docMk/>
            <pc:sldMk cId="0" sldId="294"/>
            <ac:spMk id="54276" creationId="{EE213A5E-AA13-44E7-A8D4-F2235EAA24E9}"/>
          </ac:spMkLst>
        </pc:spChg>
        <pc:spChg chg="del mod">
          <ac:chgData name="Andrés Joaquín" userId="ffbe7a8ed576260a" providerId="LiveId" clId="{B658ABAC-AB3F-4395-880B-B5AF6B8CE368}" dt="2020-04-06T20:24:53.308" v="792" actId="478"/>
          <ac:spMkLst>
            <pc:docMk/>
            <pc:sldMk cId="0" sldId="294"/>
            <ac:spMk id="54277" creationId="{5BDDC3AE-3E64-43EB-A7A9-51E0750ABF47}"/>
          </ac:spMkLst>
        </pc:spChg>
        <pc:spChg chg="del">
          <ac:chgData name="Andrés Joaquín" userId="ffbe7a8ed576260a" providerId="LiveId" clId="{B658ABAC-AB3F-4395-880B-B5AF6B8CE368}" dt="2020-04-06T15:47:29.290" v="245" actId="478"/>
          <ac:spMkLst>
            <pc:docMk/>
            <pc:sldMk cId="0" sldId="294"/>
            <ac:spMk id="354311" creationId="{4B0AFE1C-28DC-4A90-BD9B-19BA72096EF3}"/>
          </ac:spMkLst>
        </pc:spChg>
      </pc:sldChg>
      <pc:sldChg chg="addSp delSp modSp add">
        <pc:chgData name="Andrés Joaquín" userId="ffbe7a8ed576260a" providerId="LiveId" clId="{B658ABAC-AB3F-4395-880B-B5AF6B8CE368}" dt="2020-04-06T20:27:35.824" v="828" actId="207"/>
        <pc:sldMkLst>
          <pc:docMk/>
          <pc:sldMk cId="0" sldId="295"/>
        </pc:sldMkLst>
        <pc:spChg chg="add mod">
          <ac:chgData name="Andrés Joaquín" userId="ffbe7a8ed576260a" providerId="LiveId" clId="{B658ABAC-AB3F-4395-880B-B5AF6B8CE368}" dt="2020-04-06T20:27:29.432" v="826" actId="207"/>
          <ac:spMkLst>
            <pc:docMk/>
            <pc:sldMk cId="0" sldId="295"/>
            <ac:spMk id="7" creationId="{43FC5E0F-E5C4-4E1A-AD2B-A58B155C7D3A}"/>
          </ac:spMkLst>
        </pc:spChg>
        <pc:spChg chg="add mod">
          <ac:chgData name="Andrés Joaquín" userId="ffbe7a8ed576260a" providerId="LiveId" clId="{B658ABAC-AB3F-4395-880B-B5AF6B8CE368}" dt="2020-04-06T20:27:35.824" v="828" actId="207"/>
          <ac:spMkLst>
            <pc:docMk/>
            <pc:sldMk cId="0" sldId="295"/>
            <ac:spMk id="8" creationId="{D8FE5721-FE22-4032-8AFF-3B19F3DF6481}"/>
          </ac:spMkLst>
        </pc:spChg>
        <pc:spChg chg="mod">
          <ac:chgData name="Andrés Joaquín" userId="ffbe7a8ed576260a" providerId="LiveId" clId="{B658ABAC-AB3F-4395-880B-B5AF6B8CE368}" dt="2020-04-06T20:26:30.677" v="804" actId="207"/>
          <ac:spMkLst>
            <pc:docMk/>
            <pc:sldMk cId="0" sldId="295"/>
            <ac:spMk id="56323" creationId="{0AFF2707-2C09-4AD0-AC8E-97C7B4F47FE5}"/>
          </ac:spMkLst>
        </pc:spChg>
        <pc:spChg chg="del mod">
          <ac:chgData name="Andrés Joaquín" userId="ffbe7a8ed576260a" providerId="LiveId" clId="{B658ABAC-AB3F-4395-880B-B5AF6B8CE368}" dt="2020-04-06T20:26:45.586" v="809" actId="478"/>
          <ac:spMkLst>
            <pc:docMk/>
            <pc:sldMk cId="0" sldId="295"/>
            <ac:spMk id="56324" creationId="{53366FA3-EFEA-44F3-9028-171046CA8203}"/>
          </ac:spMkLst>
        </pc:spChg>
        <pc:spChg chg="del mod">
          <ac:chgData name="Andrés Joaquín" userId="ffbe7a8ed576260a" providerId="LiveId" clId="{B658ABAC-AB3F-4395-880B-B5AF6B8CE368}" dt="2020-04-06T20:27:18.773" v="823" actId="478"/>
          <ac:spMkLst>
            <pc:docMk/>
            <pc:sldMk cId="0" sldId="295"/>
            <ac:spMk id="56325" creationId="{4D430D58-0B84-4B70-A4FC-F28643DBD32A}"/>
          </ac:spMkLst>
        </pc:spChg>
        <pc:spChg chg="del">
          <ac:chgData name="Andrés Joaquín" userId="ffbe7a8ed576260a" providerId="LiveId" clId="{B658ABAC-AB3F-4395-880B-B5AF6B8CE368}" dt="2020-04-06T15:47:31.984" v="246" actId="478"/>
          <ac:spMkLst>
            <pc:docMk/>
            <pc:sldMk cId="0" sldId="295"/>
            <ac:spMk id="356360" creationId="{81C048A5-83A6-4FEC-B8B7-C527C4C0F384}"/>
          </ac:spMkLst>
        </pc:spChg>
      </pc:sldChg>
      <pc:sldChg chg="addSp delSp modSp add">
        <pc:chgData name="Andrés Joaquín" userId="ffbe7a8ed576260a" providerId="LiveId" clId="{B658ABAC-AB3F-4395-880B-B5AF6B8CE368}" dt="2020-04-06T20:29:58.559" v="915" actId="478"/>
        <pc:sldMkLst>
          <pc:docMk/>
          <pc:sldMk cId="0" sldId="297"/>
        </pc:sldMkLst>
        <pc:spChg chg="add mod">
          <ac:chgData name="Andrés Joaquín" userId="ffbe7a8ed576260a" providerId="LiveId" clId="{B658ABAC-AB3F-4395-880B-B5AF6B8CE368}" dt="2020-04-06T20:29:27.590" v="905" actId="207"/>
          <ac:spMkLst>
            <pc:docMk/>
            <pc:sldMk cId="0" sldId="297"/>
            <ac:spMk id="9" creationId="{4CFB1334-8F14-481A-9808-1C867EF91794}"/>
          </ac:spMkLst>
        </pc:spChg>
        <pc:spChg chg="add mod">
          <ac:chgData name="Andrés Joaquín" userId="ffbe7a8ed576260a" providerId="LiveId" clId="{B658ABAC-AB3F-4395-880B-B5AF6B8CE368}" dt="2020-04-06T20:29:56.922" v="914" actId="207"/>
          <ac:spMkLst>
            <pc:docMk/>
            <pc:sldMk cId="0" sldId="297"/>
            <ac:spMk id="10" creationId="{9C728B5C-CD1B-4AF1-98C8-1A51A11FA270}"/>
          </ac:spMkLst>
        </pc:spChg>
        <pc:spChg chg="mod">
          <ac:chgData name="Andrés Joaquín" userId="ffbe7a8ed576260a" providerId="LiveId" clId="{B658ABAC-AB3F-4395-880B-B5AF6B8CE368}" dt="2020-04-06T20:28:21.138" v="880" actId="1076"/>
          <ac:spMkLst>
            <pc:docMk/>
            <pc:sldMk cId="0" sldId="297"/>
            <ac:spMk id="58371" creationId="{93CCB775-BAC5-4A3F-A94B-20981C2597CE}"/>
          </ac:spMkLst>
        </pc:spChg>
        <pc:spChg chg="add del mod">
          <ac:chgData name="Andrés Joaquín" userId="ffbe7a8ed576260a" providerId="LiveId" clId="{B658ABAC-AB3F-4395-880B-B5AF6B8CE368}" dt="2020-04-06T20:29:09.006" v="898" actId="478"/>
          <ac:spMkLst>
            <pc:docMk/>
            <pc:sldMk cId="0" sldId="297"/>
            <ac:spMk id="58372" creationId="{E543DEF3-6B1F-4D6C-88DF-D5C40E48FC0E}"/>
          </ac:spMkLst>
        </pc:spChg>
        <pc:spChg chg="del mod">
          <ac:chgData name="Andrés Joaquín" userId="ffbe7a8ed576260a" providerId="LiveId" clId="{B658ABAC-AB3F-4395-880B-B5AF6B8CE368}" dt="2020-04-06T20:29:58.559" v="915" actId="478"/>
          <ac:spMkLst>
            <pc:docMk/>
            <pc:sldMk cId="0" sldId="297"/>
            <ac:spMk id="58373" creationId="{1CDA06E3-3C44-4221-AB04-C75EDFFDED16}"/>
          </ac:spMkLst>
        </pc:spChg>
        <pc:spChg chg="del">
          <ac:chgData name="Andrés Joaquín" userId="ffbe7a8ed576260a" providerId="LiveId" clId="{B658ABAC-AB3F-4395-880B-B5AF6B8CE368}" dt="2020-04-06T20:28:16.490" v="879" actId="478"/>
          <ac:spMkLst>
            <pc:docMk/>
            <pc:sldMk cId="0" sldId="297"/>
            <ac:spMk id="58375" creationId="{7B83B4BE-8E0F-4A75-B66B-4BD4AB2C3FE7}"/>
          </ac:spMkLst>
        </pc:spChg>
        <pc:spChg chg="add del mod">
          <ac:chgData name="Andrés Joaquín" userId="ffbe7a8ed576260a" providerId="LiveId" clId="{B658ABAC-AB3F-4395-880B-B5AF6B8CE368}" dt="2020-04-06T20:29:06.508" v="897" actId="478"/>
          <ac:spMkLst>
            <pc:docMk/>
            <pc:sldMk cId="0" sldId="297"/>
            <ac:spMk id="58376" creationId="{B0083965-81C8-4B70-8EEC-2E9892EBE3D3}"/>
          </ac:spMkLst>
        </pc:spChg>
        <pc:spChg chg="del">
          <ac:chgData name="Andrés Joaquín" userId="ffbe7a8ed576260a" providerId="LiveId" clId="{B658ABAC-AB3F-4395-880B-B5AF6B8CE368}" dt="2020-04-06T15:47:33.887" v="247" actId="478"/>
          <ac:spMkLst>
            <pc:docMk/>
            <pc:sldMk cId="0" sldId="297"/>
            <ac:spMk id="360457" creationId="{222412DA-06C8-414E-A27C-E7C98741F5F1}"/>
          </ac:spMkLst>
        </pc:spChg>
      </pc:sldChg>
      <pc:sldChg chg="addSp delSp modSp add">
        <pc:chgData name="Andrés Joaquín" userId="ffbe7a8ed576260a" providerId="LiveId" clId="{B658ABAC-AB3F-4395-880B-B5AF6B8CE368}" dt="2020-04-06T20:31:29.412" v="935" actId="207"/>
        <pc:sldMkLst>
          <pc:docMk/>
          <pc:sldMk cId="0" sldId="298"/>
        </pc:sldMkLst>
        <pc:spChg chg="add mod">
          <ac:chgData name="Andrés Joaquín" userId="ffbe7a8ed576260a" providerId="LiveId" clId="{B658ABAC-AB3F-4395-880B-B5AF6B8CE368}" dt="2020-04-06T20:31:29.412" v="935" actId="207"/>
          <ac:spMkLst>
            <pc:docMk/>
            <pc:sldMk cId="0" sldId="298"/>
            <ac:spMk id="6" creationId="{C28F00A6-C56D-400E-8C00-5A563DF66C6F}"/>
          </ac:spMkLst>
        </pc:spChg>
        <pc:spChg chg="mod">
          <ac:chgData name="Andrés Joaquín" userId="ffbe7a8ed576260a" providerId="LiveId" clId="{B658ABAC-AB3F-4395-880B-B5AF6B8CE368}" dt="2020-04-06T20:30:11.555" v="916" actId="207"/>
          <ac:spMkLst>
            <pc:docMk/>
            <pc:sldMk cId="0" sldId="298"/>
            <ac:spMk id="60419" creationId="{B9F516A3-C461-49A0-89AE-9A5089AEADB1}"/>
          </ac:spMkLst>
        </pc:spChg>
        <pc:spChg chg="del mod">
          <ac:chgData name="Andrés Joaquín" userId="ffbe7a8ed576260a" providerId="LiveId" clId="{B658ABAC-AB3F-4395-880B-B5AF6B8CE368}" dt="2020-04-06T20:30:51.477" v="921" actId="478"/>
          <ac:spMkLst>
            <pc:docMk/>
            <pc:sldMk cId="0" sldId="298"/>
            <ac:spMk id="60420" creationId="{B8B62C3D-2227-4323-8C02-802BC4F85D3B}"/>
          </ac:spMkLst>
        </pc:spChg>
        <pc:spChg chg="del">
          <ac:chgData name="Andrés Joaquín" userId="ffbe7a8ed576260a" providerId="LiveId" clId="{B658ABAC-AB3F-4395-880B-B5AF6B8CE368}" dt="2020-04-06T15:47:36.177" v="248" actId="478"/>
          <ac:spMkLst>
            <pc:docMk/>
            <pc:sldMk cId="0" sldId="298"/>
            <ac:spMk id="362502" creationId="{1BB9FB55-29B6-4E48-8E4B-F85DC63678AE}"/>
          </ac:spMkLst>
        </pc:spChg>
      </pc:sldChg>
      <pc:sldChg chg="addSp delSp modSp add">
        <pc:chgData name="Andrés Joaquín" userId="ffbe7a8ed576260a" providerId="LiveId" clId="{B658ABAC-AB3F-4395-880B-B5AF6B8CE368}" dt="2020-04-06T20:48:21.296" v="952" actId="207"/>
        <pc:sldMkLst>
          <pc:docMk/>
          <pc:sldMk cId="0" sldId="299"/>
        </pc:sldMkLst>
        <pc:spChg chg="add mod">
          <ac:chgData name="Andrés Joaquín" userId="ffbe7a8ed576260a" providerId="LiveId" clId="{B658ABAC-AB3F-4395-880B-B5AF6B8CE368}" dt="2020-04-06T20:48:21.296" v="952" actId="207"/>
          <ac:spMkLst>
            <pc:docMk/>
            <pc:sldMk cId="0" sldId="299"/>
            <ac:spMk id="6" creationId="{4058283D-1A5C-45E4-BA04-7E6D88DAB2F2}"/>
          </ac:spMkLst>
        </pc:spChg>
        <pc:spChg chg="mod">
          <ac:chgData name="Andrés Joaquín" userId="ffbe7a8ed576260a" providerId="LiveId" clId="{B658ABAC-AB3F-4395-880B-B5AF6B8CE368}" dt="2020-04-06T20:30:16.383" v="917" actId="207"/>
          <ac:spMkLst>
            <pc:docMk/>
            <pc:sldMk cId="0" sldId="299"/>
            <ac:spMk id="62467" creationId="{BF04C3D5-B630-4991-B510-AF17AAB25A94}"/>
          </ac:spMkLst>
        </pc:spChg>
        <pc:spChg chg="del mod">
          <ac:chgData name="Andrés Joaquín" userId="ffbe7a8ed576260a" providerId="LiveId" clId="{B658ABAC-AB3F-4395-880B-B5AF6B8CE368}" dt="2020-04-06T20:31:51.874" v="939" actId="478"/>
          <ac:spMkLst>
            <pc:docMk/>
            <pc:sldMk cId="0" sldId="299"/>
            <ac:spMk id="62468" creationId="{CFE7ABAF-B8CC-4DE0-9A44-00C972A53002}"/>
          </ac:spMkLst>
        </pc:spChg>
        <pc:spChg chg="del">
          <ac:chgData name="Andrés Joaquín" userId="ffbe7a8ed576260a" providerId="LiveId" clId="{B658ABAC-AB3F-4395-880B-B5AF6B8CE368}" dt="2020-04-06T15:47:38.840" v="249" actId="478"/>
          <ac:spMkLst>
            <pc:docMk/>
            <pc:sldMk cId="0" sldId="299"/>
            <ac:spMk id="364550" creationId="{B9A38CE1-2DDA-4F52-BD26-96EA116942C1}"/>
          </ac:spMkLst>
        </pc:spChg>
      </pc:sldChg>
      <pc:sldChg chg="addSp delSp modSp add">
        <pc:chgData name="Andrés Joaquín" userId="ffbe7a8ed576260a" providerId="LiveId" clId="{B658ABAC-AB3F-4395-880B-B5AF6B8CE368}" dt="2020-04-06T20:49:28.530" v="971" actId="207"/>
        <pc:sldMkLst>
          <pc:docMk/>
          <pc:sldMk cId="0" sldId="300"/>
        </pc:sldMkLst>
        <pc:spChg chg="add mod">
          <ac:chgData name="Andrés Joaquín" userId="ffbe7a8ed576260a" providerId="LiveId" clId="{B658ABAC-AB3F-4395-880B-B5AF6B8CE368}" dt="2020-04-06T20:49:04.109" v="962" actId="207"/>
          <ac:spMkLst>
            <pc:docMk/>
            <pc:sldMk cId="0" sldId="300"/>
            <ac:spMk id="8" creationId="{6AB1E177-5905-44AE-AD96-11BA0E2B35AE}"/>
          </ac:spMkLst>
        </pc:spChg>
        <pc:spChg chg="add mod">
          <ac:chgData name="Andrés Joaquín" userId="ffbe7a8ed576260a" providerId="LiveId" clId="{B658ABAC-AB3F-4395-880B-B5AF6B8CE368}" dt="2020-04-06T20:49:28.530" v="971" actId="207"/>
          <ac:spMkLst>
            <pc:docMk/>
            <pc:sldMk cId="0" sldId="300"/>
            <ac:spMk id="9" creationId="{08A12A45-FC57-43A0-BEFB-4067E422F7E6}"/>
          </ac:spMkLst>
        </pc:spChg>
        <pc:spChg chg="del mod">
          <ac:chgData name="Andrés Joaquín" userId="ffbe7a8ed576260a" providerId="LiveId" clId="{B658ABAC-AB3F-4395-880B-B5AF6B8CE368}" dt="2020-04-06T20:48:47.122" v="957" actId="478"/>
          <ac:spMkLst>
            <pc:docMk/>
            <pc:sldMk cId="0" sldId="300"/>
            <ac:spMk id="64516" creationId="{8392953E-91EE-4BB8-B4EA-280C0F9C2B53}"/>
          </ac:spMkLst>
        </pc:spChg>
        <pc:spChg chg="del mod">
          <ac:chgData name="Andrés Joaquín" userId="ffbe7a8ed576260a" providerId="LiveId" clId="{B658ABAC-AB3F-4395-880B-B5AF6B8CE368}" dt="2020-04-06T20:49:14.928" v="967" actId="478"/>
          <ac:spMkLst>
            <pc:docMk/>
            <pc:sldMk cId="0" sldId="300"/>
            <ac:spMk id="64517" creationId="{7F4BF87E-064E-4AFB-BF80-00F58635CD18}"/>
          </ac:spMkLst>
        </pc:spChg>
        <pc:spChg chg="mod">
          <ac:chgData name="Andrés Joaquín" userId="ffbe7a8ed576260a" providerId="LiveId" clId="{B658ABAC-AB3F-4395-880B-B5AF6B8CE368}" dt="2020-04-06T20:48:29.687" v="953" actId="108"/>
          <ac:spMkLst>
            <pc:docMk/>
            <pc:sldMk cId="0" sldId="300"/>
            <ac:spMk id="64519" creationId="{D3DF6592-543C-4264-8E28-B32495731304}"/>
          </ac:spMkLst>
        </pc:spChg>
        <pc:spChg chg="del">
          <ac:chgData name="Andrés Joaquín" userId="ffbe7a8ed576260a" providerId="LiveId" clId="{B658ABAC-AB3F-4395-880B-B5AF6B8CE368}" dt="2020-04-06T15:47:43.607" v="250" actId="478"/>
          <ac:spMkLst>
            <pc:docMk/>
            <pc:sldMk cId="0" sldId="300"/>
            <ac:spMk id="366600" creationId="{775BEE5E-3796-4978-9FFE-8222F6C09867}"/>
          </ac:spMkLst>
        </pc:spChg>
      </pc:sldChg>
      <pc:sldChg chg="delSp modSp add">
        <pc:chgData name="Andrés Joaquín" userId="ffbe7a8ed576260a" providerId="LiveId" clId="{B658ABAC-AB3F-4395-880B-B5AF6B8CE368}" dt="2020-04-06T21:24:52.214" v="1034" actId="403"/>
        <pc:sldMkLst>
          <pc:docMk/>
          <pc:sldMk cId="0" sldId="301"/>
        </pc:sldMkLst>
        <pc:spChg chg="mod">
          <ac:chgData name="Andrés Joaquín" userId="ffbe7a8ed576260a" providerId="LiveId" clId="{B658ABAC-AB3F-4395-880B-B5AF6B8CE368}" dt="2020-04-06T21:24:31.670" v="1030" actId="113"/>
          <ac:spMkLst>
            <pc:docMk/>
            <pc:sldMk cId="0" sldId="301"/>
            <ac:spMk id="7" creationId="{686FD127-6E9C-4731-8C5A-D0FFC8C6249C}"/>
          </ac:spMkLst>
        </pc:spChg>
        <pc:spChg chg="mod">
          <ac:chgData name="Andrés Joaquín" userId="ffbe7a8ed576260a" providerId="LiveId" clId="{B658ABAC-AB3F-4395-880B-B5AF6B8CE368}" dt="2020-04-06T21:24:52.214" v="1034" actId="403"/>
          <ac:spMkLst>
            <pc:docMk/>
            <pc:sldMk cId="0" sldId="301"/>
            <ac:spMk id="9" creationId="{23896231-0246-43D7-84B5-6C89C6E0EC3A}"/>
          </ac:spMkLst>
        </pc:spChg>
        <pc:spChg chg="del">
          <ac:chgData name="Andrés Joaquín" userId="ffbe7a8ed576260a" providerId="LiveId" clId="{B658ABAC-AB3F-4395-880B-B5AF6B8CE368}" dt="2020-04-06T15:47:49.216" v="251" actId="478"/>
          <ac:spMkLst>
            <pc:docMk/>
            <pc:sldMk cId="0" sldId="301"/>
            <ac:spMk id="368647" creationId="{223668F9-72BF-465E-8557-F42070A67E50}"/>
          </ac:spMkLst>
        </pc:spChg>
      </pc:sldChg>
      <pc:sldChg chg="del">
        <pc:chgData name="Andrés Joaquín" userId="ffbe7a8ed576260a" providerId="LiveId" clId="{B658ABAC-AB3F-4395-880B-B5AF6B8CE368}" dt="2020-04-06T15:49:06.743" v="278" actId="47"/>
        <pc:sldMkLst>
          <pc:docMk/>
          <pc:sldMk cId="3354012763" sldId="305"/>
        </pc:sldMkLst>
      </pc:sldChg>
      <pc:sldChg chg="del">
        <pc:chgData name="Andrés Joaquín" userId="ffbe7a8ed576260a" providerId="LiveId" clId="{B658ABAC-AB3F-4395-880B-B5AF6B8CE368}" dt="2020-04-06T15:49:05.216" v="277" actId="47"/>
        <pc:sldMkLst>
          <pc:docMk/>
          <pc:sldMk cId="3439446979" sldId="306"/>
        </pc:sldMkLst>
      </pc:sldChg>
      <pc:sldChg chg="del">
        <pc:chgData name="Andrés Joaquín" userId="ffbe7a8ed576260a" providerId="LiveId" clId="{B658ABAC-AB3F-4395-880B-B5AF6B8CE368}" dt="2020-04-06T15:49:00.892" v="275" actId="47"/>
        <pc:sldMkLst>
          <pc:docMk/>
          <pc:sldMk cId="1103987793" sldId="307"/>
        </pc:sldMkLst>
      </pc:sldChg>
      <pc:sldChg chg="del">
        <pc:chgData name="Andrés Joaquín" userId="ffbe7a8ed576260a" providerId="LiveId" clId="{B658ABAC-AB3F-4395-880B-B5AF6B8CE368}" dt="2020-04-06T15:49:02.001" v="276" actId="47"/>
        <pc:sldMkLst>
          <pc:docMk/>
          <pc:sldMk cId="2268954234" sldId="308"/>
        </pc:sldMkLst>
      </pc:sldChg>
      <pc:sldChg chg="del">
        <pc:chgData name="Andrés Joaquín" userId="ffbe7a8ed576260a" providerId="LiveId" clId="{B658ABAC-AB3F-4395-880B-B5AF6B8CE368}" dt="2020-04-06T15:48:59.492" v="274" actId="47"/>
        <pc:sldMkLst>
          <pc:docMk/>
          <pc:sldMk cId="2361540257" sldId="309"/>
        </pc:sldMkLst>
      </pc:sldChg>
      <pc:sldChg chg="delSp modSp add">
        <pc:chgData name="Andrés Joaquín" userId="ffbe7a8ed576260a" providerId="LiveId" clId="{B658ABAC-AB3F-4395-880B-B5AF6B8CE368}" dt="2020-04-06T15:38:12.919" v="120" actId="478"/>
        <pc:sldMkLst>
          <pc:docMk/>
          <pc:sldMk cId="0" sldId="310"/>
        </pc:sldMkLst>
        <pc:spChg chg="mod">
          <ac:chgData name="Andrés Joaquín" userId="ffbe7a8ed576260a" providerId="LiveId" clId="{B658ABAC-AB3F-4395-880B-B5AF6B8CE368}" dt="2020-04-06T15:38:10.473" v="119" actId="108"/>
          <ac:spMkLst>
            <pc:docMk/>
            <pc:sldMk cId="0" sldId="310"/>
            <ac:spMk id="6" creationId="{3C88A246-C26A-4E1B-AACD-3645154BAF49}"/>
          </ac:spMkLst>
        </pc:spChg>
        <pc:spChg chg="del">
          <ac:chgData name="Andrés Joaquín" userId="ffbe7a8ed576260a" providerId="LiveId" clId="{B658ABAC-AB3F-4395-880B-B5AF6B8CE368}" dt="2020-04-06T15:38:12.919" v="120" actId="478"/>
          <ac:spMkLst>
            <pc:docMk/>
            <pc:sldMk cId="0" sldId="310"/>
            <ac:spMk id="319494" creationId="{D19DDC6C-6901-476A-AF43-8C4CF033206C}"/>
          </ac:spMkLst>
        </pc:spChg>
      </pc:sldChg>
      <pc:sldChg chg="del ord">
        <pc:chgData name="Andrés Joaquín" userId="ffbe7a8ed576260a" providerId="LiveId" clId="{B658ABAC-AB3F-4395-880B-B5AF6B8CE368}" dt="2020-04-06T15:49:33.592" v="281" actId="47"/>
        <pc:sldMkLst>
          <pc:docMk/>
          <pc:sldMk cId="899947103" sldId="311"/>
        </pc:sldMkLst>
      </pc:sldChg>
      <pc:sldChg chg="del">
        <pc:chgData name="Andrés Joaquín" userId="ffbe7a8ed576260a" providerId="LiveId" clId="{B658ABAC-AB3F-4395-880B-B5AF6B8CE368}" dt="2020-04-06T15:48:56.202" v="273" actId="47"/>
        <pc:sldMkLst>
          <pc:docMk/>
          <pc:sldMk cId="505532145" sldId="313"/>
        </pc:sldMkLst>
      </pc:sldChg>
      <pc:sldChg chg="modSp">
        <pc:chgData name="Andrés Joaquín" userId="ffbe7a8ed576260a" providerId="LiveId" clId="{B658ABAC-AB3F-4395-880B-B5AF6B8CE368}" dt="2020-04-06T15:27:37.409" v="59" actId="20577"/>
        <pc:sldMkLst>
          <pc:docMk/>
          <pc:sldMk cId="1011825357" sldId="314"/>
        </pc:sldMkLst>
        <pc:spChg chg="mod">
          <ac:chgData name="Andrés Joaquín" userId="ffbe7a8ed576260a" providerId="LiveId" clId="{B658ABAC-AB3F-4395-880B-B5AF6B8CE368}" dt="2020-04-06T15:27:37.409" v="59" actId="20577"/>
          <ac:spMkLst>
            <pc:docMk/>
            <pc:sldMk cId="1011825357" sldId="314"/>
            <ac:spMk id="3" creationId="{00000000-0000-0000-0000-000000000000}"/>
          </ac:spMkLst>
        </pc:spChg>
      </pc:sldChg>
      <pc:sldChg chg="delSp modSp add">
        <pc:chgData name="Andrés Joaquín" userId="ffbe7a8ed576260a" providerId="LiveId" clId="{B658ABAC-AB3F-4395-880B-B5AF6B8CE368}" dt="2020-04-06T15:37:12.120" v="116" actId="1076"/>
        <pc:sldMkLst>
          <pc:docMk/>
          <pc:sldMk cId="0" sldId="315"/>
        </pc:sldMkLst>
        <pc:spChg chg="mod">
          <ac:chgData name="Andrés Joaquín" userId="ffbe7a8ed576260a" providerId="LiveId" clId="{B658ABAC-AB3F-4395-880B-B5AF6B8CE368}" dt="2020-04-06T15:36:56.507" v="115" actId="108"/>
          <ac:spMkLst>
            <pc:docMk/>
            <pc:sldMk cId="0" sldId="315"/>
            <ac:spMk id="21507" creationId="{672D4576-2DF8-45C1-B9D5-A76443C715DA}"/>
          </ac:spMkLst>
        </pc:spChg>
        <pc:spChg chg="del">
          <ac:chgData name="Andrés Joaquín" userId="ffbe7a8ed576260a" providerId="LiveId" clId="{B658ABAC-AB3F-4395-880B-B5AF6B8CE368}" dt="2020-04-06T15:36:48.899" v="114" actId="478"/>
          <ac:spMkLst>
            <pc:docMk/>
            <pc:sldMk cId="0" sldId="315"/>
            <ac:spMk id="319494" creationId="{A8D15E80-8E35-4E5D-86C0-F677DBD4C5E4}"/>
          </ac:spMkLst>
        </pc:spChg>
        <pc:picChg chg="mod">
          <ac:chgData name="Andrés Joaquín" userId="ffbe7a8ed576260a" providerId="LiveId" clId="{B658ABAC-AB3F-4395-880B-B5AF6B8CE368}" dt="2020-04-06T15:37:12.120" v="116" actId="1076"/>
          <ac:picMkLst>
            <pc:docMk/>
            <pc:sldMk cId="0" sldId="315"/>
            <ac:picMk id="21508" creationId="{D6D1264B-22FD-4514-B2BA-42C93936F0F5}"/>
          </ac:picMkLst>
        </pc:picChg>
      </pc:sldChg>
      <pc:sldChg chg="delSp modSp add">
        <pc:chgData name="Andrés Joaquín" userId="ffbe7a8ed576260a" providerId="LiveId" clId="{B658ABAC-AB3F-4395-880B-B5AF6B8CE368}" dt="2020-04-06T15:37:41.748" v="118" actId="478"/>
        <pc:sldMkLst>
          <pc:docMk/>
          <pc:sldMk cId="0" sldId="316"/>
        </pc:sldMkLst>
        <pc:spChg chg="mod">
          <ac:chgData name="Andrés Joaquín" userId="ffbe7a8ed576260a" providerId="LiveId" clId="{B658ABAC-AB3F-4395-880B-B5AF6B8CE368}" dt="2020-04-06T15:37:37.588" v="117" actId="108"/>
          <ac:spMkLst>
            <pc:docMk/>
            <pc:sldMk cId="0" sldId="316"/>
            <ac:spMk id="6" creationId="{1FD47AAA-A5B2-491E-B273-B0F9F226861C}"/>
          </ac:spMkLst>
        </pc:spChg>
        <pc:spChg chg="del">
          <ac:chgData name="Andrés Joaquín" userId="ffbe7a8ed576260a" providerId="LiveId" clId="{B658ABAC-AB3F-4395-880B-B5AF6B8CE368}" dt="2020-04-06T15:37:41.748" v="118" actId="478"/>
          <ac:spMkLst>
            <pc:docMk/>
            <pc:sldMk cId="0" sldId="316"/>
            <ac:spMk id="319494" creationId="{5626BAEC-A60A-4C1B-8D16-2DB8D305F61F}"/>
          </ac:spMkLst>
        </pc:spChg>
      </pc:sldChg>
      <pc:sldChg chg="addSp delSp modSp add">
        <pc:chgData name="Andrés Joaquín" userId="ffbe7a8ed576260a" providerId="LiveId" clId="{B658ABAC-AB3F-4395-880B-B5AF6B8CE368}" dt="2020-04-06T15:39:30.970" v="125" actId="478"/>
        <pc:sldMkLst>
          <pc:docMk/>
          <pc:sldMk cId="0" sldId="317"/>
        </pc:sldMkLst>
        <pc:spChg chg="add mod">
          <ac:chgData name="Andrés Joaquín" userId="ffbe7a8ed576260a" providerId="LiveId" clId="{B658ABAC-AB3F-4395-880B-B5AF6B8CE368}" dt="2020-04-06T15:39:27.506" v="124"/>
          <ac:spMkLst>
            <pc:docMk/>
            <pc:sldMk cId="0" sldId="317"/>
            <ac:spMk id="6" creationId="{DE02F24D-7A35-4591-BF1C-3783FE76673F}"/>
          </ac:spMkLst>
        </pc:spChg>
        <pc:spChg chg="del mod">
          <ac:chgData name="Andrés Joaquín" userId="ffbe7a8ed576260a" providerId="LiveId" clId="{B658ABAC-AB3F-4395-880B-B5AF6B8CE368}" dt="2020-04-06T15:39:30.970" v="125" actId="478"/>
          <ac:spMkLst>
            <pc:docMk/>
            <pc:sldMk cId="0" sldId="317"/>
            <ac:spMk id="27652" creationId="{7F61B7AE-5820-4B1A-94BB-EA3FB102B662}"/>
          </ac:spMkLst>
        </pc:spChg>
        <pc:spChg chg="del">
          <ac:chgData name="Andrés Joaquín" userId="ffbe7a8ed576260a" providerId="LiveId" clId="{B658ABAC-AB3F-4395-880B-B5AF6B8CE368}" dt="2020-04-06T15:39:02.738" v="121" actId="478"/>
          <ac:spMkLst>
            <pc:docMk/>
            <pc:sldMk cId="0" sldId="317"/>
            <ac:spMk id="321542" creationId="{B98C3323-72CB-42FE-BD79-E2D556D57CFD}"/>
          </ac:spMkLst>
        </pc:spChg>
      </pc:sldChg>
    </pc:docChg>
  </pc:docChgLst>
  <pc:docChgLst>
    <pc:chgData name="Andrés Joaquín" userId="ffbe7a8ed576260a" providerId="LiveId" clId="{EDA42532-E227-462B-9FD4-8E07574011D0}"/>
    <pc:docChg chg="undo custSel addSld delSld modSld sldOrd">
      <pc:chgData name="Andrés Joaquín" userId="ffbe7a8ed576260a" providerId="LiveId" clId="{EDA42532-E227-462B-9FD4-8E07574011D0}" dt="2020-06-01T02:18:24.646" v="497" actId="47"/>
      <pc:docMkLst>
        <pc:docMk/>
      </pc:docMkLst>
      <pc:sldChg chg="modSp mod">
        <pc:chgData name="Andrés Joaquín" userId="ffbe7a8ed576260a" providerId="LiveId" clId="{EDA42532-E227-462B-9FD4-8E07574011D0}" dt="2020-06-01T01:31:38.237" v="94" actId="20577"/>
        <pc:sldMkLst>
          <pc:docMk/>
          <pc:sldMk cId="3647059348" sldId="257"/>
        </pc:sldMkLst>
        <pc:spChg chg="mod">
          <ac:chgData name="Andrés Joaquín" userId="ffbe7a8ed576260a" providerId="LiveId" clId="{EDA42532-E227-462B-9FD4-8E07574011D0}" dt="2020-06-01T01:31:38.237" v="94" actId="20577"/>
          <ac:spMkLst>
            <pc:docMk/>
            <pc:sldMk cId="3647059348" sldId="257"/>
            <ac:spMk id="3" creationId="{00000000-0000-0000-0000-000000000000}"/>
          </ac:spMkLst>
        </pc:spChg>
      </pc:sldChg>
      <pc:sldChg chg="add del">
        <pc:chgData name="Andrés Joaquín" userId="ffbe7a8ed576260a" providerId="LiveId" clId="{EDA42532-E227-462B-9FD4-8E07574011D0}" dt="2020-06-01T01:34:37.765" v="96" actId="47"/>
        <pc:sldMkLst>
          <pc:docMk/>
          <pc:sldMk cId="0" sldId="262"/>
        </pc:sldMkLst>
      </pc:sldChg>
      <pc:sldChg chg="del">
        <pc:chgData name="Andrés Joaquín" userId="ffbe7a8ed576260a" providerId="LiveId" clId="{EDA42532-E227-462B-9FD4-8E07574011D0}" dt="2020-06-01T01:34:36.660" v="95" actId="47"/>
        <pc:sldMkLst>
          <pc:docMk/>
          <pc:sldMk cId="0" sldId="263"/>
        </pc:sldMkLst>
      </pc:sldChg>
      <pc:sldChg chg="delSp add mod">
        <pc:chgData name="Andrés Joaquín" userId="ffbe7a8ed576260a" providerId="LiveId" clId="{EDA42532-E227-462B-9FD4-8E07574011D0}" dt="2020-06-01T01:48:18.023" v="318" actId="478"/>
        <pc:sldMkLst>
          <pc:docMk/>
          <pc:sldMk cId="0" sldId="267"/>
        </pc:sldMkLst>
        <pc:spChg chg="del">
          <ac:chgData name="Andrés Joaquín" userId="ffbe7a8ed576260a" providerId="LiveId" clId="{EDA42532-E227-462B-9FD4-8E07574011D0}" dt="2020-06-01T01:48:18.023" v="318" actId="478"/>
          <ac:spMkLst>
            <pc:docMk/>
            <pc:sldMk cId="0" sldId="267"/>
            <ac:spMk id="296964" creationId="{4C341CA6-9FAB-4AC0-A62F-CB381BFF2E60}"/>
          </ac:spMkLst>
        </pc:spChg>
      </pc:sldChg>
      <pc:sldChg chg="delSp add mod">
        <pc:chgData name="Andrés Joaquín" userId="ffbe7a8ed576260a" providerId="LiveId" clId="{EDA42532-E227-462B-9FD4-8E07574011D0}" dt="2020-06-01T02:17:59.141" v="493" actId="478"/>
        <pc:sldMkLst>
          <pc:docMk/>
          <pc:sldMk cId="0" sldId="268"/>
        </pc:sldMkLst>
        <pc:spChg chg="del">
          <ac:chgData name="Andrés Joaquín" userId="ffbe7a8ed576260a" providerId="LiveId" clId="{EDA42532-E227-462B-9FD4-8E07574011D0}" dt="2020-06-01T02:17:59.141" v="493" actId="478"/>
          <ac:spMkLst>
            <pc:docMk/>
            <pc:sldMk cId="0" sldId="268"/>
            <ac:spMk id="297988" creationId="{61C789D0-4520-49B6-91F1-4A41F294F268}"/>
          </ac:spMkLst>
        </pc:spChg>
      </pc:sldChg>
      <pc:sldChg chg="delSp modSp add mod">
        <pc:chgData name="Andrés Joaquín" userId="ffbe7a8ed576260a" providerId="LiveId" clId="{EDA42532-E227-462B-9FD4-8E07574011D0}" dt="2020-06-01T01:51:38.380" v="406" actId="6549"/>
        <pc:sldMkLst>
          <pc:docMk/>
          <pc:sldMk cId="0" sldId="270"/>
        </pc:sldMkLst>
        <pc:spChg chg="mod">
          <ac:chgData name="Andrés Joaquín" userId="ffbe7a8ed576260a" providerId="LiveId" clId="{EDA42532-E227-462B-9FD4-8E07574011D0}" dt="2020-06-01T01:50:21.083" v="338" actId="14100"/>
          <ac:spMkLst>
            <pc:docMk/>
            <pc:sldMk cId="0" sldId="270"/>
            <ac:spMk id="29698" creationId="{0F315ED4-9AE7-4570-BB05-6525743F8D52}"/>
          </ac:spMkLst>
        </pc:spChg>
        <pc:spChg chg="mod">
          <ac:chgData name="Andrés Joaquín" userId="ffbe7a8ed576260a" providerId="LiveId" clId="{EDA42532-E227-462B-9FD4-8E07574011D0}" dt="2020-06-01T01:51:38.380" v="406" actId="6549"/>
          <ac:spMkLst>
            <pc:docMk/>
            <pc:sldMk cId="0" sldId="270"/>
            <ac:spMk id="29699" creationId="{BCE58E89-DBA4-44AF-9515-CBEF2828C648}"/>
          </ac:spMkLst>
        </pc:spChg>
        <pc:spChg chg="del">
          <ac:chgData name="Andrés Joaquín" userId="ffbe7a8ed576260a" providerId="LiveId" clId="{EDA42532-E227-462B-9FD4-8E07574011D0}" dt="2020-06-01T01:50:22.582" v="339" actId="478"/>
          <ac:spMkLst>
            <pc:docMk/>
            <pc:sldMk cId="0" sldId="270"/>
            <ac:spMk id="300036" creationId="{64D9EC55-CC27-4DCA-9509-FED8D7F1A3D6}"/>
          </ac:spMkLst>
        </pc:spChg>
      </pc:sldChg>
      <pc:sldChg chg="delSp add mod">
        <pc:chgData name="Andrés Joaquín" userId="ffbe7a8ed576260a" providerId="LiveId" clId="{EDA42532-E227-462B-9FD4-8E07574011D0}" dt="2020-06-01T01:48:28.051" v="319" actId="478"/>
        <pc:sldMkLst>
          <pc:docMk/>
          <pc:sldMk cId="0" sldId="272"/>
        </pc:sldMkLst>
        <pc:spChg chg="del">
          <ac:chgData name="Andrés Joaquín" userId="ffbe7a8ed576260a" providerId="LiveId" clId="{EDA42532-E227-462B-9FD4-8E07574011D0}" dt="2020-06-01T01:48:28.051" v="319" actId="478"/>
          <ac:spMkLst>
            <pc:docMk/>
            <pc:sldMk cId="0" sldId="272"/>
            <ac:spMk id="302084" creationId="{D33B5481-2002-446D-9246-90C74C44F77F}"/>
          </ac:spMkLst>
        </pc:spChg>
      </pc:sldChg>
      <pc:sldChg chg="delSp modSp add mod modNotes">
        <pc:chgData name="Andrés Joaquín" userId="ffbe7a8ed576260a" providerId="LiveId" clId="{EDA42532-E227-462B-9FD4-8E07574011D0}" dt="2020-06-01T02:16:44.637" v="480" actId="478"/>
        <pc:sldMkLst>
          <pc:docMk/>
          <pc:sldMk cId="0" sldId="274"/>
        </pc:sldMkLst>
        <pc:spChg chg="mod">
          <ac:chgData name="Andrés Joaquín" userId="ffbe7a8ed576260a" providerId="LiveId" clId="{EDA42532-E227-462B-9FD4-8E07574011D0}" dt="2020-06-01T02:16:38.152" v="479" actId="207"/>
          <ac:spMkLst>
            <pc:docMk/>
            <pc:sldMk cId="0" sldId="274"/>
            <ac:spMk id="41987" creationId="{241AADEC-FF99-456C-A01C-1AFE15E36D08}"/>
          </ac:spMkLst>
        </pc:spChg>
        <pc:spChg chg="del">
          <ac:chgData name="Andrés Joaquín" userId="ffbe7a8ed576260a" providerId="LiveId" clId="{EDA42532-E227-462B-9FD4-8E07574011D0}" dt="2020-06-01T02:16:44.637" v="480" actId="478"/>
          <ac:spMkLst>
            <pc:docMk/>
            <pc:sldMk cId="0" sldId="274"/>
            <ac:spMk id="304132" creationId="{D7489DB0-F01F-4FF7-9307-6E42A571B981}"/>
          </ac:spMkLst>
        </pc:spChg>
      </pc:sldChg>
      <pc:sldChg chg="delSp add mod">
        <pc:chgData name="Andrés Joaquín" userId="ffbe7a8ed576260a" providerId="LiveId" clId="{EDA42532-E227-462B-9FD4-8E07574011D0}" dt="2020-06-01T02:17:24.886" v="488" actId="478"/>
        <pc:sldMkLst>
          <pc:docMk/>
          <pc:sldMk cId="0" sldId="276"/>
        </pc:sldMkLst>
        <pc:spChg chg="del">
          <ac:chgData name="Andrés Joaquín" userId="ffbe7a8ed576260a" providerId="LiveId" clId="{EDA42532-E227-462B-9FD4-8E07574011D0}" dt="2020-06-01T02:17:24.886" v="488" actId="478"/>
          <ac:spMkLst>
            <pc:docMk/>
            <pc:sldMk cId="0" sldId="276"/>
            <ac:spMk id="306180" creationId="{2FA41901-CB72-44FC-BA89-638DD50B520D}"/>
          </ac:spMkLst>
        </pc:spChg>
      </pc:sldChg>
      <pc:sldChg chg="del">
        <pc:chgData name="Andrés Joaquín" userId="ffbe7a8ed576260a" providerId="LiveId" clId="{EDA42532-E227-462B-9FD4-8E07574011D0}" dt="2020-06-01T02:18:20.507" v="496" actId="47"/>
        <pc:sldMkLst>
          <pc:docMk/>
          <pc:sldMk cId="0" sldId="277"/>
        </pc:sldMkLst>
      </pc:sldChg>
      <pc:sldChg chg="modSp mod">
        <pc:chgData name="Andrés Joaquín" userId="ffbe7a8ed576260a" providerId="LiveId" clId="{EDA42532-E227-462B-9FD4-8E07574011D0}" dt="2020-06-01T01:30:43.905" v="92" actId="20577"/>
        <pc:sldMkLst>
          <pc:docMk/>
          <pc:sldMk cId="2303811928" sldId="278"/>
        </pc:sldMkLst>
        <pc:spChg chg="mod">
          <ac:chgData name="Andrés Joaquín" userId="ffbe7a8ed576260a" providerId="LiveId" clId="{EDA42532-E227-462B-9FD4-8E07574011D0}" dt="2020-06-01T01:30:43.905" v="92" actId="20577"/>
          <ac:spMkLst>
            <pc:docMk/>
            <pc:sldMk cId="2303811928" sldId="278"/>
            <ac:spMk id="3" creationId="{00000000-0000-0000-0000-000000000000}"/>
          </ac:spMkLst>
        </pc:spChg>
      </pc:sldChg>
      <pc:sldChg chg="delSp modSp add mod">
        <pc:chgData name="Andrés Joaquín" userId="ffbe7a8ed576260a" providerId="LiveId" clId="{EDA42532-E227-462B-9FD4-8E07574011D0}" dt="2020-06-01T01:36:43.055" v="143" actId="14100"/>
        <pc:sldMkLst>
          <pc:docMk/>
          <pc:sldMk cId="0" sldId="279"/>
        </pc:sldMkLst>
        <pc:spChg chg="mod">
          <ac:chgData name="Andrés Joaquín" userId="ffbe7a8ed576260a" providerId="LiveId" clId="{EDA42532-E227-462B-9FD4-8E07574011D0}" dt="2020-06-01T01:36:43.055" v="143" actId="14100"/>
          <ac:spMkLst>
            <pc:docMk/>
            <pc:sldMk cId="0" sldId="279"/>
            <ac:spMk id="5122" creationId="{5ADFC18F-1E8B-4848-ABA9-84AE724238FA}"/>
          </ac:spMkLst>
        </pc:spChg>
        <pc:spChg chg="mod">
          <ac:chgData name="Andrés Joaquín" userId="ffbe7a8ed576260a" providerId="LiveId" clId="{EDA42532-E227-462B-9FD4-8E07574011D0}" dt="2020-06-01T01:35:37.244" v="117" actId="1076"/>
          <ac:spMkLst>
            <pc:docMk/>
            <pc:sldMk cId="0" sldId="279"/>
            <ac:spMk id="5124" creationId="{F34A4AC8-0884-4F5C-9A9C-CD64A7D03CF7}"/>
          </ac:spMkLst>
        </pc:spChg>
        <pc:spChg chg="mod">
          <ac:chgData name="Andrés Joaquín" userId="ffbe7a8ed576260a" providerId="LiveId" clId="{EDA42532-E227-462B-9FD4-8E07574011D0}" dt="2020-06-01T01:35:37.244" v="117" actId="1076"/>
          <ac:spMkLst>
            <pc:docMk/>
            <pc:sldMk cId="0" sldId="279"/>
            <ac:spMk id="5125" creationId="{21CC4952-6F60-488F-9172-CB4CDCD9E9E0}"/>
          </ac:spMkLst>
        </pc:spChg>
        <pc:spChg chg="mod">
          <ac:chgData name="Andrés Joaquín" userId="ffbe7a8ed576260a" providerId="LiveId" clId="{EDA42532-E227-462B-9FD4-8E07574011D0}" dt="2020-06-01T01:35:37.244" v="117" actId="1076"/>
          <ac:spMkLst>
            <pc:docMk/>
            <pc:sldMk cId="0" sldId="279"/>
            <ac:spMk id="5126" creationId="{47C4CDB3-863C-47BB-A7E9-D90DAD394759}"/>
          </ac:spMkLst>
        </pc:spChg>
        <pc:spChg chg="mod">
          <ac:chgData name="Andrés Joaquín" userId="ffbe7a8ed576260a" providerId="LiveId" clId="{EDA42532-E227-462B-9FD4-8E07574011D0}" dt="2020-06-01T01:35:37.244" v="117" actId="1076"/>
          <ac:spMkLst>
            <pc:docMk/>
            <pc:sldMk cId="0" sldId="279"/>
            <ac:spMk id="5127" creationId="{A6A33B0B-34C3-4133-B695-6B1588E9C94D}"/>
          </ac:spMkLst>
        </pc:spChg>
        <pc:spChg chg="mod">
          <ac:chgData name="Andrés Joaquín" userId="ffbe7a8ed576260a" providerId="LiveId" clId="{EDA42532-E227-462B-9FD4-8E07574011D0}" dt="2020-06-01T01:36:22.376" v="123" actId="1076"/>
          <ac:spMkLst>
            <pc:docMk/>
            <pc:sldMk cId="0" sldId="279"/>
            <ac:spMk id="5172" creationId="{DF0DD348-F197-49E1-BE29-86685F28D239}"/>
          </ac:spMkLst>
        </pc:spChg>
        <pc:spChg chg="mod">
          <ac:chgData name="Andrés Joaquín" userId="ffbe7a8ed576260a" providerId="LiveId" clId="{EDA42532-E227-462B-9FD4-8E07574011D0}" dt="2020-06-01T01:35:37.244" v="117" actId="1076"/>
          <ac:spMkLst>
            <pc:docMk/>
            <pc:sldMk cId="0" sldId="279"/>
            <ac:spMk id="5173" creationId="{E0B416AC-B56C-4070-9919-A2E396517D3B}"/>
          </ac:spMkLst>
        </pc:spChg>
        <pc:spChg chg="mod">
          <ac:chgData name="Andrés Joaquín" userId="ffbe7a8ed576260a" providerId="LiveId" clId="{EDA42532-E227-462B-9FD4-8E07574011D0}" dt="2020-06-01T01:35:37.244" v="117" actId="1076"/>
          <ac:spMkLst>
            <pc:docMk/>
            <pc:sldMk cId="0" sldId="279"/>
            <ac:spMk id="5174" creationId="{FCE1109A-5714-4B3B-978F-C9D4902BC59A}"/>
          </ac:spMkLst>
        </pc:spChg>
        <pc:spChg chg="mod">
          <ac:chgData name="Andrés Joaquín" userId="ffbe7a8ed576260a" providerId="LiveId" clId="{EDA42532-E227-462B-9FD4-8E07574011D0}" dt="2020-06-01T01:35:37.244" v="117" actId="1076"/>
          <ac:spMkLst>
            <pc:docMk/>
            <pc:sldMk cId="0" sldId="279"/>
            <ac:spMk id="5175" creationId="{3D2E812D-ED6B-4D13-8689-D5C6DF3ED169}"/>
          </ac:spMkLst>
        </pc:spChg>
        <pc:spChg chg="mod">
          <ac:chgData name="Andrés Joaquín" userId="ffbe7a8ed576260a" providerId="LiveId" clId="{EDA42532-E227-462B-9FD4-8E07574011D0}" dt="2020-06-01T01:35:37.244" v="117" actId="1076"/>
          <ac:spMkLst>
            <pc:docMk/>
            <pc:sldMk cId="0" sldId="279"/>
            <ac:spMk id="5176" creationId="{14977582-4B29-45EC-A50B-4F6BAC52775E}"/>
          </ac:spMkLst>
        </pc:spChg>
        <pc:spChg chg="mod">
          <ac:chgData name="Andrés Joaquín" userId="ffbe7a8ed576260a" providerId="LiveId" clId="{EDA42532-E227-462B-9FD4-8E07574011D0}" dt="2020-06-01T01:35:37.244" v="117" actId="1076"/>
          <ac:spMkLst>
            <pc:docMk/>
            <pc:sldMk cId="0" sldId="279"/>
            <ac:spMk id="5177" creationId="{9D5E5D18-6186-43BD-8042-D6D69FD52E3F}"/>
          </ac:spMkLst>
        </pc:spChg>
        <pc:spChg chg="mod">
          <ac:chgData name="Andrés Joaquín" userId="ffbe7a8ed576260a" providerId="LiveId" clId="{EDA42532-E227-462B-9FD4-8E07574011D0}" dt="2020-06-01T01:35:37.244" v="117" actId="1076"/>
          <ac:spMkLst>
            <pc:docMk/>
            <pc:sldMk cId="0" sldId="279"/>
            <ac:spMk id="5178" creationId="{B9F899E2-7D56-4EB9-8F4D-40C716E55DC8}"/>
          </ac:spMkLst>
        </pc:spChg>
        <pc:spChg chg="mod">
          <ac:chgData name="Andrés Joaquín" userId="ffbe7a8ed576260a" providerId="LiveId" clId="{EDA42532-E227-462B-9FD4-8E07574011D0}" dt="2020-06-01T01:35:37.244" v="117" actId="1076"/>
          <ac:spMkLst>
            <pc:docMk/>
            <pc:sldMk cId="0" sldId="279"/>
            <ac:spMk id="5179" creationId="{3FD8E14E-A433-41EC-8C9D-466FD2CB4799}"/>
          </ac:spMkLst>
        </pc:spChg>
        <pc:spChg chg="mod">
          <ac:chgData name="Andrés Joaquín" userId="ffbe7a8ed576260a" providerId="LiveId" clId="{EDA42532-E227-462B-9FD4-8E07574011D0}" dt="2020-06-01T01:35:37.244" v="117" actId="1076"/>
          <ac:spMkLst>
            <pc:docMk/>
            <pc:sldMk cId="0" sldId="279"/>
            <ac:spMk id="5180" creationId="{D32ACFE2-304E-4979-8562-568605E6D69C}"/>
          </ac:spMkLst>
        </pc:spChg>
        <pc:spChg chg="mod">
          <ac:chgData name="Andrés Joaquín" userId="ffbe7a8ed576260a" providerId="LiveId" clId="{EDA42532-E227-462B-9FD4-8E07574011D0}" dt="2020-06-01T01:35:37.244" v="117" actId="1076"/>
          <ac:spMkLst>
            <pc:docMk/>
            <pc:sldMk cId="0" sldId="279"/>
            <ac:spMk id="5181" creationId="{7A9B40D6-E021-483E-8A28-D0654B506EAF}"/>
          </ac:spMkLst>
        </pc:spChg>
        <pc:spChg chg="mod">
          <ac:chgData name="Andrés Joaquín" userId="ffbe7a8ed576260a" providerId="LiveId" clId="{EDA42532-E227-462B-9FD4-8E07574011D0}" dt="2020-06-01T01:35:37.244" v="117" actId="1076"/>
          <ac:spMkLst>
            <pc:docMk/>
            <pc:sldMk cId="0" sldId="279"/>
            <ac:spMk id="5182" creationId="{332494FF-3FC4-4080-B6E5-6A03BBF26C21}"/>
          </ac:spMkLst>
        </pc:spChg>
        <pc:spChg chg="mod">
          <ac:chgData name="Andrés Joaquín" userId="ffbe7a8ed576260a" providerId="LiveId" clId="{EDA42532-E227-462B-9FD4-8E07574011D0}" dt="2020-06-01T01:35:37.244" v="117" actId="1076"/>
          <ac:spMkLst>
            <pc:docMk/>
            <pc:sldMk cId="0" sldId="279"/>
            <ac:spMk id="5183" creationId="{15E4572C-792F-4001-AF50-BE5FF00045BC}"/>
          </ac:spMkLst>
        </pc:spChg>
        <pc:spChg chg="mod">
          <ac:chgData name="Andrés Joaquín" userId="ffbe7a8ed576260a" providerId="LiveId" clId="{EDA42532-E227-462B-9FD4-8E07574011D0}" dt="2020-06-01T01:35:37.244" v="117" actId="1076"/>
          <ac:spMkLst>
            <pc:docMk/>
            <pc:sldMk cId="0" sldId="279"/>
            <ac:spMk id="5184" creationId="{4BC06FE3-EB67-4E5C-9377-AFE4AAC50B0F}"/>
          </ac:spMkLst>
        </pc:spChg>
        <pc:spChg chg="mod">
          <ac:chgData name="Andrés Joaquín" userId="ffbe7a8ed576260a" providerId="LiveId" clId="{EDA42532-E227-462B-9FD4-8E07574011D0}" dt="2020-06-01T01:35:37.244" v="117" actId="1076"/>
          <ac:spMkLst>
            <pc:docMk/>
            <pc:sldMk cId="0" sldId="279"/>
            <ac:spMk id="5185" creationId="{5D88E172-E398-4673-9999-FEF4A424C19F}"/>
          </ac:spMkLst>
        </pc:spChg>
        <pc:spChg chg="mod">
          <ac:chgData name="Andrés Joaquín" userId="ffbe7a8ed576260a" providerId="LiveId" clId="{EDA42532-E227-462B-9FD4-8E07574011D0}" dt="2020-06-01T01:35:37.244" v="117" actId="1076"/>
          <ac:spMkLst>
            <pc:docMk/>
            <pc:sldMk cId="0" sldId="279"/>
            <ac:spMk id="5186" creationId="{52F68B07-FE14-44DC-A4D6-706D91D605CC}"/>
          </ac:spMkLst>
        </pc:spChg>
        <pc:spChg chg="del">
          <ac:chgData name="Andrés Joaquín" userId="ffbe7a8ed576260a" providerId="LiveId" clId="{EDA42532-E227-462B-9FD4-8E07574011D0}" dt="2020-06-01T01:35:23.430" v="114" actId="478"/>
          <ac:spMkLst>
            <pc:docMk/>
            <pc:sldMk cId="0" sldId="279"/>
            <ac:spMk id="309252" creationId="{FE9B0EA8-3056-4D1F-9044-7F5E7553B6FC}"/>
          </ac:spMkLst>
        </pc:spChg>
        <pc:graphicFrameChg chg="mod">
          <ac:chgData name="Andrés Joaquín" userId="ffbe7a8ed576260a" providerId="LiveId" clId="{EDA42532-E227-462B-9FD4-8E07574011D0}" dt="2020-06-01T01:35:37.244" v="117" actId="1076"/>
          <ac:graphicFrameMkLst>
            <pc:docMk/>
            <pc:sldMk cId="0" sldId="279"/>
            <ac:graphicFrameMk id="309258" creationId="{EDC943E8-EF9A-4BA9-A893-E9C637843EC8}"/>
          </ac:graphicFrameMkLst>
        </pc:graphicFrameChg>
        <pc:graphicFrameChg chg="mod">
          <ac:chgData name="Andrés Joaquín" userId="ffbe7a8ed576260a" providerId="LiveId" clId="{EDA42532-E227-462B-9FD4-8E07574011D0}" dt="2020-06-01T01:35:37.244" v="117" actId="1076"/>
          <ac:graphicFrameMkLst>
            <pc:docMk/>
            <pc:sldMk cId="0" sldId="279"/>
            <ac:graphicFrameMk id="309280" creationId="{4193E187-2363-4E85-8E75-36FAE3CE28D2}"/>
          </ac:graphicFrameMkLst>
        </pc:graphicFrameChg>
      </pc:sldChg>
      <pc:sldChg chg="delSp add mod">
        <pc:chgData name="Andrés Joaquín" userId="ffbe7a8ed576260a" providerId="LiveId" clId="{EDA42532-E227-462B-9FD4-8E07574011D0}" dt="2020-06-01T01:48:05.590" v="316" actId="478"/>
        <pc:sldMkLst>
          <pc:docMk/>
          <pc:sldMk cId="0" sldId="280"/>
        </pc:sldMkLst>
        <pc:spChg chg="del">
          <ac:chgData name="Andrés Joaquín" userId="ffbe7a8ed576260a" providerId="LiveId" clId="{EDA42532-E227-462B-9FD4-8E07574011D0}" dt="2020-06-01T01:48:05.590" v="316" actId="478"/>
          <ac:spMkLst>
            <pc:docMk/>
            <pc:sldMk cId="0" sldId="280"/>
            <ac:spMk id="310276" creationId="{C5BDDA0A-3EFF-466A-9D5D-37E6F75539DC}"/>
          </ac:spMkLst>
        </pc:spChg>
      </pc:sldChg>
      <pc:sldChg chg="add del">
        <pc:chgData name="Andrés Joaquín" userId="ffbe7a8ed576260a" providerId="LiveId" clId="{EDA42532-E227-462B-9FD4-8E07574011D0}" dt="2020-06-01T01:48:02.863" v="315" actId="47"/>
        <pc:sldMkLst>
          <pc:docMk/>
          <pc:sldMk cId="0" sldId="281"/>
        </pc:sldMkLst>
      </pc:sldChg>
      <pc:sldChg chg="delSp modSp add del mod">
        <pc:chgData name="Andrés Joaquín" userId="ffbe7a8ed576260a" providerId="LiveId" clId="{EDA42532-E227-462B-9FD4-8E07574011D0}" dt="2020-06-01T01:48:00.946" v="314" actId="47"/>
        <pc:sldMkLst>
          <pc:docMk/>
          <pc:sldMk cId="0" sldId="282"/>
        </pc:sldMkLst>
        <pc:spChg chg="mod">
          <ac:chgData name="Andrés Joaquín" userId="ffbe7a8ed576260a" providerId="LiveId" clId="{EDA42532-E227-462B-9FD4-8E07574011D0}" dt="2020-06-01T01:46:51.801" v="303" actId="1076"/>
          <ac:spMkLst>
            <pc:docMk/>
            <pc:sldMk cId="0" sldId="282"/>
            <ac:spMk id="18439" creationId="{1FADF6D5-7649-4C36-9009-F3655E09379B}"/>
          </ac:spMkLst>
        </pc:spChg>
        <pc:spChg chg="mod">
          <ac:chgData name="Andrés Joaquín" userId="ffbe7a8ed576260a" providerId="LiveId" clId="{EDA42532-E227-462B-9FD4-8E07574011D0}" dt="2020-06-01T01:46:51.801" v="303" actId="1076"/>
          <ac:spMkLst>
            <pc:docMk/>
            <pc:sldMk cId="0" sldId="282"/>
            <ac:spMk id="18443" creationId="{5052B1D8-6E9E-4AC6-B21F-FA1370E1573A}"/>
          </ac:spMkLst>
        </pc:spChg>
        <pc:spChg chg="mod">
          <ac:chgData name="Andrés Joaquín" userId="ffbe7a8ed576260a" providerId="LiveId" clId="{EDA42532-E227-462B-9FD4-8E07574011D0}" dt="2020-06-01T01:46:51.801" v="303" actId="1076"/>
          <ac:spMkLst>
            <pc:docMk/>
            <pc:sldMk cId="0" sldId="282"/>
            <ac:spMk id="18445" creationId="{AB0D2182-3F4B-4576-94E0-451CE24BF717}"/>
          </ac:spMkLst>
        </pc:spChg>
        <pc:spChg chg="mod">
          <ac:chgData name="Andrés Joaquín" userId="ffbe7a8ed576260a" providerId="LiveId" clId="{EDA42532-E227-462B-9FD4-8E07574011D0}" dt="2020-06-01T01:46:51.801" v="303" actId="1076"/>
          <ac:spMkLst>
            <pc:docMk/>
            <pc:sldMk cId="0" sldId="282"/>
            <ac:spMk id="18446" creationId="{6291FFE2-19FF-43B2-BB22-59742A62E682}"/>
          </ac:spMkLst>
        </pc:spChg>
        <pc:spChg chg="mod">
          <ac:chgData name="Andrés Joaquín" userId="ffbe7a8ed576260a" providerId="LiveId" clId="{EDA42532-E227-462B-9FD4-8E07574011D0}" dt="2020-06-01T01:46:51.801" v="303" actId="1076"/>
          <ac:spMkLst>
            <pc:docMk/>
            <pc:sldMk cId="0" sldId="282"/>
            <ac:spMk id="18447" creationId="{F905353B-A52C-4B40-86A6-FA97BB445134}"/>
          </ac:spMkLst>
        </pc:spChg>
        <pc:spChg chg="del">
          <ac:chgData name="Andrés Joaquín" userId="ffbe7a8ed576260a" providerId="LiveId" clId="{EDA42532-E227-462B-9FD4-8E07574011D0}" dt="2020-06-01T01:46:47.888" v="302" actId="478"/>
          <ac:spMkLst>
            <pc:docMk/>
            <pc:sldMk cId="0" sldId="282"/>
            <ac:spMk id="312324" creationId="{0AB9CF69-5B32-48E9-AA73-08886843D811}"/>
          </ac:spMkLst>
        </pc:spChg>
        <pc:spChg chg="mod">
          <ac:chgData name="Andrés Joaquín" userId="ffbe7a8ed576260a" providerId="LiveId" clId="{EDA42532-E227-462B-9FD4-8E07574011D0}" dt="2020-06-01T01:46:51.801" v="303" actId="1076"/>
          <ac:spMkLst>
            <pc:docMk/>
            <pc:sldMk cId="0" sldId="282"/>
            <ac:spMk id="312377" creationId="{D3DE4082-97A4-4A5A-ABD5-D36371AF0873}"/>
          </ac:spMkLst>
        </pc:spChg>
        <pc:spChg chg="mod">
          <ac:chgData name="Andrés Joaquín" userId="ffbe7a8ed576260a" providerId="LiveId" clId="{EDA42532-E227-462B-9FD4-8E07574011D0}" dt="2020-06-01T01:46:51.801" v="303" actId="1076"/>
          <ac:spMkLst>
            <pc:docMk/>
            <pc:sldMk cId="0" sldId="282"/>
            <ac:spMk id="312379" creationId="{1A946CF0-F832-4F76-A318-4AAB936FBAA1}"/>
          </ac:spMkLst>
        </pc:spChg>
        <pc:spChg chg="mod">
          <ac:chgData name="Andrés Joaquín" userId="ffbe7a8ed576260a" providerId="LiveId" clId="{EDA42532-E227-462B-9FD4-8E07574011D0}" dt="2020-06-01T01:46:51.801" v="303" actId="1076"/>
          <ac:spMkLst>
            <pc:docMk/>
            <pc:sldMk cId="0" sldId="282"/>
            <ac:spMk id="312380" creationId="{1B4C181F-143D-4766-A8D4-623D6E459144}"/>
          </ac:spMkLst>
        </pc:spChg>
        <pc:spChg chg="mod">
          <ac:chgData name="Andrés Joaquín" userId="ffbe7a8ed576260a" providerId="LiveId" clId="{EDA42532-E227-462B-9FD4-8E07574011D0}" dt="2020-06-01T01:46:51.801" v="303" actId="1076"/>
          <ac:spMkLst>
            <pc:docMk/>
            <pc:sldMk cId="0" sldId="282"/>
            <ac:spMk id="312381" creationId="{91525273-DCC5-4BAC-AA0B-668066ECBCC2}"/>
          </ac:spMkLst>
        </pc:spChg>
        <pc:spChg chg="mod">
          <ac:chgData name="Andrés Joaquín" userId="ffbe7a8ed576260a" providerId="LiveId" clId="{EDA42532-E227-462B-9FD4-8E07574011D0}" dt="2020-06-01T01:46:51.801" v="303" actId="1076"/>
          <ac:spMkLst>
            <pc:docMk/>
            <pc:sldMk cId="0" sldId="282"/>
            <ac:spMk id="312383" creationId="{79D9CE5C-BCCD-4A2E-BF31-DB2621FB39B5}"/>
          </ac:spMkLst>
        </pc:spChg>
        <pc:grpChg chg="mod">
          <ac:chgData name="Andrés Joaquín" userId="ffbe7a8ed576260a" providerId="LiveId" clId="{EDA42532-E227-462B-9FD4-8E07574011D0}" dt="2020-06-01T01:46:51.801" v="303" actId="1076"/>
          <ac:grpSpMkLst>
            <pc:docMk/>
            <pc:sldMk cId="0" sldId="282"/>
            <ac:grpSpMk id="18437" creationId="{6A4DDEC7-F4B9-41EA-927D-092F0D84064A}"/>
          </ac:grpSpMkLst>
        </pc:grpChg>
      </pc:sldChg>
      <pc:sldChg chg="delSp add del mod ord">
        <pc:chgData name="Andrés Joaquín" userId="ffbe7a8ed576260a" providerId="LiveId" clId="{EDA42532-E227-462B-9FD4-8E07574011D0}" dt="2020-06-01T01:47:50.744" v="313" actId="47"/>
        <pc:sldMkLst>
          <pc:docMk/>
          <pc:sldMk cId="0" sldId="283"/>
        </pc:sldMkLst>
        <pc:spChg chg="del">
          <ac:chgData name="Andrés Joaquín" userId="ffbe7a8ed576260a" providerId="LiveId" clId="{EDA42532-E227-462B-9FD4-8E07574011D0}" dt="2020-06-01T01:46:39.232" v="301" actId="478"/>
          <ac:spMkLst>
            <pc:docMk/>
            <pc:sldMk cId="0" sldId="283"/>
            <ac:spMk id="313348" creationId="{CB998A69-D272-4E48-B250-2A3251A1CEF9}"/>
          </ac:spMkLst>
        </pc:spChg>
      </pc:sldChg>
      <pc:sldChg chg="delSp modSp add mod">
        <pc:chgData name="Andrés Joaquín" userId="ffbe7a8ed576260a" providerId="LiveId" clId="{EDA42532-E227-462B-9FD4-8E07574011D0}" dt="2020-06-01T01:44:50.154" v="289" actId="1076"/>
        <pc:sldMkLst>
          <pc:docMk/>
          <pc:sldMk cId="0" sldId="284"/>
        </pc:sldMkLst>
        <pc:spChg chg="mod">
          <ac:chgData name="Andrés Joaquín" userId="ffbe7a8ed576260a" providerId="LiveId" clId="{EDA42532-E227-462B-9FD4-8E07574011D0}" dt="2020-06-01T01:44:50.154" v="289" actId="1076"/>
          <ac:spMkLst>
            <pc:docMk/>
            <pc:sldMk cId="0" sldId="284"/>
            <ac:spMk id="11266" creationId="{EDDE76D2-07D8-4B38-84B3-AAD6738FB8A9}"/>
          </ac:spMkLst>
        </pc:spChg>
        <pc:spChg chg="del">
          <ac:chgData name="Andrés Joaquín" userId="ffbe7a8ed576260a" providerId="LiveId" clId="{EDA42532-E227-462B-9FD4-8E07574011D0}" dt="2020-06-01T01:44:45.723" v="288" actId="478"/>
          <ac:spMkLst>
            <pc:docMk/>
            <pc:sldMk cId="0" sldId="284"/>
            <ac:spMk id="314372" creationId="{499751FC-DBCB-4695-98FE-5EE75A09EC0E}"/>
          </ac:spMkLst>
        </pc:spChg>
      </pc:sldChg>
      <pc:sldChg chg="delSp modSp add mod">
        <pc:chgData name="Andrés Joaquín" userId="ffbe7a8ed576260a" providerId="LiveId" clId="{EDA42532-E227-462B-9FD4-8E07574011D0}" dt="2020-06-01T01:42:16.079" v="264" actId="20577"/>
        <pc:sldMkLst>
          <pc:docMk/>
          <pc:sldMk cId="0" sldId="285"/>
        </pc:sldMkLst>
        <pc:spChg chg="mod">
          <ac:chgData name="Andrés Joaquín" userId="ffbe7a8ed576260a" providerId="LiveId" clId="{EDA42532-E227-462B-9FD4-8E07574011D0}" dt="2020-06-01T01:42:16.079" v="264" actId="20577"/>
          <ac:spMkLst>
            <pc:docMk/>
            <pc:sldMk cId="0" sldId="285"/>
            <ac:spMk id="8195" creationId="{6F1160E6-588F-445D-A852-1004B30192EB}"/>
          </ac:spMkLst>
        </pc:spChg>
        <pc:spChg chg="del">
          <ac:chgData name="Andrés Joaquín" userId="ffbe7a8ed576260a" providerId="LiveId" clId="{EDA42532-E227-462B-9FD4-8E07574011D0}" dt="2020-06-01T01:41:49.599" v="222" actId="478"/>
          <ac:spMkLst>
            <pc:docMk/>
            <pc:sldMk cId="0" sldId="285"/>
            <ac:spMk id="315396" creationId="{B7114A7F-9764-4AB8-B23F-B815DC2FAB9C}"/>
          </ac:spMkLst>
        </pc:spChg>
      </pc:sldChg>
      <pc:sldChg chg="delSp modSp add del mod">
        <pc:chgData name="Andrés Joaquín" userId="ffbe7a8ed576260a" providerId="LiveId" clId="{EDA42532-E227-462B-9FD4-8E07574011D0}" dt="2020-06-01T01:41:23.098" v="216" actId="47"/>
        <pc:sldMkLst>
          <pc:docMk/>
          <pc:sldMk cId="0" sldId="286"/>
        </pc:sldMkLst>
        <pc:spChg chg="mod">
          <ac:chgData name="Andrés Joaquín" userId="ffbe7a8ed576260a" providerId="LiveId" clId="{EDA42532-E227-462B-9FD4-8E07574011D0}" dt="2020-06-01T01:35:49.539" v="121" actId="20577"/>
          <ac:spMkLst>
            <pc:docMk/>
            <pc:sldMk cId="0" sldId="286"/>
            <ac:spMk id="6146" creationId="{582F9707-DE9F-4E18-A6AE-96EAE372BBD3}"/>
          </ac:spMkLst>
        </pc:spChg>
        <pc:spChg chg="del">
          <ac:chgData name="Andrés Joaquín" userId="ffbe7a8ed576260a" providerId="LiveId" clId="{EDA42532-E227-462B-9FD4-8E07574011D0}" dt="2020-06-01T01:35:51.639" v="122" actId="478"/>
          <ac:spMkLst>
            <pc:docMk/>
            <pc:sldMk cId="0" sldId="286"/>
            <ac:spMk id="316420" creationId="{D703FA97-CDE7-4FED-BB9D-6E962D840EDC}"/>
          </ac:spMkLst>
        </pc:spChg>
      </pc:sldChg>
      <pc:sldChg chg="del">
        <pc:chgData name="Andrés Joaquín" userId="ffbe7a8ed576260a" providerId="LiveId" clId="{EDA42532-E227-462B-9FD4-8E07574011D0}" dt="2020-06-01T02:18:20.507" v="496" actId="47"/>
        <pc:sldMkLst>
          <pc:docMk/>
          <pc:sldMk cId="4090124647" sldId="287"/>
        </pc:sldMkLst>
      </pc:sldChg>
      <pc:sldChg chg="addSp delSp modSp add mod modNotesTx">
        <pc:chgData name="Andrés Joaquín" userId="ffbe7a8ed576260a" providerId="LiveId" clId="{EDA42532-E227-462B-9FD4-8E07574011D0}" dt="2020-06-01T01:44:40.314" v="286" actId="6549"/>
        <pc:sldMkLst>
          <pc:docMk/>
          <pc:sldMk cId="0" sldId="288"/>
        </pc:sldMkLst>
        <pc:spChg chg="add mod">
          <ac:chgData name="Andrés Joaquín" userId="ffbe7a8ed576260a" providerId="LiveId" clId="{EDA42532-E227-462B-9FD4-8E07574011D0}" dt="2020-06-01T01:44:01.768" v="283" actId="1076"/>
          <ac:spMkLst>
            <pc:docMk/>
            <pc:sldMk cId="0" sldId="288"/>
            <ac:spMk id="35" creationId="{06507D7B-10AE-4F9D-AA37-06B5B3CA8EA5}"/>
          </ac:spMkLst>
        </pc:spChg>
        <pc:spChg chg="mod">
          <ac:chgData name="Andrés Joaquín" userId="ffbe7a8ed576260a" providerId="LiveId" clId="{EDA42532-E227-462B-9FD4-8E07574011D0}" dt="2020-06-01T01:43:56.570" v="282" actId="1076"/>
          <ac:spMkLst>
            <pc:docMk/>
            <pc:sldMk cId="0" sldId="288"/>
            <ac:spMk id="9219" creationId="{38945AE9-6B9D-443A-BD37-CFDA0216AD52}"/>
          </ac:spMkLst>
        </pc:spChg>
        <pc:spChg chg="del">
          <ac:chgData name="Andrés Joaquín" userId="ffbe7a8ed576260a" providerId="LiveId" clId="{EDA42532-E227-462B-9FD4-8E07574011D0}" dt="2020-06-01T01:42:46.078" v="268" actId="478"/>
          <ac:spMkLst>
            <pc:docMk/>
            <pc:sldMk cId="0" sldId="288"/>
            <ac:spMk id="321540" creationId="{0C2E5975-278B-4C2F-9232-E84B70A80AA3}"/>
          </ac:spMkLst>
        </pc:spChg>
        <pc:grpChg chg="mod">
          <ac:chgData name="Andrés Joaquín" userId="ffbe7a8ed576260a" providerId="LiveId" clId="{EDA42532-E227-462B-9FD4-8E07574011D0}" dt="2020-06-01T01:44:25.654" v="285" actId="1076"/>
          <ac:grpSpMkLst>
            <pc:docMk/>
            <pc:sldMk cId="0" sldId="288"/>
            <ac:grpSpMk id="9221" creationId="{5B80576F-A71D-4E1B-B037-0A9CD8C335C4}"/>
          </ac:grpSpMkLst>
        </pc:grpChg>
      </pc:sldChg>
      <pc:sldChg chg="delSp modSp add del mod">
        <pc:chgData name="Andrés Joaquín" userId="ffbe7a8ed576260a" providerId="LiveId" clId="{EDA42532-E227-462B-9FD4-8E07574011D0}" dt="2020-06-01T01:44:43.275" v="287" actId="47"/>
        <pc:sldMkLst>
          <pc:docMk/>
          <pc:sldMk cId="0" sldId="289"/>
        </pc:sldMkLst>
        <pc:spChg chg="mod">
          <ac:chgData name="Andrés Joaquín" userId="ffbe7a8ed576260a" providerId="LiveId" clId="{EDA42532-E227-462B-9FD4-8E07574011D0}" dt="2020-06-01T01:43:04.718" v="271" actId="20577"/>
          <ac:spMkLst>
            <pc:docMk/>
            <pc:sldMk cId="0" sldId="289"/>
            <ac:spMk id="10243" creationId="{14812B42-1BA2-48C7-B58F-9A71626D4ADB}"/>
          </ac:spMkLst>
        </pc:spChg>
        <pc:spChg chg="del">
          <ac:chgData name="Andrés Joaquín" userId="ffbe7a8ed576260a" providerId="LiveId" clId="{EDA42532-E227-462B-9FD4-8E07574011D0}" dt="2020-06-01T01:42:52.947" v="269" actId="478"/>
          <ac:spMkLst>
            <pc:docMk/>
            <pc:sldMk cId="0" sldId="289"/>
            <ac:spMk id="323588" creationId="{8A9D3700-4E8B-4528-936D-6DB82BB474C2}"/>
          </ac:spMkLst>
        </pc:spChg>
      </pc:sldChg>
      <pc:sldChg chg="delSp modSp add mod">
        <pc:chgData name="Andrés Joaquín" userId="ffbe7a8ed576260a" providerId="LiveId" clId="{EDA42532-E227-462B-9FD4-8E07574011D0}" dt="2020-06-01T01:45:04.296" v="291" actId="478"/>
        <pc:sldMkLst>
          <pc:docMk/>
          <pc:sldMk cId="0" sldId="290"/>
        </pc:sldMkLst>
        <pc:spChg chg="mod">
          <ac:chgData name="Andrés Joaquín" userId="ffbe7a8ed576260a" providerId="LiveId" clId="{EDA42532-E227-462B-9FD4-8E07574011D0}" dt="2020-06-01T01:45:02.755" v="290" actId="1076"/>
          <ac:spMkLst>
            <pc:docMk/>
            <pc:sldMk cId="0" sldId="290"/>
            <ac:spMk id="12290" creationId="{A443E662-15DC-4B73-B0FE-A37A1E6DC5B6}"/>
          </ac:spMkLst>
        </pc:spChg>
        <pc:spChg chg="del">
          <ac:chgData name="Andrés Joaquín" userId="ffbe7a8ed576260a" providerId="LiveId" clId="{EDA42532-E227-462B-9FD4-8E07574011D0}" dt="2020-06-01T01:45:04.296" v="291" actId="478"/>
          <ac:spMkLst>
            <pc:docMk/>
            <pc:sldMk cId="0" sldId="290"/>
            <ac:spMk id="326659" creationId="{06942B8F-3A68-436D-B2B9-A20D12F37660}"/>
          </ac:spMkLst>
        </pc:spChg>
      </pc:sldChg>
      <pc:sldChg chg="del">
        <pc:chgData name="Andrés Joaquín" userId="ffbe7a8ed576260a" providerId="LiveId" clId="{EDA42532-E227-462B-9FD4-8E07574011D0}" dt="2020-06-01T02:18:20.507" v="496" actId="47"/>
        <pc:sldMkLst>
          <pc:docMk/>
          <pc:sldMk cId="636480988" sldId="291"/>
        </pc:sldMkLst>
      </pc:sldChg>
      <pc:sldChg chg="delSp modSp add mod">
        <pc:chgData name="Andrés Joaquín" userId="ffbe7a8ed576260a" providerId="LiveId" clId="{EDA42532-E227-462B-9FD4-8E07574011D0}" dt="2020-06-01T01:46:29.765" v="300" actId="20577"/>
        <pc:sldMkLst>
          <pc:docMk/>
          <pc:sldMk cId="0" sldId="292"/>
        </pc:sldMkLst>
        <pc:spChg chg="mod">
          <ac:chgData name="Andrés Joaquín" userId="ffbe7a8ed576260a" providerId="LiveId" clId="{EDA42532-E227-462B-9FD4-8E07574011D0}" dt="2020-06-01T01:46:29.765" v="300" actId="20577"/>
          <ac:spMkLst>
            <pc:docMk/>
            <pc:sldMk cId="0" sldId="292"/>
            <ac:spMk id="16387" creationId="{17D0BA43-2464-4FBB-9535-FD99BAA370BB}"/>
          </ac:spMkLst>
        </pc:spChg>
        <pc:spChg chg="del">
          <ac:chgData name="Andrés Joaquín" userId="ffbe7a8ed576260a" providerId="LiveId" clId="{EDA42532-E227-462B-9FD4-8E07574011D0}" dt="2020-06-01T01:46:23.293" v="298" actId="478"/>
          <ac:spMkLst>
            <pc:docMk/>
            <pc:sldMk cId="0" sldId="292"/>
            <ac:spMk id="329732" creationId="{F1C4B192-D9B9-4DD4-9D40-A3231A6A0337}"/>
          </ac:spMkLst>
        </pc:spChg>
      </pc:sldChg>
      <pc:sldChg chg="addSp delSp modSp add mod">
        <pc:chgData name="Andrés Joaquín" userId="ffbe7a8ed576260a" providerId="LiveId" clId="{EDA42532-E227-462B-9FD4-8E07574011D0}" dt="2020-06-01T01:47:46.988" v="312" actId="1076"/>
        <pc:sldMkLst>
          <pc:docMk/>
          <pc:sldMk cId="0" sldId="293"/>
        </pc:sldMkLst>
        <pc:spChg chg="mod">
          <ac:chgData name="Andrés Joaquín" userId="ffbe7a8ed576260a" providerId="LiveId" clId="{EDA42532-E227-462B-9FD4-8E07574011D0}" dt="2020-06-01T01:47:25.171" v="306"/>
          <ac:spMkLst>
            <pc:docMk/>
            <pc:sldMk cId="0" sldId="293"/>
            <ac:spMk id="6" creationId="{F355D0C2-0294-43FE-A8AA-CF15B098A161}"/>
          </ac:spMkLst>
        </pc:spChg>
        <pc:spChg chg="mod">
          <ac:chgData name="Andrés Joaquín" userId="ffbe7a8ed576260a" providerId="LiveId" clId="{EDA42532-E227-462B-9FD4-8E07574011D0}" dt="2020-06-01T01:47:25.171" v="306"/>
          <ac:spMkLst>
            <pc:docMk/>
            <pc:sldMk cId="0" sldId="293"/>
            <ac:spMk id="7" creationId="{0F7C4F2B-5BC2-4846-B3DF-3C1BA40BADFB}"/>
          </ac:spMkLst>
        </pc:spChg>
        <pc:spChg chg="mod">
          <ac:chgData name="Andrés Joaquín" userId="ffbe7a8ed576260a" providerId="LiveId" clId="{EDA42532-E227-462B-9FD4-8E07574011D0}" dt="2020-06-01T01:47:25.171" v="306"/>
          <ac:spMkLst>
            <pc:docMk/>
            <pc:sldMk cId="0" sldId="293"/>
            <ac:spMk id="8" creationId="{F9B75351-FB07-4AE4-9EAB-0FE4FBF18D92}"/>
          </ac:spMkLst>
        </pc:spChg>
        <pc:spChg chg="mod">
          <ac:chgData name="Andrés Joaquín" userId="ffbe7a8ed576260a" providerId="LiveId" clId="{EDA42532-E227-462B-9FD4-8E07574011D0}" dt="2020-06-01T01:47:25.171" v="306"/>
          <ac:spMkLst>
            <pc:docMk/>
            <pc:sldMk cId="0" sldId="293"/>
            <ac:spMk id="9" creationId="{7826C72A-D675-491C-8690-90EEFC8AADF2}"/>
          </ac:spMkLst>
        </pc:spChg>
        <pc:spChg chg="mod">
          <ac:chgData name="Andrés Joaquín" userId="ffbe7a8ed576260a" providerId="LiveId" clId="{EDA42532-E227-462B-9FD4-8E07574011D0}" dt="2020-06-01T01:47:25.171" v="306"/>
          <ac:spMkLst>
            <pc:docMk/>
            <pc:sldMk cId="0" sldId="293"/>
            <ac:spMk id="10" creationId="{2273DB73-7BD1-45AF-8AF3-8EC76FD11132}"/>
          </ac:spMkLst>
        </pc:spChg>
        <pc:spChg chg="mod">
          <ac:chgData name="Andrés Joaquín" userId="ffbe7a8ed576260a" providerId="LiveId" clId="{EDA42532-E227-462B-9FD4-8E07574011D0}" dt="2020-06-01T01:47:25.171" v="306"/>
          <ac:spMkLst>
            <pc:docMk/>
            <pc:sldMk cId="0" sldId="293"/>
            <ac:spMk id="11" creationId="{40238C24-131E-4547-9596-2572E7A6D488}"/>
          </ac:spMkLst>
        </pc:spChg>
        <pc:spChg chg="mod">
          <ac:chgData name="Andrés Joaquín" userId="ffbe7a8ed576260a" providerId="LiveId" clId="{EDA42532-E227-462B-9FD4-8E07574011D0}" dt="2020-06-01T01:47:25.171" v="306"/>
          <ac:spMkLst>
            <pc:docMk/>
            <pc:sldMk cId="0" sldId="293"/>
            <ac:spMk id="12" creationId="{FA7A5D7E-066E-4A19-8B31-01B46BB259E5}"/>
          </ac:spMkLst>
        </pc:spChg>
        <pc:spChg chg="mod">
          <ac:chgData name="Andrés Joaquín" userId="ffbe7a8ed576260a" providerId="LiveId" clId="{EDA42532-E227-462B-9FD4-8E07574011D0}" dt="2020-06-01T01:47:25.171" v="306"/>
          <ac:spMkLst>
            <pc:docMk/>
            <pc:sldMk cId="0" sldId="293"/>
            <ac:spMk id="13" creationId="{611B0BFA-33A2-44E4-B27C-7117EA6F6658}"/>
          </ac:spMkLst>
        </pc:spChg>
        <pc:spChg chg="mod">
          <ac:chgData name="Andrés Joaquín" userId="ffbe7a8ed576260a" providerId="LiveId" clId="{EDA42532-E227-462B-9FD4-8E07574011D0}" dt="2020-06-01T01:47:25.171" v="306"/>
          <ac:spMkLst>
            <pc:docMk/>
            <pc:sldMk cId="0" sldId="293"/>
            <ac:spMk id="14" creationId="{7CC08E72-0379-4507-914B-97B47E6C54A0}"/>
          </ac:spMkLst>
        </pc:spChg>
        <pc:spChg chg="mod">
          <ac:chgData name="Andrés Joaquín" userId="ffbe7a8ed576260a" providerId="LiveId" clId="{EDA42532-E227-462B-9FD4-8E07574011D0}" dt="2020-06-01T01:47:25.171" v="306"/>
          <ac:spMkLst>
            <pc:docMk/>
            <pc:sldMk cId="0" sldId="293"/>
            <ac:spMk id="15" creationId="{4EE49FD7-B8C3-4E9B-964E-EDF29B2DF765}"/>
          </ac:spMkLst>
        </pc:spChg>
        <pc:spChg chg="mod">
          <ac:chgData name="Andrés Joaquín" userId="ffbe7a8ed576260a" providerId="LiveId" clId="{EDA42532-E227-462B-9FD4-8E07574011D0}" dt="2020-06-01T01:47:25.171" v="306"/>
          <ac:spMkLst>
            <pc:docMk/>
            <pc:sldMk cId="0" sldId="293"/>
            <ac:spMk id="16" creationId="{E46C5368-B1C7-4DCD-93DF-88C4EB026CE4}"/>
          </ac:spMkLst>
        </pc:spChg>
        <pc:spChg chg="mod">
          <ac:chgData name="Andrés Joaquín" userId="ffbe7a8ed576260a" providerId="LiveId" clId="{EDA42532-E227-462B-9FD4-8E07574011D0}" dt="2020-06-01T01:47:25.171" v="306"/>
          <ac:spMkLst>
            <pc:docMk/>
            <pc:sldMk cId="0" sldId="293"/>
            <ac:spMk id="17" creationId="{7B2A0F9B-17EE-4CBF-9950-3C301547C12B}"/>
          </ac:spMkLst>
        </pc:spChg>
        <pc:spChg chg="mod">
          <ac:chgData name="Andrés Joaquín" userId="ffbe7a8ed576260a" providerId="LiveId" clId="{EDA42532-E227-462B-9FD4-8E07574011D0}" dt="2020-06-01T01:47:25.171" v="306"/>
          <ac:spMkLst>
            <pc:docMk/>
            <pc:sldMk cId="0" sldId="293"/>
            <ac:spMk id="18" creationId="{12524994-D1A7-4A55-8CB2-ACD9B72C9349}"/>
          </ac:spMkLst>
        </pc:spChg>
        <pc:spChg chg="mod">
          <ac:chgData name="Andrés Joaquín" userId="ffbe7a8ed576260a" providerId="LiveId" clId="{EDA42532-E227-462B-9FD4-8E07574011D0}" dt="2020-06-01T01:47:25.171" v="306"/>
          <ac:spMkLst>
            <pc:docMk/>
            <pc:sldMk cId="0" sldId="293"/>
            <ac:spMk id="19" creationId="{76CF73AD-C71E-4114-BD4C-00E3E67E7496}"/>
          </ac:spMkLst>
        </pc:spChg>
        <pc:spChg chg="mod">
          <ac:chgData name="Andrés Joaquín" userId="ffbe7a8ed576260a" providerId="LiveId" clId="{EDA42532-E227-462B-9FD4-8E07574011D0}" dt="2020-06-01T01:47:25.171" v="306"/>
          <ac:spMkLst>
            <pc:docMk/>
            <pc:sldMk cId="0" sldId="293"/>
            <ac:spMk id="20" creationId="{DCBF861F-E925-447C-90B4-6C36D3B726D4}"/>
          </ac:spMkLst>
        </pc:spChg>
        <pc:spChg chg="mod">
          <ac:chgData name="Andrés Joaquín" userId="ffbe7a8ed576260a" providerId="LiveId" clId="{EDA42532-E227-462B-9FD4-8E07574011D0}" dt="2020-06-01T01:47:25.171" v="306"/>
          <ac:spMkLst>
            <pc:docMk/>
            <pc:sldMk cId="0" sldId="293"/>
            <ac:spMk id="21" creationId="{CDAE9E6B-22C6-4CDB-A5E3-CC587DF4A682}"/>
          </ac:spMkLst>
        </pc:spChg>
        <pc:spChg chg="mod">
          <ac:chgData name="Andrés Joaquín" userId="ffbe7a8ed576260a" providerId="LiveId" clId="{EDA42532-E227-462B-9FD4-8E07574011D0}" dt="2020-06-01T01:47:25.171" v="306"/>
          <ac:spMkLst>
            <pc:docMk/>
            <pc:sldMk cId="0" sldId="293"/>
            <ac:spMk id="22" creationId="{2105320E-297C-44F3-AF9B-CAF09EAB50A1}"/>
          </ac:spMkLst>
        </pc:spChg>
        <pc:spChg chg="mod">
          <ac:chgData name="Andrés Joaquín" userId="ffbe7a8ed576260a" providerId="LiveId" clId="{EDA42532-E227-462B-9FD4-8E07574011D0}" dt="2020-06-01T01:47:25.171" v="306"/>
          <ac:spMkLst>
            <pc:docMk/>
            <pc:sldMk cId="0" sldId="293"/>
            <ac:spMk id="23" creationId="{377E1D0B-6E12-4D0C-A9A9-8B4159C3A076}"/>
          </ac:spMkLst>
        </pc:spChg>
        <pc:spChg chg="mod">
          <ac:chgData name="Andrés Joaquín" userId="ffbe7a8ed576260a" providerId="LiveId" clId="{EDA42532-E227-462B-9FD4-8E07574011D0}" dt="2020-06-01T01:47:25.171" v="306"/>
          <ac:spMkLst>
            <pc:docMk/>
            <pc:sldMk cId="0" sldId="293"/>
            <ac:spMk id="24" creationId="{D2A33A73-57E7-426E-90B0-079BA54D88BF}"/>
          </ac:spMkLst>
        </pc:spChg>
        <pc:spChg chg="mod">
          <ac:chgData name="Andrés Joaquín" userId="ffbe7a8ed576260a" providerId="LiveId" clId="{EDA42532-E227-462B-9FD4-8E07574011D0}" dt="2020-06-01T01:47:25.171" v="306"/>
          <ac:spMkLst>
            <pc:docMk/>
            <pc:sldMk cId="0" sldId="293"/>
            <ac:spMk id="25" creationId="{04E79DE6-BFB7-4028-98C7-6ED6C0F275E4}"/>
          </ac:spMkLst>
        </pc:spChg>
        <pc:spChg chg="mod">
          <ac:chgData name="Andrés Joaquín" userId="ffbe7a8ed576260a" providerId="LiveId" clId="{EDA42532-E227-462B-9FD4-8E07574011D0}" dt="2020-06-01T01:47:25.171" v="306"/>
          <ac:spMkLst>
            <pc:docMk/>
            <pc:sldMk cId="0" sldId="293"/>
            <ac:spMk id="26" creationId="{319F1162-EDAB-4ABA-9DA9-B567C7399E2C}"/>
          </ac:spMkLst>
        </pc:spChg>
        <pc:spChg chg="mod">
          <ac:chgData name="Andrés Joaquín" userId="ffbe7a8ed576260a" providerId="LiveId" clId="{EDA42532-E227-462B-9FD4-8E07574011D0}" dt="2020-06-01T01:47:25.171" v="306"/>
          <ac:spMkLst>
            <pc:docMk/>
            <pc:sldMk cId="0" sldId="293"/>
            <ac:spMk id="27" creationId="{C10D0324-7EF3-4A0A-95E8-C827A1348537}"/>
          </ac:spMkLst>
        </pc:spChg>
        <pc:spChg chg="mod">
          <ac:chgData name="Andrés Joaquín" userId="ffbe7a8ed576260a" providerId="LiveId" clId="{EDA42532-E227-462B-9FD4-8E07574011D0}" dt="2020-06-01T01:47:25.171" v="306"/>
          <ac:spMkLst>
            <pc:docMk/>
            <pc:sldMk cId="0" sldId="293"/>
            <ac:spMk id="29" creationId="{31875AAD-7AF8-4C8F-8F81-C8AC36576E7B}"/>
          </ac:spMkLst>
        </pc:spChg>
        <pc:spChg chg="mod">
          <ac:chgData name="Andrés Joaquín" userId="ffbe7a8ed576260a" providerId="LiveId" clId="{EDA42532-E227-462B-9FD4-8E07574011D0}" dt="2020-06-01T01:47:25.171" v="306"/>
          <ac:spMkLst>
            <pc:docMk/>
            <pc:sldMk cId="0" sldId="293"/>
            <ac:spMk id="30" creationId="{12AB563C-7218-42F6-B1B3-6E74D8311C89}"/>
          </ac:spMkLst>
        </pc:spChg>
        <pc:spChg chg="mod">
          <ac:chgData name="Andrés Joaquín" userId="ffbe7a8ed576260a" providerId="LiveId" clId="{EDA42532-E227-462B-9FD4-8E07574011D0}" dt="2020-06-01T01:47:25.171" v="306"/>
          <ac:spMkLst>
            <pc:docMk/>
            <pc:sldMk cId="0" sldId="293"/>
            <ac:spMk id="31" creationId="{A0C66120-60C2-4200-A038-2A4417719667}"/>
          </ac:spMkLst>
        </pc:spChg>
        <pc:spChg chg="mod">
          <ac:chgData name="Andrés Joaquín" userId="ffbe7a8ed576260a" providerId="LiveId" clId="{EDA42532-E227-462B-9FD4-8E07574011D0}" dt="2020-06-01T01:47:25.171" v="306"/>
          <ac:spMkLst>
            <pc:docMk/>
            <pc:sldMk cId="0" sldId="293"/>
            <ac:spMk id="32" creationId="{388E0F96-7CE2-4279-9FBE-A5E34CA38588}"/>
          </ac:spMkLst>
        </pc:spChg>
        <pc:spChg chg="mod">
          <ac:chgData name="Andrés Joaquín" userId="ffbe7a8ed576260a" providerId="LiveId" clId="{EDA42532-E227-462B-9FD4-8E07574011D0}" dt="2020-06-01T01:47:25.171" v="306"/>
          <ac:spMkLst>
            <pc:docMk/>
            <pc:sldMk cId="0" sldId="293"/>
            <ac:spMk id="33" creationId="{7502D54C-16D0-4ED2-B157-6860893C86CD}"/>
          </ac:spMkLst>
        </pc:spChg>
        <pc:spChg chg="mod">
          <ac:chgData name="Andrés Joaquín" userId="ffbe7a8ed576260a" providerId="LiveId" clId="{EDA42532-E227-462B-9FD4-8E07574011D0}" dt="2020-06-01T01:47:25.171" v="306"/>
          <ac:spMkLst>
            <pc:docMk/>
            <pc:sldMk cId="0" sldId="293"/>
            <ac:spMk id="34" creationId="{39858FBA-E82A-4141-977C-9A6323E65F3F}"/>
          </ac:spMkLst>
        </pc:spChg>
        <pc:spChg chg="mod">
          <ac:chgData name="Andrés Joaquín" userId="ffbe7a8ed576260a" providerId="LiveId" clId="{EDA42532-E227-462B-9FD4-8E07574011D0}" dt="2020-06-01T01:47:25.171" v="306"/>
          <ac:spMkLst>
            <pc:docMk/>
            <pc:sldMk cId="0" sldId="293"/>
            <ac:spMk id="35" creationId="{ACDA5E79-678A-4A79-A6AF-38CC374B1665}"/>
          </ac:spMkLst>
        </pc:spChg>
        <pc:spChg chg="mod">
          <ac:chgData name="Andrés Joaquín" userId="ffbe7a8ed576260a" providerId="LiveId" clId="{EDA42532-E227-462B-9FD4-8E07574011D0}" dt="2020-06-01T01:47:25.171" v="306"/>
          <ac:spMkLst>
            <pc:docMk/>
            <pc:sldMk cId="0" sldId="293"/>
            <ac:spMk id="36" creationId="{12477936-8035-4093-88E6-F46A35CB4608}"/>
          </ac:spMkLst>
        </pc:spChg>
        <pc:spChg chg="mod">
          <ac:chgData name="Andrés Joaquín" userId="ffbe7a8ed576260a" providerId="LiveId" clId="{EDA42532-E227-462B-9FD4-8E07574011D0}" dt="2020-06-01T01:47:25.171" v="306"/>
          <ac:spMkLst>
            <pc:docMk/>
            <pc:sldMk cId="0" sldId="293"/>
            <ac:spMk id="37" creationId="{262000EA-F5F7-4B75-B30D-09FDEE6F80B5}"/>
          </ac:spMkLst>
        </pc:spChg>
        <pc:spChg chg="mod">
          <ac:chgData name="Andrés Joaquín" userId="ffbe7a8ed576260a" providerId="LiveId" clId="{EDA42532-E227-462B-9FD4-8E07574011D0}" dt="2020-06-01T01:47:25.171" v="306"/>
          <ac:spMkLst>
            <pc:docMk/>
            <pc:sldMk cId="0" sldId="293"/>
            <ac:spMk id="38" creationId="{22F68FF2-A3BD-4C57-A270-C66A472CA25E}"/>
          </ac:spMkLst>
        </pc:spChg>
        <pc:spChg chg="mod">
          <ac:chgData name="Andrés Joaquín" userId="ffbe7a8ed576260a" providerId="LiveId" clId="{EDA42532-E227-462B-9FD4-8E07574011D0}" dt="2020-06-01T01:47:25.171" v="306"/>
          <ac:spMkLst>
            <pc:docMk/>
            <pc:sldMk cId="0" sldId="293"/>
            <ac:spMk id="39" creationId="{2C14A5CB-45F3-46BF-95C2-7996335F6455}"/>
          </ac:spMkLst>
        </pc:spChg>
        <pc:spChg chg="mod">
          <ac:chgData name="Andrés Joaquín" userId="ffbe7a8ed576260a" providerId="LiveId" clId="{EDA42532-E227-462B-9FD4-8E07574011D0}" dt="2020-06-01T01:47:25.171" v="306"/>
          <ac:spMkLst>
            <pc:docMk/>
            <pc:sldMk cId="0" sldId="293"/>
            <ac:spMk id="40" creationId="{75007B4B-C7B4-4659-8DDD-22AF390121FB}"/>
          </ac:spMkLst>
        </pc:spChg>
        <pc:spChg chg="mod">
          <ac:chgData name="Andrés Joaquín" userId="ffbe7a8ed576260a" providerId="LiveId" clId="{EDA42532-E227-462B-9FD4-8E07574011D0}" dt="2020-06-01T01:47:25.171" v="306"/>
          <ac:spMkLst>
            <pc:docMk/>
            <pc:sldMk cId="0" sldId="293"/>
            <ac:spMk id="41" creationId="{E354198B-60FC-420F-A8B3-0B49729578DA}"/>
          </ac:spMkLst>
        </pc:spChg>
        <pc:spChg chg="mod">
          <ac:chgData name="Andrés Joaquín" userId="ffbe7a8ed576260a" providerId="LiveId" clId="{EDA42532-E227-462B-9FD4-8E07574011D0}" dt="2020-06-01T01:47:25.171" v="306"/>
          <ac:spMkLst>
            <pc:docMk/>
            <pc:sldMk cId="0" sldId="293"/>
            <ac:spMk id="42" creationId="{BCB67312-2F97-40BA-9290-789E9885A610}"/>
          </ac:spMkLst>
        </pc:spChg>
        <pc:spChg chg="mod">
          <ac:chgData name="Andrés Joaquín" userId="ffbe7a8ed576260a" providerId="LiveId" clId="{EDA42532-E227-462B-9FD4-8E07574011D0}" dt="2020-06-01T01:47:25.171" v="306"/>
          <ac:spMkLst>
            <pc:docMk/>
            <pc:sldMk cId="0" sldId="293"/>
            <ac:spMk id="43" creationId="{2E784782-A3A4-4C18-9E1F-CA81CBC0E8B5}"/>
          </ac:spMkLst>
        </pc:spChg>
        <pc:spChg chg="mod">
          <ac:chgData name="Andrés Joaquín" userId="ffbe7a8ed576260a" providerId="LiveId" clId="{EDA42532-E227-462B-9FD4-8E07574011D0}" dt="2020-06-01T01:47:25.171" v="306"/>
          <ac:spMkLst>
            <pc:docMk/>
            <pc:sldMk cId="0" sldId="293"/>
            <ac:spMk id="44" creationId="{0AAF000B-A818-4C80-BF96-9129DC5B5996}"/>
          </ac:spMkLst>
        </pc:spChg>
        <pc:spChg chg="mod">
          <ac:chgData name="Andrés Joaquín" userId="ffbe7a8ed576260a" providerId="LiveId" clId="{EDA42532-E227-462B-9FD4-8E07574011D0}" dt="2020-06-01T01:47:25.171" v="306"/>
          <ac:spMkLst>
            <pc:docMk/>
            <pc:sldMk cId="0" sldId="293"/>
            <ac:spMk id="45" creationId="{337B5C29-37DD-4BD9-8659-38CE2C7A8D56}"/>
          </ac:spMkLst>
        </pc:spChg>
        <pc:spChg chg="mod">
          <ac:chgData name="Andrés Joaquín" userId="ffbe7a8ed576260a" providerId="LiveId" clId="{EDA42532-E227-462B-9FD4-8E07574011D0}" dt="2020-06-01T01:47:25.171" v="306"/>
          <ac:spMkLst>
            <pc:docMk/>
            <pc:sldMk cId="0" sldId="293"/>
            <ac:spMk id="46" creationId="{2A478BA7-96FE-4652-8BE0-73E69692913C}"/>
          </ac:spMkLst>
        </pc:spChg>
        <pc:spChg chg="mod">
          <ac:chgData name="Andrés Joaquín" userId="ffbe7a8ed576260a" providerId="LiveId" clId="{EDA42532-E227-462B-9FD4-8E07574011D0}" dt="2020-06-01T01:47:25.171" v="306"/>
          <ac:spMkLst>
            <pc:docMk/>
            <pc:sldMk cId="0" sldId="293"/>
            <ac:spMk id="47" creationId="{3A4BD409-BE82-44DD-9FC6-A9E8A5EB53B0}"/>
          </ac:spMkLst>
        </pc:spChg>
        <pc:spChg chg="mod">
          <ac:chgData name="Andrés Joaquín" userId="ffbe7a8ed576260a" providerId="LiveId" clId="{EDA42532-E227-462B-9FD4-8E07574011D0}" dt="2020-06-01T01:47:25.171" v="306"/>
          <ac:spMkLst>
            <pc:docMk/>
            <pc:sldMk cId="0" sldId="293"/>
            <ac:spMk id="48" creationId="{7024E57D-D8D7-4A18-B96D-1C160D747FFE}"/>
          </ac:spMkLst>
        </pc:spChg>
        <pc:spChg chg="mod">
          <ac:chgData name="Andrés Joaquín" userId="ffbe7a8ed576260a" providerId="LiveId" clId="{EDA42532-E227-462B-9FD4-8E07574011D0}" dt="2020-06-01T01:47:25.171" v="306"/>
          <ac:spMkLst>
            <pc:docMk/>
            <pc:sldMk cId="0" sldId="293"/>
            <ac:spMk id="49" creationId="{4B8AF98A-3F7D-4A50-AD23-D8A2DE60E07F}"/>
          </ac:spMkLst>
        </pc:spChg>
        <pc:spChg chg="mod">
          <ac:chgData name="Andrés Joaquín" userId="ffbe7a8ed576260a" providerId="LiveId" clId="{EDA42532-E227-462B-9FD4-8E07574011D0}" dt="2020-06-01T01:47:25.171" v="306"/>
          <ac:spMkLst>
            <pc:docMk/>
            <pc:sldMk cId="0" sldId="293"/>
            <ac:spMk id="50" creationId="{2D59A74A-C5DA-4743-8295-4F0282C109E1}"/>
          </ac:spMkLst>
        </pc:spChg>
        <pc:spChg chg="add mod">
          <ac:chgData name="Andrés Joaquín" userId="ffbe7a8ed576260a" providerId="LiveId" clId="{EDA42532-E227-462B-9FD4-8E07574011D0}" dt="2020-06-01T01:47:46.988" v="312" actId="1076"/>
          <ac:spMkLst>
            <pc:docMk/>
            <pc:sldMk cId="0" sldId="293"/>
            <ac:spMk id="51" creationId="{471B313B-CDD1-475A-B781-198C150D6F5E}"/>
          </ac:spMkLst>
        </pc:spChg>
        <pc:spChg chg="mod">
          <ac:chgData name="Andrés Joaquín" userId="ffbe7a8ed576260a" providerId="LiveId" clId="{EDA42532-E227-462B-9FD4-8E07574011D0}" dt="2020-06-01T01:46:15.775" v="297" actId="6549"/>
          <ac:spMkLst>
            <pc:docMk/>
            <pc:sldMk cId="0" sldId="293"/>
            <ac:spMk id="15363" creationId="{E61058D5-FCE9-4BD0-B02D-6B9BBC3A4F20}"/>
          </ac:spMkLst>
        </pc:spChg>
        <pc:spChg chg="del">
          <ac:chgData name="Andrés Joaquín" userId="ffbe7a8ed576260a" providerId="LiveId" clId="{EDA42532-E227-462B-9FD4-8E07574011D0}" dt="2020-06-01T01:46:10.233" v="294" actId="478"/>
          <ac:spMkLst>
            <pc:docMk/>
            <pc:sldMk cId="0" sldId="293"/>
            <ac:spMk id="331780" creationId="{5D05065C-DA3B-47CC-86D2-239640B2E4C3}"/>
          </ac:spMkLst>
        </pc:spChg>
        <pc:grpChg chg="add mod">
          <ac:chgData name="Andrés Joaquín" userId="ffbe7a8ed576260a" providerId="LiveId" clId="{EDA42532-E227-462B-9FD4-8E07574011D0}" dt="2020-06-01T01:47:40.967" v="310" actId="1076"/>
          <ac:grpSpMkLst>
            <pc:docMk/>
            <pc:sldMk cId="0" sldId="293"/>
            <ac:grpSpMk id="5" creationId="{D5411371-BB08-4BBC-A707-9161C6E283F2}"/>
          </ac:grpSpMkLst>
        </pc:grpChg>
        <pc:grpChg chg="add mod">
          <ac:chgData name="Andrés Joaquín" userId="ffbe7a8ed576260a" providerId="LiveId" clId="{EDA42532-E227-462B-9FD4-8E07574011D0}" dt="2020-06-01T01:47:44.273" v="311" actId="1076"/>
          <ac:grpSpMkLst>
            <pc:docMk/>
            <pc:sldMk cId="0" sldId="293"/>
            <ac:grpSpMk id="28" creationId="{79D81E06-5A9C-436F-9416-116D2EA3E143}"/>
          </ac:grpSpMkLst>
        </pc:grpChg>
      </pc:sldChg>
      <pc:sldChg chg="delSp add mod">
        <pc:chgData name="Andrés Joaquín" userId="ffbe7a8ed576260a" providerId="LiveId" clId="{EDA42532-E227-462B-9FD4-8E07574011D0}" dt="2020-06-01T01:46:05.213" v="293" actId="478"/>
        <pc:sldMkLst>
          <pc:docMk/>
          <pc:sldMk cId="0" sldId="294"/>
        </pc:sldMkLst>
        <pc:spChg chg="del">
          <ac:chgData name="Andrés Joaquín" userId="ffbe7a8ed576260a" providerId="LiveId" clId="{EDA42532-E227-462B-9FD4-8E07574011D0}" dt="2020-06-01T01:46:05.213" v="293" actId="478"/>
          <ac:spMkLst>
            <pc:docMk/>
            <pc:sldMk cId="0" sldId="294"/>
            <ac:spMk id="333827" creationId="{5EE908AE-37F7-499D-9D93-D42CD6D2709D}"/>
          </ac:spMkLst>
        </pc:spChg>
      </pc:sldChg>
      <pc:sldChg chg="delSp modSp add mod">
        <pc:chgData name="Andrés Joaquín" userId="ffbe7a8ed576260a" providerId="LiveId" clId="{EDA42532-E227-462B-9FD4-8E07574011D0}" dt="2020-06-01T01:48:37.140" v="321" actId="14100"/>
        <pc:sldMkLst>
          <pc:docMk/>
          <pc:sldMk cId="0" sldId="295"/>
        </pc:sldMkLst>
        <pc:spChg chg="mod">
          <ac:chgData name="Andrés Joaquín" userId="ffbe7a8ed576260a" providerId="LiveId" clId="{EDA42532-E227-462B-9FD4-8E07574011D0}" dt="2020-06-01T01:48:37.140" v="321" actId="14100"/>
          <ac:spMkLst>
            <pc:docMk/>
            <pc:sldMk cId="0" sldId="295"/>
            <ac:spMk id="24578" creationId="{1EDC0283-918A-4B11-A4B7-A9A2F2CADF82}"/>
          </ac:spMkLst>
        </pc:spChg>
        <pc:spChg chg="del">
          <ac:chgData name="Andrés Joaquín" userId="ffbe7a8ed576260a" providerId="LiveId" clId="{EDA42532-E227-462B-9FD4-8E07574011D0}" dt="2020-06-01T01:48:33.862" v="320" actId="478"/>
          <ac:spMkLst>
            <pc:docMk/>
            <pc:sldMk cId="0" sldId="295"/>
            <ac:spMk id="338948" creationId="{E27790CB-28FB-4D9E-BF0D-B73C8D5EF6B3}"/>
          </ac:spMkLst>
        </pc:spChg>
      </pc:sldChg>
      <pc:sldChg chg="delSp add mod">
        <pc:chgData name="Andrés Joaquín" userId="ffbe7a8ed576260a" providerId="LiveId" clId="{EDA42532-E227-462B-9FD4-8E07574011D0}" dt="2020-06-01T01:48:47.130" v="322" actId="478"/>
        <pc:sldMkLst>
          <pc:docMk/>
          <pc:sldMk cId="0" sldId="296"/>
        </pc:sldMkLst>
        <pc:spChg chg="del">
          <ac:chgData name="Andrés Joaquín" userId="ffbe7a8ed576260a" providerId="LiveId" clId="{EDA42532-E227-462B-9FD4-8E07574011D0}" dt="2020-06-01T01:48:47.130" v="322" actId="478"/>
          <ac:spMkLst>
            <pc:docMk/>
            <pc:sldMk cId="0" sldId="296"/>
            <ac:spMk id="340995" creationId="{2243DD2A-27BE-4B97-9E56-7A8CC7FE6C01}"/>
          </ac:spMkLst>
        </pc:spChg>
      </pc:sldChg>
      <pc:sldChg chg="delSp modSp add mod">
        <pc:chgData name="Andrés Joaquín" userId="ffbe7a8ed576260a" providerId="LiveId" clId="{EDA42532-E227-462B-9FD4-8E07574011D0}" dt="2020-06-01T01:49:02.929" v="325" actId="5793"/>
        <pc:sldMkLst>
          <pc:docMk/>
          <pc:sldMk cId="0" sldId="297"/>
        </pc:sldMkLst>
        <pc:spChg chg="mod">
          <ac:chgData name="Andrés Joaquín" userId="ffbe7a8ed576260a" providerId="LiveId" clId="{EDA42532-E227-462B-9FD4-8E07574011D0}" dt="2020-06-01T01:49:02.929" v="325" actId="5793"/>
          <ac:spMkLst>
            <pc:docMk/>
            <pc:sldMk cId="0" sldId="297"/>
            <ac:spMk id="26627" creationId="{74EC7D2E-9A65-4E40-95EF-611F1BD9CD74}"/>
          </ac:spMkLst>
        </pc:spChg>
        <pc:spChg chg="del">
          <ac:chgData name="Andrés Joaquín" userId="ffbe7a8ed576260a" providerId="LiveId" clId="{EDA42532-E227-462B-9FD4-8E07574011D0}" dt="2020-06-01T01:48:54.090" v="323" actId="478"/>
          <ac:spMkLst>
            <pc:docMk/>
            <pc:sldMk cId="0" sldId="297"/>
            <ac:spMk id="344068" creationId="{54086BE5-DEC2-4BDC-9000-C94D0C529B77}"/>
          </ac:spMkLst>
        </pc:spChg>
      </pc:sldChg>
      <pc:sldChg chg="delSp add mod">
        <pc:chgData name="Andrés Joaquín" userId="ffbe7a8ed576260a" providerId="LiveId" clId="{EDA42532-E227-462B-9FD4-8E07574011D0}" dt="2020-06-01T01:49:10.308" v="326" actId="478"/>
        <pc:sldMkLst>
          <pc:docMk/>
          <pc:sldMk cId="0" sldId="298"/>
        </pc:sldMkLst>
        <pc:spChg chg="del">
          <ac:chgData name="Andrés Joaquín" userId="ffbe7a8ed576260a" providerId="LiveId" clId="{EDA42532-E227-462B-9FD4-8E07574011D0}" dt="2020-06-01T01:49:10.308" v="326" actId="478"/>
          <ac:spMkLst>
            <pc:docMk/>
            <pc:sldMk cId="0" sldId="298"/>
            <ac:spMk id="346116" creationId="{0BC06B31-DA7E-4C5D-B5E4-2ADCAC25A51E}"/>
          </ac:spMkLst>
        </pc:spChg>
      </pc:sldChg>
      <pc:sldChg chg="delSp modSp add mod">
        <pc:chgData name="Andrés Joaquín" userId="ffbe7a8ed576260a" providerId="LiveId" clId="{EDA42532-E227-462B-9FD4-8E07574011D0}" dt="2020-06-01T01:50:14.834" v="337" actId="20577"/>
        <pc:sldMkLst>
          <pc:docMk/>
          <pc:sldMk cId="0" sldId="299"/>
        </pc:sldMkLst>
        <pc:spChg chg="mod">
          <ac:chgData name="Andrés Joaquín" userId="ffbe7a8ed576260a" providerId="LiveId" clId="{EDA42532-E227-462B-9FD4-8E07574011D0}" dt="2020-06-01T01:49:23.989" v="329" actId="404"/>
          <ac:spMkLst>
            <pc:docMk/>
            <pc:sldMk cId="0" sldId="299"/>
            <ac:spMk id="28674" creationId="{221F4B10-32CB-421D-8F5D-FA2A54C4E1DF}"/>
          </ac:spMkLst>
        </pc:spChg>
        <pc:spChg chg="mod">
          <ac:chgData name="Andrés Joaquín" userId="ffbe7a8ed576260a" providerId="LiveId" clId="{EDA42532-E227-462B-9FD4-8E07574011D0}" dt="2020-06-01T01:50:14.834" v="337" actId="20577"/>
          <ac:spMkLst>
            <pc:docMk/>
            <pc:sldMk cId="0" sldId="299"/>
            <ac:spMk id="28675" creationId="{155B3EB4-2286-48FA-88DA-C9DB19A35EDD}"/>
          </ac:spMkLst>
        </pc:spChg>
        <pc:spChg chg="del">
          <ac:chgData name="Andrés Joaquín" userId="ffbe7a8ed576260a" providerId="LiveId" clId="{EDA42532-E227-462B-9FD4-8E07574011D0}" dt="2020-06-01T01:49:17.068" v="327" actId="478"/>
          <ac:spMkLst>
            <pc:docMk/>
            <pc:sldMk cId="0" sldId="299"/>
            <ac:spMk id="348164" creationId="{6DFA779E-41FD-4010-8369-9F0886B9A338}"/>
          </ac:spMkLst>
        </pc:spChg>
      </pc:sldChg>
      <pc:sldChg chg="delSp add mod">
        <pc:chgData name="Andrés Joaquín" userId="ffbe7a8ed576260a" providerId="LiveId" clId="{EDA42532-E227-462B-9FD4-8E07574011D0}" dt="2020-06-01T01:51:55.732" v="409" actId="478"/>
        <pc:sldMkLst>
          <pc:docMk/>
          <pc:sldMk cId="0" sldId="300"/>
        </pc:sldMkLst>
        <pc:spChg chg="del">
          <ac:chgData name="Andrés Joaquín" userId="ffbe7a8ed576260a" providerId="LiveId" clId="{EDA42532-E227-462B-9FD4-8E07574011D0}" dt="2020-06-01T01:51:55.732" v="409" actId="478"/>
          <ac:spMkLst>
            <pc:docMk/>
            <pc:sldMk cId="0" sldId="300"/>
            <ac:spMk id="350212" creationId="{394D00B0-1C87-4139-AC69-E9EA978C439D}"/>
          </ac:spMkLst>
        </pc:spChg>
      </pc:sldChg>
      <pc:sldChg chg="delSp modSp add mod">
        <pc:chgData name="Andrés Joaquín" userId="ffbe7a8ed576260a" providerId="LiveId" clId="{EDA42532-E227-462B-9FD4-8E07574011D0}" dt="2020-06-01T01:56:09.686" v="469" actId="478"/>
        <pc:sldMkLst>
          <pc:docMk/>
          <pc:sldMk cId="0" sldId="301"/>
        </pc:sldMkLst>
        <pc:spChg chg="mod">
          <ac:chgData name="Andrés Joaquín" userId="ffbe7a8ed576260a" providerId="LiveId" clId="{EDA42532-E227-462B-9FD4-8E07574011D0}" dt="2020-06-01T01:56:06.879" v="468" actId="404"/>
          <ac:spMkLst>
            <pc:docMk/>
            <pc:sldMk cId="0" sldId="301"/>
            <ac:spMk id="36866" creationId="{53EBD0B7-8164-407A-8B11-753E30059A76}"/>
          </ac:spMkLst>
        </pc:spChg>
        <pc:spChg chg="del">
          <ac:chgData name="Andrés Joaquín" userId="ffbe7a8ed576260a" providerId="LiveId" clId="{EDA42532-E227-462B-9FD4-8E07574011D0}" dt="2020-06-01T01:56:09.686" v="469" actId="478"/>
          <ac:spMkLst>
            <pc:docMk/>
            <pc:sldMk cId="0" sldId="301"/>
            <ac:spMk id="352260" creationId="{D159AC39-FDD3-4F64-B137-2848474FA8C5}"/>
          </ac:spMkLst>
        </pc:spChg>
      </pc:sldChg>
      <pc:sldChg chg="delSp modSp add mod">
        <pc:chgData name="Andrés Joaquín" userId="ffbe7a8ed576260a" providerId="LiveId" clId="{EDA42532-E227-462B-9FD4-8E07574011D0}" dt="2020-06-01T01:52:21.908" v="427" actId="20577"/>
        <pc:sldMkLst>
          <pc:docMk/>
          <pc:sldMk cId="0" sldId="302"/>
        </pc:sldMkLst>
        <pc:spChg chg="mod">
          <ac:chgData name="Andrés Joaquín" userId="ffbe7a8ed576260a" providerId="LiveId" clId="{EDA42532-E227-462B-9FD4-8E07574011D0}" dt="2020-06-01T01:52:21.908" v="427" actId="20577"/>
          <ac:spMkLst>
            <pc:docMk/>
            <pc:sldMk cId="0" sldId="302"/>
            <ac:spMk id="32771" creationId="{0AD630AB-9981-45DD-A3A0-6F906266D329}"/>
          </ac:spMkLst>
        </pc:spChg>
        <pc:spChg chg="del">
          <ac:chgData name="Andrés Joaquín" userId="ffbe7a8ed576260a" providerId="LiveId" clId="{EDA42532-E227-462B-9FD4-8E07574011D0}" dt="2020-06-01T01:52:01.701" v="410" actId="478"/>
          <ac:spMkLst>
            <pc:docMk/>
            <pc:sldMk cId="0" sldId="302"/>
            <ac:spMk id="354308" creationId="{9E4B36CB-5419-4FC8-80FB-457958AEC4E8}"/>
          </ac:spMkLst>
        </pc:spChg>
      </pc:sldChg>
      <pc:sldChg chg="delSp modSp add mod">
        <pc:chgData name="Andrés Joaquín" userId="ffbe7a8ed576260a" providerId="LiveId" clId="{EDA42532-E227-462B-9FD4-8E07574011D0}" dt="2020-06-01T02:16:03.276" v="474" actId="478"/>
        <pc:sldMkLst>
          <pc:docMk/>
          <pc:sldMk cId="0" sldId="303"/>
        </pc:sldMkLst>
        <pc:spChg chg="mod">
          <ac:chgData name="Andrés Joaquín" userId="ffbe7a8ed576260a" providerId="LiveId" clId="{EDA42532-E227-462B-9FD4-8E07574011D0}" dt="2020-06-01T02:15:56.988" v="473" actId="404"/>
          <ac:spMkLst>
            <pc:docMk/>
            <pc:sldMk cId="0" sldId="303"/>
            <ac:spMk id="37890" creationId="{31079DC3-E8F3-46CC-9917-D30BC034947B}"/>
          </ac:spMkLst>
        </pc:spChg>
        <pc:spChg chg="del">
          <ac:chgData name="Andrés Joaquín" userId="ffbe7a8ed576260a" providerId="LiveId" clId="{EDA42532-E227-462B-9FD4-8E07574011D0}" dt="2020-06-01T02:16:03.276" v="474" actId="478"/>
          <ac:spMkLst>
            <pc:docMk/>
            <pc:sldMk cId="0" sldId="303"/>
            <ac:spMk id="356355" creationId="{F56058E9-55DA-4BB1-AAD0-F091D7568B9F}"/>
          </ac:spMkLst>
        </pc:spChg>
      </pc:sldChg>
      <pc:sldChg chg="delSp add mod">
        <pc:chgData name="Andrés Joaquín" userId="ffbe7a8ed576260a" providerId="LiveId" clId="{EDA42532-E227-462B-9FD4-8E07574011D0}" dt="2020-06-01T02:16:14.946" v="475" actId="478"/>
        <pc:sldMkLst>
          <pc:docMk/>
          <pc:sldMk cId="0" sldId="304"/>
        </pc:sldMkLst>
        <pc:spChg chg="del">
          <ac:chgData name="Andrés Joaquín" userId="ffbe7a8ed576260a" providerId="LiveId" clId="{EDA42532-E227-462B-9FD4-8E07574011D0}" dt="2020-06-01T02:16:14.946" v="475" actId="478"/>
          <ac:spMkLst>
            <pc:docMk/>
            <pc:sldMk cId="0" sldId="304"/>
            <ac:spMk id="358404" creationId="{D1A14EC1-6038-41D6-B500-4C69E289D1E6}"/>
          </ac:spMkLst>
        </pc:spChg>
      </pc:sldChg>
      <pc:sldChg chg="del">
        <pc:chgData name="Andrés Joaquín" userId="ffbe7a8ed576260a" providerId="LiveId" clId="{EDA42532-E227-462B-9FD4-8E07574011D0}" dt="2020-06-01T02:18:20.507" v="496" actId="47"/>
        <pc:sldMkLst>
          <pc:docMk/>
          <pc:sldMk cId="0" sldId="305"/>
        </pc:sldMkLst>
      </pc:sldChg>
      <pc:sldChg chg="delSp add mod">
        <pc:chgData name="Andrés Joaquín" userId="ffbe7a8ed576260a" providerId="LiveId" clId="{EDA42532-E227-462B-9FD4-8E07574011D0}" dt="2020-06-01T02:16:26.426" v="477" actId="478"/>
        <pc:sldMkLst>
          <pc:docMk/>
          <pc:sldMk cId="0" sldId="306"/>
        </pc:sldMkLst>
        <pc:spChg chg="del">
          <ac:chgData name="Andrés Joaquín" userId="ffbe7a8ed576260a" providerId="LiveId" clId="{EDA42532-E227-462B-9FD4-8E07574011D0}" dt="2020-06-01T02:16:26.426" v="477" actId="478"/>
          <ac:spMkLst>
            <pc:docMk/>
            <pc:sldMk cId="0" sldId="306"/>
            <ac:spMk id="362499" creationId="{217F91FA-4B24-4078-9EF9-9004A0556D38}"/>
          </ac:spMkLst>
        </pc:spChg>
      </pc:sldChg>
      <pc:sldChg chg="del">
        <pc:chgData name="Andrés Joaquín" userId="ffbe7a8ed576260a" providerId="LiveId" clId="{EDA42532-E227-462B-9FD4-8E07574011D0}" dt="2020-06-01T02:18:20.507" v="496" actId="47"/>
        <pc:sldMkLst>
          <pc:docMk/>
          <pc:sldMk cId="0" sldId="307"/>
        </pc:sldMkLst>
      </pc:sldChg>
      <pc:sldChg chg="del">
        <pc:chgData name="Andrés Joaquín" userId="ffbe7a8ed576260a" providerId="LiveId" clId="{EDA42532-E227-462B-9FD4-8E07574011D0}" dt="2020-06-01T02:18:20.507" v="496" actId="47"/>
        <pc:sldMkLst>
          <pc:docMk/>
          <pc:sldMk cId="0" sldId="308"/>
        </pc:sldMkLst>
      </pc:sldChg>
      <pc:sldChg chg="del">
        <pc:chgData name="Andrés Joaquín" userId="ffbe7a8ed576260a" providerId="LiveId" clId="{EDA42532-E227-462B-9FD4-8E07574011D0}" dt="2020-06-01T02:18:20.507" v="496" actId="47"/>
        <pc:sldMkLst>
          <pc:docMk/>
          <pc:sldMk cId="0" sldId="309"/>
        </pc:sldMkLst>
      </pc:sldChg>
      <pc:sldChg chg="delSp modSp add mod">
        <pc:chgData name="Andrés Joaquín" userId="ffbe7a8ed576260a" providerId="LiveId" clId="{EDA42532-E227-462B-9FD4-8E07574011D0}" dt="2020-06-01T02:17:19.998" v="487" actId="207"/>
        <pc:sldMkLst>
          <pc:docMk/>
          <pc:sldMk cId="0" sldId="310"/>
        </pc:sldMkLst>
        <pc:spChg chg="mod">
          <ac:chgData name="Andrés Joaquín" userId="ffbe7a8ed576260a" providerId="LiveId" clId="{EDA42532-E227-462B-9FD4-8E07574011D0}" dt="2020-06-01T02:17:16.544" v="486" actId="14100"/>
          <ac:spMkLst>
            <pc:docMk/>
            <pc:sldMk cId="0" sldId="310"/>
            <ac:spMk id="45058" creationId="{CF1880B5-A2F9-4241-8397-D40A6E9F895B}"/>
          </ac:spMkLst>
        </pc:spChg>
        <pc:spChg chg="mod">
          <ac:chgData name="Andrés Joaquín" userId="ffbe7a8ed576260a" providerId="LiveId" clId="{EDA42532-E227-462B-9FD4-8E07574011D0}" dt="2020-06-01T02:17:19.998" v="487" actId="207"/>
          <ac:spMkLst>
            <pc:docMk/>
            <pc:sldMk cId="0" sldId="310"/>
            <ac:spMk id="45059" creationId="{DB2D3A24-9E5D-4CE8-B708-5F7AB1E980FD}"/>
          </ac:spMkLst>
        </pc:spChg>
        <pc:spChg chg="del">
          <ac:chgData name="Andrés Joaquín" userId="ffbe7a8ed576260a" providerId="LiveId" clId="{EDA42532-E227-462B-9FD4-8E07574011D0}" dt="2020-06-01T02:17:13.295" v="485" actId="478"/>
          <ac:spMkLst>
            <pc:docMk/>
            <pc:sldMk cId="0" sldId="310"/>
            <ac:spMk id="370692" creationId="{422A1FE7-D8BC-4864-B89D-FD6CEA443A12}"/>
          </ac:spMkLst>
        </pc:spChg>
      </pc:sldChg>
      <pc:sldChg chg="del">
        <pc:chgData name="Andrés Joaquín" userId="ffbe7a8ed576260a" providerId="LiveId" clId="{EDA42532-E227-462B-9FD4-8E07574011D0}" dt="2020-06-01T02:18:20.507" v="496" actId="47"/>
        <pc:sldMkLst>
          <pc:docMk/>
          <pc:sldMk cId="0" sldId="311"/>
        </pc:sldMkLst>
      </pc:sldChg>
      <pc:sldChg chg="modSp mod">
        <pc:chgData name="Andrés Joaquín" userId="ffbe7a8ed576260a" providerId="LiveId" clId="{EDA42532-E227-462B-9FD4-8E07574011D0}" dt="2020-06-01T01:21:42.569" v="15" actId="20577"/>
        <pc:sldMkLst>
          <pc:docMk/>
          <pc:sldMk cId="158486521" sldId="312"/>
        </pc:sldMkLst>
        <pc:spChg chg="mod">
          <ac:chgData name="Andrés Joaquín" userId="ffbe7a8ed576260a" providerId="LiveId" clId="{EDA42532-E227-462B-9FD4-8E07574011D0}" dt="2020-06-01T01:21:37.496" v="1" actId="20577"/>
          <ac:spMkLst>
            <pc:docMk/>
            <pc:sldMk cId="158486521" sldId="312"/>
            <ac:spMk id="4" creationId="{E170B5A6-B4BD-4EDD-82FF-3C83B7E6B746}"/>
          </ac:spMkLst>
        </pc:spChg>
        <pc:spChg chg="mod">
          <ac:chgData name="Andrés Joaquín" userId="ffbe7a8ed576260a" providerId="LiveId" clId="{EDA42532-E227-462B-9FD4-8E07574011D0}" dt="2020-06-01T01:21:42.569" v="15" actId="20577"/>
          <ac:spMkLst>
            <pc:docMk/>
            <pc:sldMk cId="158486521" sldId="312"/>
            <ac:spMk id="5" creationId="{3D1F2EB1-A746-44CB-998A-5477BF67054D}"/>
          </ac:spMkLst>
        </pc:spChg>
      </pc:sldChg>
      <pc:sldChg chg="del">
        <pc:chgData name="Andrés Joaquín" userId="ffbe7a8ed576260a" providerId="LiveId" clId="{EDA42532-E227-462B-9FD4-8E07574011D0}" dt="2020-06-01T02:18:20.507" v="496" actId="47"/>
        <pc:sldMkLst>
          <pc:docMk/>
          <pc:sldMk cId="0" sldId="313"/>
        </pc:sldMkLst>
      </pc:sldChg>
      <pc:sldChg chg="delSp modSp add mod">
        <pc:chgData name="Andrés Joaquín" userId="ffbe7a8ed576260a" providerId="LiveId" clId="{EDA42532-E227-462B-9FD4-8E07574011D0}" dt="2020-06-01T01:52:34.929" v="431" actId="478"/>
        <pc:sldMkLst>
          <pc:docMk/>
          <pc:sldMk cId="0" sldId="314"/>
        </pc:sldMkLst>
        <pc:spChg chg="mod">
          <ac:chgData name="Andrés Joaquín" userId="ffbe7a8ed576260a" providerId="LiveId" clId="{EDA42532-E227-462B-9FD4-8E07574011D0}" dt="2020-06-01T01:52:32.638" v="430" actId="404"/>
          <ac:spMkLst>
            <pc:docMk/>
            <pc:sldMk cId="0" sldId="314"/>
            <ac:spMk id="33794" creationId="{1D6C5E6A-900F-4566-8EE1-4AFC917F22C5}"/>
          </ac:spMkLst>
        </pc:spChg>
        <pc:spChg chg="del">
          <ac:chgData name="Andrés Joaquín" userId="ffbe7a8ed576260a" providerId="LiveId" clId="{EDA42532-E227-462B-9FD4-8E07574011D0}" dt="2020-06-01T01:52:34.929" v="431" actId="478"/>
          <ac:spMkLst>
            <pc:docMk/>
            <pc:sldMk cId="0" sldId="314"/>
            <ac:spMk id="381956" creationId="{6E99E417-335F-4206-81A8-802BBD8C5EDC}"/>
          </ac:spMkLst>
        </pc:spChg>
      </pc:sldChg>
      <pc:sldChg chg="delSp modSp add mod">
        <pc:chgData name="Andrés Joaquín" userId="ffbe7a8ed576260a" providerId="LiveId" clId="{EDA42532-E227-462B-9FD4-8E07574011D0}" dt="2020-06-01T01:54:31.230" v="449" actId="207"/>
        <pc:sldMkLst>
          <pc:docMk/>
          <pc:sldMk cId="0" sldId="315"/>
        </pc:sldMkLst>
        <pc:spChg chg="mod">
          <ac:chgData name="Andrés Joaquín" userId="ffbe7a8ed576260a" providerId="LiveId" clId="{EDA42532-E227-462B-9FD4-8E07574011D0}" dt="2020-06-01T01:53:02.499" v="434" actId="404"/>
          <ac:spMkLst>
            <pc:docMk/>
            <pc:sldMk cId="0" sldId="315"/>
            <ac:spMk id="34818" creationId="{F910ABB8-A75C-4CBD-B5F7-0EF3AF2C4268}"/>
          </ac:spMkLst>
        </pc:spChg>
        <pc:spChg chg="mod">
          <ac:chgData name="Andrés Joaquín" userId="ffbe7a8ed576260a" providerId="LiveId" clId="{EDA42532-E227-462B-9FD4-8E07574011D0}" dt="2020-06-01T01:54:31.230" v="449" actId="207"/>
          <ac:spMkLst>
            <pc:docMk/>
            <pc:sldMk cId="0" sldId="315"/>
            <ac:spMk id="34821" creationId="{D9DFCEFD-1A60-49ED-AB48-F375BA1A43F3}"/>
          </ac:spMkLst>
        </pc:spChg>
        <pc:spChg chg="del">
          <ac:chgData name="Andrés Joaquín" userId="ffbe7a8ed576260a" providerId="LiveId" clId="{EDA42532-E227-462B-9FD4-8E07574011D0}" dt="2020-06-01T01:53:12.137" v="435" actId="478"/>
          <ac:spMkLst>
            <pc:docMk/>
            <pc:sldMk cId="0" sldId="315"/>
            <ac:spMk id="384004" creationId="{1BF710AF-EC3B-4248-8EAF-E60CC47BB9BB}"/>
          </ac:spMkLst>
        </pc:spChg>
      </pc:sldChg>
      <pc:sldChg chg="delSp modSp add mod">
        <pc:chgData name="Andrés Joaquín" userId="ffbe7a8ed576260a" providerId="LiveId" clId="{EDA42532-E227-462B-9FD4-8E07574011D0}" dt="2020-06-01T01:55:46.693" v="466" actId="207"/>
        <pc:sldMkLst>
          <pc:docMk/>
          <pc:sldMk cId="0" sldId="316"/>
        </pc:sldMkLst>
        <pc:spChg chg="mod">
          <ac:chgData name="Andrés Joaquín" userId="ffbe7a8ed576260a" providerId="LiveId" clId="{EDA42532-E227-462B-9FD4-8E07574011D0}" dt="2020-06-01T01:53:39.454" v="440" actId="14100"/>
          <ac:spMkLst>
            <pc:docMk/>
            <pc:sldMk cId="0" sldId="316"/>
            <ac:spMk id="35842" creationId="{6EB67BC2-5BDB-47D2-B987-7CADFC2CBA7D}"/>
          </ac:spMkLst>
        </pc:spChg>
        <pc:spChg chg="mod">
          <ac:chgData name="Andrés Joaquín" userId="ffbe7a8ed576260a" providerId="LiveId" clId="{EDA42532-E227-462B-9FD4-8E07574011D0}" dt="2020-06-01T01:54:43.784" v="453" actId="20577"/>
          <ac:spMkLst>
            <pc:docMk/>
            <pc:sldMk cId="0" sldId="316"/>
            <ac:spMk id="35843" creationId="{CF1D439F-9FCE-417B-B218-2986A09899AD}"/>
          </ac:spMkLst>
        </pc:spChg>
        <pc:spChg chg="mod">
          <ac:chgData name="Andrés Joaquín" userId="ffbe7a8ed576260a" providerId="LiveId" clId="{EDA42532-E227-462B-9FD4-8E07574011D0}" dt="2020-06-01T01:55:38.715" v="464" actId="207"/>
          <ac:spMkLst>
            <pc:docMk/>
            <pc:sldMk cId="0" sldId="316"/>
            <ac:spMk id="35845" creationId="{8C5262A0-373B-44B2-9D0A-F703E3D857D2}"/>
          </ac:spMkLst>
        </pc:spChg>
        <pc:spChg chg="mod">
          <ac:chgData name="Andrés Joaquín" userId="ffbe7a8ed576260a" providerId="LiveId" clId="{EDA42532-E227-462B-9FD4-8E07574011D0}" dt="2020-06-01T01:55:29.653" v="461" actId="207"/>
          <ac:spMkLst>
            <pc:docMk/>
            <pc:sldMk cId="0" sldId="316"/>
            <ac:spMk id="35846" creationId="{429435A2-6EE2-4DFA-891D-29739BBF6D4A}"/>
          </ac:spMkLst>
        </pc:spChg>
        <pc:spChg chg="mod">
          <ac:chgData name="Andrés Joaquín" userId="ffbe7a8ed576260a" providerId="LiveId" clId="{EDA42532-E227-462B-9FD4-8E07574011D0}" dt="2020-06-01T01:55:46.693" v="466" actId="207"/>
          <ac:spMkLst>
            <pc:docMk/>
            <pc:sldMk cId="0" sldId="316"/>
            <ac:spMk id="35847" creationId="{E913C3FB-3992-4EC6-B0F3-27E633C8D11E}"/>
          </ac:spMkLst>
        </pc:spChg>
        <pc:spChg chg="del">
          <ac:chgData name="Andrés Joaquín" userId="ffbe7a8ed576260a" providerId="LiveId" clId="{EDA42532-E227-462B-9FD4-8E07574011D0}" dt="2020-06-01T01:53:41.556" v="441" actId="478"/>
          <ac:spMkLst>
            <pc:docMk/>
            <pc:sldMk cId="0" sldId="316"/>
            <ac:spMk id="386052" creationId="{2A8AEB66-F5EF-4A64-A29D-C9B7CC988462}"/>
          </ac:spMkLst>
        </pc:spChg>
      </pc:sldChg>
      <pc:sldChg chg="del">
        <pc:chgData name="Andrés Joaquín" userId="ffbe7a8ed576260a" providerId="LiveId" clId="{EDA42532-E227-462B-9FD4-8E07574011D0}" dt="2020-06-01T02:18:20.507" v="496" actId="47"/>
        <pc:sldMkLst>
          <pc:docMk/>
          <pc:sldMk cId="0" sldId="318"/>
        </pc:sldMkLst>
      </pc:sldChg>
      <pc:sldChg chg="del">
        <pc:chgData name="Andrés Joaquín" userId="ffbe7a8ed576260a" providerId="LiveId" clId="{EDA42532-E227-462B-9FD4-8E07574011D0}" dt="2020-06-01T02:18:20.507" v="496" actId="47"/>
        <pc:sldMkLst>
          <pc:docMk/>
          <pc:sldMk cId="0" sldId="319"/>
        </pc:sldMkLst>
      </pc:sldChg>
      <pc:sldChg chg="del">
        <pc:chgData name="Andrés Joaquín" userId="ffbe7a8ed576260a" providerId="LiveId" clId="{EDA42532-E227-462B-9FD4-8E07574011D0}" dt="2020-06-01T02:18:20.507" v="496" actId="47"/>
        <pc:sldMkLst>
          <pc:docMk/>
          <pc:sldMk cId="0" sldId="320"/>
        </pc:sldMkLst>
      </pc:sldChg>
      <pc:sldChg chg="del">
        <pc:chgData name="Andrés Joaquín" userId="ffbe7a8ed576260a" providerId="LiveId" clId="{EDA42532-E227-462B-9FD4-8E07574011D0}" dt="2020-06-01T02:18:20.507" v="496" actId="47"/>
        <pc:sldMkLst>
          <pc:docMk/>
          <pc:sldMk cId="0" sldId="321"/>
        </pc:sldMkLst>
      </pc:sldChg>
      <pc:sldChg chg="del">
        <pc:chgData name="Andrés Joaquín" userId="ffbe7a8ed576260a" providerId="LiveId" clId="{EDA42532-E227-462B-9FD4-8E07574011D0}" dt="2020-06-01T02:18:20.507" v="496" actId="47"/>
        <pc:sldMkLst>
          <pc:docMk/>
          <pc:sldMk cId="0" sldId="322"/>
        </pc:sldMkLst>
      </pc:sldChg>
      <pc:sldChg chg="del">
        <pc:chgData name="Andrés Joaquín" userId="ffbe7a8ed576260a" providerId="LiveId" clId="{EDA42532-E227-462B-9FD4-8E07574011D0}" dt="2020-06-01T02:18:20.507" v="496" actId="47"/>
        <pc:sldMkLst>
          <pc:docMk/>
          <pc:sldMk cId="0" sldId="323"/>
        </pc:sldMkLst>
      </pc:sldChg>
      <pc:sldChg chg="del">
        <pc:chgData name="Andrés Joaquín" userId="ffbe7a8ed576260a" providerId="LiveId" clId="{EDA42532-E227-462B-9FD4-8E07574011D0}" dt="2020-06-01T02:18:20.507" v="496" actId="47"/>
        <pc:sldMkLst>
          <pc:docMk/>
          <pc:sldMk cId="0" sldId="324"/>
        </pc:sldMkLst>
      </pc:sldChg>
      <pc:sldChg chg="del">
        <pc:chgData name="Andrés Joaquín" userId="ffbe7a8ed576260a" providerId="LiveId" clId="{EDA42532-E227-462B-9FD4-8E07574011D0}" dt="2020-06-01T02:18:20.507" v="496" actId="47"/>
        <pc:sldMkLst>
          <pc:docMk/>
          <pc:sldMk cId="889693761" sldId="325"/>
        </pc:sldMkLst>
      </pc:sldChg>
      <pc:sldChg chg="del">
        <pc:chgData name="Andrés Joaquín" userId="ffbe7a8ed576260a" providerId="LiveId" clId="{EDA42532-E227-462B-9FD4-8E07574011D0}" dt="2020-06-01T02:18:20.507" v="496" actId="47"/>
        <pc:sldMkLst>
          <pc:docMk/>
          <pc:sldMk cId="0" sldId="326"/>
        </pc:sldMkLst>
      </pc:sldChg>
      <pc:sldChg chg="del">
        <pc:chgData name="Andrés Joaquín" userId="ffbe7a8ed576260a" providerId="LiveId" clId="{EDA42532-E227-462B-9FD4-8E07574011D0}" dt="2020-06-01T02:18:24.646" v="497" actId="47"/>
        <pc:sldMkLst>
          <pc:docMk/>
          <pc:sldMk cId="437439162" sldId="330"/>
        </pc:sldMkLst>
      </pc:sldChg>
      <pc:sldChg chg="del">
        <pc:chgData name="Andrés Joaquín" userId="ffbe7a8ed576260a" providerId="LiveId" clId="{EDA42532-E227-462B-9FD4-8E07574011D0}" dt="2020-06-01T02:18:24.646" v="497" actId="47"/>
        <pc:sldMkLst>
          <pc:docMk/>
          <pc:sldMk cId="0" sldId="331"/>
        </pc:sldMkLst>
      </pc:sldChg>
      <pc:sldChg chg="del">
        <pc:chgData name="Andrés Joaquín" userId="ffbe7a8ed576260a" providerId="LiveId" clId="{EDA42532-E227-462B-9FD4-8E07574011D0}" dt="2020-06-01T02:18:13.679" v="495" actId="47"/>
        <pc:sldMkLst>
          <pc:docMk/>
          <pc:sldMk cId="0" sldId="337"/>
        </pc:sldMkLst>
      </pc:sldChg>
      <pc:sldChg chg="del">
        <pc:chgData name="Andrés Joaquín" userId="ffbe7a8ed576260a" providerId="LiveId" clId="{EDA42532-E227-462B-9FD4-8E07574011D0}" dt="2020-06-01T02:18:20.507" v="496" actId="47"/>
        <pc:sldMkLst>
          <pc:docMk/>
          <pc:sldMk cId="0" sldId="338"/>
        </pc:sldMkLst>
      </pc:sldChg>
      <pc:sldChg chg="del">
        <pc:chgData name="Andrés Joaquín" userId="ffbe7a8ed576260a" providerId="LiveId" clId="{EDA42532-E227-462B-9FD4-8E07574011D0}" dt="2020-06-01T02:18:20.507" v="496" actId="47"/>
        <pc:sldMkLst>
          <pc:docMk/>
          <pc:sldMk cId="0" sldId="339"/>
        </pc:sldMkLst>
      </pc:sldChg>
      <pc:sldChg chg="del">
        <pc:chgData name="Andrés Joaquín" userId="ffbe7a8ed576260a" providerId="LiveId" clId="{EDA42532-E227-462B-9FD4-8E07574011D0}" dt="2020-06-01T02:18:20.507" v="496" actId="47"/>
        <pc:sldMkLst>
          <pc:docMk/>
          <pc:sldMk cId="0" sldId="340"/>
        </pc:sldMkLst>
      </pc:sldChg>
      <pc:sldChg chg="del">
        <pc:chgData name="Andrés Joaquín" userId="ffbe7a8ed576260a" providerId="LiveId" clId="{EDA42532-E227-462B-9FD4-8E07574011D0}" dt="2020-06-01T02:18:20.507" v="496" actId="47"/>
        <pc:sldMkLst>
          <pc:docMk/>
          <pc:sldMk cId="0" sldId="341"/>
        </pc:sldMkLst>
      </pc:sldChg>
      <pc:sldChg chg="del">
        <pc:chgData name="Andrés Joaquín" userId="ffbe7a8ed576260a" providerId="LiveId" clId="{EDA42532-E227-462B-9FD4-8E07574011D0}" dt="2020-06-01T02:18:20.507" v="496" actId="47"/>
        <pc:sldMkLst>
          <pc:docMk/>
          <pc:sldMk cId="0" sldId="342"/>
        </pc:sldMkLst>
      </pc:sldChg>
      <pc:sldChg chg="del">
        <pc:chgData name="Andrés Joaquín" userId="ffbe7a8ed576260a" providerId="LiveId" clId="{EDA42532-E227-462B-9FD4-8E07574011D0}" dt="2020-06-01T02:18:20.507" v="496" actId="47"/>
        <pc:sldMkLst>
          <pc:docMk/>
          <pc:sldMk cId="719948431" sldId="343"/>
        </pc:sldMkLst>
      </pc:sldChg>
      <pc:sldChg chg="del">
        <pc:chgData name="Andrés Joaquín" userId="ffbe7a8ed576260a" providerId="LiveId" clId="{EDA42532-E227-462B-9FD4-8E07574011D0}" dt="2020-06-01T02:18:20.507" v="496" actId="47"/>
        <pc:sldMkLst>
          <pc:docMk/>
          <pc:sldMk cId="738053796" sldId="344"/>
        </pc:sldMkLst>
      </pc:sldChg>
      <pc:sldChg chg="del">
        <pc:chgData name="Andrés Joaquín" userId="ffbe7a8ed576260a" providerId="LiveId" clId="{EDA42532-E227-462B-9FD4-8E07574011D0}" dt="2020-06-01T02:18:20.507" v="496" actId="47"/>
        <pc:sldMkLst>
          <pc:docMk/>
          <pc:sldMk cId="0" sldId="345"/>
        </pc:sldMkLst>
      </pc:sldChg>
      <pc:sldChg chg="del">
        <pc:chgData name="Andrés Joaquín" userId="ffbe7a8ed576260a" providerId="LiveId" clId="{EDA42532-E227-462B-9FD4-8E07574011D0}" dt="2020-06-01T02:18:20.507" v="496" actId="47"/>
        <pc:sldMkLst>
          <pc:docMk/>
          <pc:sldMk cId="0" sldId="346"/>
        </pc:sldMkLst>
      </pc:sldChg>
      <pc:sldChg chg="del">
        <pc:chgData name="Andrés Joaquín" userId="ffbe7a8ed576260a" providerId="LiveId" clId="{EDA42532-E227-462B-9FD4-8E07574011D0}" dt="2020-06-01T02:18:20.507" v="496" actId="47"/>
        <pc:sldMkLst>
          <pc:docMk/>
          <pc:sldMk cId="0" sldId="347"/>
        </pc:sldMkLst>
      </pc:sldChg>
      <pc:sldChg chg="del">
        <pc:chgData name="Andrés Joaquín" userId="ffbe7a8ed576260a" providerId="LiveId" clId="{EDA42532-E227-462B-9FD4-8E07574011D0}" dt="2020-06-01T02:18:20.507" v="496" actId="47"/>
        <pc:sldMkLst>
          <pc:docMk/>
          <pc:sldMk cId="0" sldId="348"/>
        </pc:sldMkLst>
      </pc:sldChg>
      <pc:sldChg chg="del">
        <pc:chgData name="Andrés Joaquín" userId="ffbe7a8ed576260a" providerId="LiveId" clId="{EDA42532-E227-462B-9FD4-8E07574011D0}" dt="2020-06-01T02:18:20.507" v="496" actId="47"/>
        <pc:sldMkLst>
          <pc:docMk/>
          <pc:sldMk cId="0" sldId="349"/>
        </pc:sldMkLst>
      </pc:sldChg>
      <pc:sldChg chg="del">
        <pc:chgData name="Andrés Joaquín" userId="ffbe7a8ed576260a" providerId="LiveId" clId="{EDA42532-E227-462B-9FD4-8E07574011D0}" dt="2020-06-01T02:18:20.507" v="496" actId="47"/>
        <pc:sldMkLst>
          <pc:docMk/>
          <pc:sldMk cId="0" sldId="350"/>
        </pc:sldMkLst>
      </pc:sldChg>
      <pc:sldChg chg="del">
        <pc:chgData name="Andrés Joaquín" userId="ffbe7a8ed576260a" providerId="LiveId" clId="{EDA42532-E227-462B-9FD4-8E07574011D0}" dt="2020-06-01T02:18:20.507" v="496" actId="47"/>
        <pc:sldMkLst>
          <pc:docMk/>
          <pc:sldMk cId="0" sldId="351"/>
        </pc:sldMkLst>
      </pc:sldChg>
      <pc:sldChg chg="del">
        <pc:chgData name="Andrés Joaquín" userId="ffbe7a8ed576260a" providerId="LiveId" clId="{EDA42532-E227-462B-9FD4-8E07574011D0}" dt="2020-06-01T02:18:20.507" v="496" actId="47"/>
        <pc:sldMkLst>
          <pc:docMk/>
          <pc:sldMk cId="0" sldId="352"/>
        </pc:sldMkLst>
      </pc:sldChg>
      <pc:sldChg chg="del">
        <pc:chgData name="Andrés Joaquín" userId="ffbe7a8ed576260a" providerId="LiveId" clId="{EDA42532-E227-462B-9FD4-8E07574011D0}" dt="2020-06-01T02:18:20.507" v="496" actId="47"/>
        <pc:sldMkLst>
          <pc:docMk/>
          <pc:sldMk cId="0" sldId="353"/>
        </pc:sldMkLst>
      </pc:sldChg>
      <pc:sldChg chg="del">
        <pc:chgData name="Andrés Joaquín" userId="ffbe7a8ed576260a" providerId="LiveId" clId="{EDA42532-E227-462B-9FD4-8E07574011D0}" dt="2020-06-01T02:18:20.507" v="496" actId="47"/>
        <pc:sldMkLst>
          <pc:docMk/>
          <pc:sldMk cId="0" sldId="354"/>
        </pc:sldMkLst>
      </pc:sldChg>
      <pc:sldChg chg="del">
        <pc:chgData name="Andrés Joaquín" userId="ffbe7a8ed576260a" providerId="LiveId" clId="{EDA42532-E227-462B-9FD4-8E07574011D0}" dt="2020-06-01T02:18:20.507" v="496" actId="47"/>
        <pc:sldMkLst>
          <pc:docMk/>
          <pc:sldMk cId="0" sldId="355"/>
        </pc:sldMkLst>
      </pc:sldChg>
      <pc:sldChg chg="del">
        <pc:chgData name="Andrés Joaquín" userId="ffbe7a8ed576260a" providerId="LiveId" clId="{EDA42532-E227-462B-9FD4-8E07574011D0}" dt="2020-06-01T02:18:20.507" v="496" actId="47"/>
        <pc:sldMkLst>
          <pc:docMk/>
          <pc:sldMk cId="0" sldId="356"/>
        </pc:sldMkLst>
      </pc:sldChg>
      <pc:sldChg chg="del">
        <pc:chgData name="Andrés Joaquín" userId="ffbe7a8ed576260a" providerId="LiveId" clId="{EDA42532-E227-462B-9FD4-8E07574011D0}" dt="2020-06-01T02:18:20.507" v="496" actId="47"/>
        <pc:sldMkLst>
          <pc:docMk/>
          <pc:sldMk cId="0" sldId="357"/>
        </pc:sldMkLst>
      </pc:sldChg>
      <pc:sldChg chg="del">
        <pc:chgData name="Andrés Joaquín" userId="ffbe7a8ed576260a" providerId="LiveId" clId="{EDA42532-E227-462B-9FD4-8E07574011D0}" dt="2020-06-01T02:18:20.507" v="496" actId="47"/>
        <pc:sldMkLst>
          <pc:docMk/>
          <pc:sldMk cId="0" sldId="358"/>
        </pc:sldMkLst>
      </pc:sldChg>
      <pc:sldChg chg="del">
        <pc:chgData name="Andrés Joaquín" userId="ffbe7a8ed576260a" providerId="LiveId" clId="{EDA42532-E227-462B-9FD4-8E07574011D0}" dt="2020-06-01T02:18:20.507" v="496" actId="47"/>
        <pc:sldMkLst>
          <pc:docMk/>
          <pc:sldMk cId="929762956" sldId="359"/>
        </pc:sldMkLst>
      </pc:sldChg>
      <pc:sldChg chg="del">
        <pc:chgData name="Andrés Joaquín" userId="ffbe7a8ed576260a" providerId="LiveId" clId="{EDA42532-E227-462B-9FD4-8E07574011D0}" dt="2020-06-01T02:18:20.507" v="496" actId="47"/>
        <pc:sldMkLst>
          <pc:docMk/>
          <pc:sldMk cId="2165849647" sldId="360"/>
        </pc:sldMkLst>
      </pc:sldChg>
      <pc:sldChg chg="del">
        <pc:chgData name="Andrés Joaquín" userId="ffbe7a8ed576260a" providerId="LiveId" clId="{EDA42532-E227-462B-9FD4-8E07574011D0}" dt="2020-06-01T02:18:20.507" v="496" actId="47"/>
        <pc:sldMkLst>
          <pc:docMk/>
          <pc:sldMk cId="2717732255" sldId="361"/>
        </pc:sldMkLst>
      </pc:sldChg>
      <pc:sldChg chg="del">
        <pc:chgData name="Andrés Joaquín" userId="ffbe7a8ed576260a" providerId="LiveId" clId="{EDA42532-E227-462B-9FD4-8E07574011D0}" dt="2020-06-01T02:18:20.507" v="496" actId="47"/>
        <pc:sldMkLst>
          <pc:docMk/>
          <pc:sldMk cId="1196597232" sldId="362"/>
        </pc:sldMkLst>
      </pc:sldChg>
      <pc:sldChg chg="del">
        <pc:chgData name="Andrés Joaquín" userId="ffbe7a8ed576260a" providerId="LiveId" clId="{EDA42532-E227-462B-9FD4-8E07574011D0}" dt="2020-06-01T02:18:20.507" v="496" actId="47"/>
        <pc:sldMkLst>
          <pc:docMk/>
          <pc:sldMk cId="1229430919" sldId="363"/>
        </pc:sldMkLst>
      </pc:sldChg>
      <pc:sldChg chg="del">
        <pc:chgData name="Andrés Joaquín" userId="ffbe7a8ed576260a" providerId="LiveId" clId="{EDA42532-E227-462B-9FD4-8E07574011D0}" dt="2020-06-01T02:18:20.507" v="496" actId="47"/>
        <pc:sldMkLst>
          <pc:docMk/>
          <pc:sldMk cId="2250187112" sldId="364"/>
        </pc:sldMkLst>
      </pc:sldChg>
      <pc:sldChg chg="del">
        <pc:chgData name="Andrés Joaquín" userId="ffbe7a8ed576260a" providerId="LiveId" clId="{EDA42532-E227-462B-9FD4-8E07574011D0}" dt="2020-06-01T02:18:24.646" v="497" actId="47"/>
        <pc:sldMkLst>
          <pc:docMk/>
          <pc:sldMk cId="2242766215" sldId="365"/>
        </pc:sldMkLst>
      </pc:sldChg>
      <pc:sldChg chg="del">
        <pc:chgData name="Andrés Joaquín" userId="ffbe7a8ed576260a" providerId="LiveId" clId="{EDA42532-E227-462B-9FD4-8E07574011D0}" dt="2020-06-01T02:18:24.646" v="497" actId="47"/>
        <pc:sldMkLst>
          <pc:docMk/>
          <pc:sldMk cId="1236325040" sldId="366"/>
        </pc:sldMkLst>
      </pc:sldChg>
      <pc:sldChg chg="del">
        <pc:chgData name="Andrés Joaquín" userId="ffbe7a8ed576260a" providerId="LiveId" clId="{EDA42532-E227-462B-9FD4-8E07574011D0}" dt="2020-06-01T02:18:24.646" v="497" actId="47"/>
        <pc:sldMkLst>
          <pc:docMk/>
          <pc:sldMk cId="0" sldId="367"/>
        </pc:sldMkLst>
      </pc:sldChg>
      <pc:sldChg chg="del">
        <pc:chgData name="Andrés Joaquín" userId="ffbe7a8ed576260a" providerId="LiveId" clId="{EDA42532-E227-462B-9FD4-8E07574011D0}" dt="2020-06-01T02:18:24.646" v="497" actId="47"/>
        <pc:sldMkLst>
          <pc:docMk/>
          <pc:sldMk cId="0" sldId="368"/>
        </pc:sldMkLst>
      </pc:sldChg>
      <pc:sldChg chg="delSp modSp add mod">
        <pc:chgData name="Andrés Joaquín" userId="ffbe7a8ed576260a" providerId="LiveId" clId="{EDA42532-E227-462B-9FD4-8E07574011D0}" dt="2020-06-01T01:35:18.799" v="113" actId="20577"/>
        <pc:sldMkLst>
          <pc:docMk/>
          <pc:sldMk cId="0" sldId="369"/>
        </pc:sldMkLst>
        <pc:spChg chg="mod">
          <ac:chgData name="Andrés Joaquín" userId="ffbe7a8ed576260a" providerId="LiveId" clId="{EDA42532-E227-462B-9FD4-8E07574011D0}" dt="2020-06-01T01:35:18.799" v="113" actId="20577"/>
          <ac:spMkLst>
            <pc:docMk/>
            <pc:sldMk cId="0" sldId="369"/>
            <ac:spMk id="4099" creationId="{B0EEC54F-8652-4275-9BBC-EA5B7E5939DE}"/>
          </ac:spMkLst>
        </pc:spChg>
        <pc:spChg chg="del">
          <ac:chgData name="Andrés Joaquín" userId="ffbe7a8ed576260a" providerId="LiveId" clId="{EDA42532-E227-462B-9FD4-8E07574011D0}" dt="2020-06-01T01:34:41.422" v="97" actId="478"/>
          <ac:spMkLst>
            <pc:docMk/>
            <pc:sldMk cId="0" sldId="369"/>
            <ac:spMk id="236548" creationId="{3DDF00C9-DC03-40E6-A96E-3BEC2637521E}"/>
          </ac:spMkLst>
        </pc:spChg>
      </pc:sldChg>
      <pc:sldChg chg="delSp modSp add mod modNotesTx">
        <pc:chgData name="Andrés Joaquín" userId="ffbe7a8ed576260a" providerId="LiveId" clId="{EDA42532-E227-462B-9FD4-8E07574011D0}" dt="2020-06-01T01:42:34.490" v="267" actId="207"/>
        <pc:sldMkLst>
          <pc:docMk/>
          <pc:sldMk cId="0" sldId="370"/>
        </pc:sldMkLst>
        <pc:spChg chg="mod">
          <ac:chgData name="Andrés Joaquín" userId="ffbe7a8ed576260a" providerId="LiveId" clId="{EDA42532-E227-462B-9FD4-8E07574011D0}" dt="2020-06-01T01:41:40.880" v="221" actId="20577"/>
          <ac:spMkLst>
            <pc:docMk/>
            <pc:sldMk cId="0" sldId="370"/>
            <ac:spMk id="7171" creationId="{9BEDDFE3-EA58-4E7F-9F1A-4BD62CC64B27}"/>
          </ac:spMkLst>
        </pc:spChg>
        <pc:spChg chg="del">
          <ac:chgData name="Andrés Joaquín" userId="ffbe7a8ed576260a" providerId="LiveId" clId="{EDA42532-E227-462B-9FD4-8E07574011D0}" dt="2020-06-01T01:41:27.036" v="217" actId="478"/>
          <ac:spMkLst>
            <pc:docMk/>
            <pc:sldMk cId="0" sldId="370"/>
            <ac:spMk id="318468" creationId="{B4DF8401-1FED-4A92-8254-D61D7D8F8232}"/>
          </ac:spMkLst>
        </pc:spChg>
      </pc:sldChg>
      <pc:sldChg chg="delSp add mod">
        <pc:chgData name="Andrés Joaquín" userId="ffbe7a8ed576260a" providerId="LiveId" clId="{EDA42532-E227-462B-9FD4-8E07574011D0}" dt="2020-06-01T01:45:47.162" v="292" actId="478"/>
        <pc:sldMkLst>
          <pc:docMk/>
          <pc:sldMk cId="0" sldId="371"/>
        </pc:sldMkLst>
        <pc:spChg chg="del">
          <ac:chgData name="Andrés Joaquín" userId="ffbe7a8ed576260a" providerId="LiveId" clId="{EDA42532-E227-462B-9FD4-8E07574011D0}" dt="2020-06-01T01:45:47.162" v="292" actId="478"/>
          <ac:spMkLst>
            <pc:docMk/>
            <pc:sldMk cId="0" sldId="371"/>
            <ac:spMk id="327684" creationId="{E6AE3365-9557-48E3-A79A-5D784A740949}"/>
          </ac:spMkLst>
        </pc:spChg>
      </pc:sldChg>
      <pc:sldChg chg="add del">
        <pc:chgData name="Andrés Joaquín" userId="ffbe7a8ed576260a" providerId="LiveId" clId="{EDA42532-E227-462B-9FD4-8E07574011D0}" dt="2020-06-01T01:48:11.793" v="317" actId="47"/>
        <pc:sldMkLst>
          <pc:docMk/>
          <pc:sldMk cId="0" sldId="372"/>
        </pc:sldMkLst>
      </pc:sldChg>
      <pc:sldChg chg="delSp modSp add mod">
        <pc:chgData name="Andrés Joaquín" userId="ffbe7a8ed576260a" providerId="LiveId" clId="{EDA42532-E227-462B-9FD4-8E07574011D0}" dt="2020-06-01T01:51:50.648" v="408" actId="14100"/>
        <pc:sldMkLst>
          <pc:docMk/>
          <pc:sldMk cId="0" sldId="373"/>
        </pc:sldMkLst>
        <pc:spChg chg="mod">
          <ac:chgData name="Andrés Joaquín" userId="ffbe7a8ed576260a" providerId="LiveId" clId="{EDA42532-E227-462B-9FD4-8E07574011D0}" dt="2020-06-01T01:51:50.648" v="408" actId="14100"/>
          <ac:spMkLst>
            <pc:docMk/>
            <pc:sldMk cId="0" sldId="373"/>
            <ac:spMk id="30722" creationId="{5CBD57D1-9BAB-4429-902C-C3557116BDD4}"/>
          </ac:spMkLst>
        </pc:spChg>
        <pc:spChg chg="del">
          <ac:chgData name="Andrés Joaquín" userId="ffbe7a8ed576260a" providerId="LiveId" clId="{EDA42532-E227-462B-9FD4-8E07574011D0}" dt="2020-06-01T01:51:47.529" v="407" actId="478"/>
          <ac:spMkLst>
            <pc:docMk/>
            <pc:sldMk cId="0" sldId="373"/>
            <ac:spMk id="379908" creationId="{BB5007A9-9DDE-4726-B5F7-60595CA7489A}"/>
          </ac:spMkLst>
        </pc:spChg>
      </pc:sldChg>
      <pc:sldChg chg="delSp add mod">
        <pc:chgData name="Andrés Joaquín" userId="ffbe7a8ed576260a" providerId="LiveId" clId="{EDA42532-E227-462B-9FD4-8E07574011D0}" dt="2020-06-01T02:16:21.828" v="476" actId="478"/>
        <pc:sldMkLst>
          <pc:docMk/>
          <pc:sldMk cId="0" sldId="374"/>
        </pc:sldMkLst>
        <pc:spChg chg="del">
          <ac:chgData name="Andrés Joaquín" userId="ffbe7a8ed576260a" providerId="LiveId" clId="{EDA42532-E227-462B-9FD4-8E07574011D0}" dt="2020-06-01T02:16:21.828" v="476" actId="478"/>
          <ac:spMkLst>
            <pc:docMk/>
            <pc:sldMk cId="0" sldId="374"/>
            <ac:spMk id="360451" creationId="{46D0F20A-077E-4086-906C-1CA61BDAE682}"/>
          </ac:spMkLst>
        </pc:spChg>
      </pc:sldChg>
      <pc:sldChg chg="delSp modSp add mod">
        <pc:chgData name="Andrés Joaquín" userId="ffbe7a8ed576260a" providerId="LiveId" clId="{EDA42532-E227-462B-9FD4-8E07574011D0}" dt="2020-06-01T02:16:53.026" v="482" actId="207"/>
        <pc:sldMkLst>
          <pc:docMk/>
          <pc:sldMk cId="0" sldId="375"/>
        </pc:sldMkLst>
        <pc:spChg chg="mod">
          <ac:chgData name="Andrés Joaquín" userId="ffbe7a8ed576260a" providerId="LiveId" clId="{EDA42532-E227-462B-9FD4-8E07574011D0}" dt="2020-06-01T02:16:53.026" v="482" actId="207"/>
          <ac:spMkLst>
            <pc:docMk/>
            <pc:sldMk cId="0" sldId="375"/>
            <ac:spMk id="43011" creationId="{308A229A-ABD0-4818-98FD-980711061A9D}"/>
          </ac:spMkLst>
        </pc:spChg>
        <pc:spChg chg="del">
          <ac:chgData name="Andrés Joaquín" userId="ffbe7a8ed576260a" providerId="LiveId" clId="{EDA42532-E227-462B-9FD4-8E07574011D0}" dt="2020-06-01T02:16:49.296" v="481" actId="478"/>
          <ac:spMkLst>
            <pc:docMk/>
            <pc:sldMk cId="0" sldId="375"/>
            <ac:spMk id="369668" creationId="{3D7FFE81-62E2-4728-9331-A42D61015A3A}"/>
          </ac:spMkLst>
        </pc:spChg>
      </pc:sldChg>
      <pc:sldChg chg="delSp modSp add mod">
        <pc:chgData name="Andrés Joaquín" userId="ffbe7a8ed576260a" providerId="LiveId" clId="{EDA42532-E227-462B-9FD4-8E07574011D0}" dt="2020-06-01T02:17:07.927" v="484" actId="1076"/>
        <pc:sldMkLst>
          <pc:docMk/>
          <pc:sldMk cId="0" sldId="376"/>
        </pc:sldMkLst>
        <pc:spChg chg="mod">
          <ac:chgData name="Andrés Joaquín" userId="ffbe7a8ed576260a" providerId="LiveId" clId="{EDA42532-E227-462B-9FD4-8E07574011D0}" dt="2020-06-01T02:17:07.927" v="484" actId="1076"/>
          <ac:spMkLst>
            <pc:docMk/>
            <pc:sldMk cId="0" sldId="376"/>
            <ac:spMk id="44034" creationId="{C9ABA00B-0C26-4001-B082-285B2FEDADFA}"/>
          </ac:spMkLst>
        </pc:spChg>
        <pc:spChg chg="mod">
          <ac:chgData name="Andrés Joaquín" userId="ffbe7a8ed576260a" providerId="LiveId" clId="{EDA42532-E227-462B-9FD4-8E07574011D0}" dt="2020-06-01T02:17:07.927" v="484" actId="1076"/>
          <ac:spMkLst>
            <pc:docMk/>
            <pc:sldMk cId="0" sldId="376"/>
            <ac:spMk id="44035" creationId="{5B7ABC31-0C0B-40F1-813A-234ED17AF1B4}"/>
          </ac:spMkLst>
        </pc:spChg>
        <pc:spChg chg="mod">
          <ac:chgData name="Andrés Joaquín" userId="ffbe7a8ed576260a" providerId="LiveId" clId="{EDA42532-E227-462B-9FD4-8E07574011D0}" dt="2020-06-01T02:17:07.927" v="484" actId="1076"/>
          <ac:spMkLst>
            <pc:docMk/>
            <pc:sldMk cId="0" sldId="376"/>
            <ac:spMk id="44040" creationId="{40B0F658-3AF2-432F-BCE5-E47ACC406F1D}"/>
          </ac:spMkLst>
        </pc:spChg>
        <pc:spChg chg="mod">
          <ac:chgData name="Andrés Joaquín" userId="ffbe7a8ed576260a" providerId="LiveId" clId="{EDA42532-E227-462B-9FD4-8E07574011D0}" dt="2020-06-01T02:17:07.927" v="484" actId="1076"/>
          <ac:spMkLst>
            <pc:docMk/>
            <pc:sldMk cId="0" sldId="376"/>
            <ac:spMk id="44041" creationId="{833374E1-C0F3-4EC9-9276-8EF5EEF44290}"/>
          </ac:spMkLst>
        </pc:spChg>
        <pc:spChg chg="mod">
          <ac:chgData name="Andrés Joaquín" userId="ffbe7a8ed576260a" providerId="LiveId" clId="{EDA42532-E227-462B-9FD4-8E07574011D0}" dt="2020-06-01T02:17:07.927" v="484" actId="1076"/>
          <ac:spMkLst>
            <pc:docMk/>
            <pc:sldMk cId="0" sldId="376"/>
            <ac:spMk id="44046" creationId="{D0FB0C96-5E8E-466E-9D14-2B9AD8B02FC1}"/>
          </ac:spMkLst>
        </pc:spChg>
        <pc:spChg chg="mod">
          <ac:chgData name="Andrés Joaquín" userId="ffbe7a8ed576260a" providerId="LiveId" clId="{EDA42532-E227-462B-9FD4-8E07574011D0}" dt="2020-06-01T02:17:07.927" v="484" actId="1076"/>
          <ac:spMkLst>
            <pc:docMk/>
            <pc:sldMk cId="0" sldId="376"/>
            <ac:spMk id="44047" creationId="{7EB35BDB-E83C-42DC-84B2-F504841C3FF8}"/>
          </ac:spMkLst>
        </pc:spChg>
        <pc:spChg chg="mod">
          <ac:chgData name="Andrés Joaquín" userId="ffbe7a8ed576260a" providerId="LiveId" clId="{EDA42532-E227-462B-9FD4-8E07574011D0}" dt="2020-06-01T02:17:07.927" v="484" actId="1076"/>
          <ac:spMkLst>
            <pc:docMk/>
            <pc:sldMk cId="0" sldId="376"/>
            <ac:spMk id="44048" creationId="{6A079FDB-1685-4A76-9B60-E6B50896333B}"/>
          </ac:spMkLst>
        </pc:spChg>
        <pc:spChg chg="mod">
          <ac:chgData name="Andrés Joaquín" userId="ffbe7a8ed576260a" providerId="LiveId" clId="{EDA42532-E227-462B-9FD4-8E07574011D0}" dt="2020-06-01T02:17:07.927" v="484" actId="1076"/>
          <ac:spMkLst>
            <pc:docMk/>
            <pc:sldMk cId="0" sldId="376"/>
            <ac:spMk id="44049" creationId="{894B492D-EE05-4BDD-B8FA-100077ADCAD1}"/>
          </ac:spMkLst>
        </pc:spChg>
        <pc:spChg chg="mod">
          <ac:chgData name="Andrés Joaquín" userId="ffbe7a8ed576260a" providerId="LiveId" clId="{EDA42532-E227-462B-9FD4-8E07574011D0}" dt="2020-06-01T02:17:07.927" v="484" actId="1076"/>
          <ac:spMkLst>
            <pc:docMk/>
            <pc:sldMk cId="0" sldId="376"/>
            <ac:spMk id="44050" creationId="{E6275754-7383-42F1-88DD-C00D80C918B7}"/>
          </ac:spMkLst>
        </pc:spChg>
        <pc:spChg chg="mod">
          <ac:chgData name="Andrés Joaquín" userId="ffbe7a8ed576260a" providerId="LiveId" clId="{EDA42532-E227-462B-9FD4-8E07574011D0}" dt="2020-06-01T02:17:07.927" v="484" actId="1076"/>
          <ac:spMkLst>
            <pc:docMk/>
            <pc:sldMk cId="0" sldId="376"/>
            <ac:spMk id="44051" creationId="{591BC871-3AA9-469E-8F54-E553762856C2}"/>
          </ac:spMkLst>
        </pc:spChg>
        <pc:spChg chg="del">
          <ac:chgData name="Andrés Joaquín" userId="ffbe7a8ed576260a" providerId="LiveId" clId="{EDA42532-E227-462B-9FD4-8E07574011D0}" dt="2020-06-01T02:16:59.675" v="483" actId="478"/>
          <ac:spMkLst>
            <pc:docMk/>
            <pc:sldMk cId="0" sldId="376"/>
            <ac:spMk id="365572" creationId="{4520663D-6A0F-48D7-9367-14DF0C8AFEA8}"/>
          </ac:spMkLst>
        </pc:spChg>
        <pc:spChg chg="mod">
          <ac:chgData name="Andrés Joaquín" userId="ffbe7a8ed576260a" providerId="LiveId" clId="{EDA42532-E227-462B-9FD4-8E07574011D0}" dt="2020-06-01T02:17:07.927" v="484" actId="1076"/>
          <ac:spMkLst>
            <pc:docMk/>
            <pc:sldMk cId="0" sldId="376"/>
            <ac:spMk id="365606" creationId="{D1AB7A3D-F658-4B33-BC93-04D0AF840215}"/>
          </ac:spMkLst>
        </pc:spChg>
        <pc:spChg chg="mod">
          <ac:chgData name="Andrés Joaquín" userId="ffbe7a8ed576260a" providerId="LiveId" clId="{EDA42532-E227-462B-9FD4-8E07574011D0}" dt="2020-06-01T02:17:07.927" v="484" actId="1076"/>
          <ac:spMkLst>
            <pc:docMk/>
            <pc:sldMk cId="0" sldId="376"/>
            <ac:spMk id="365609" creationId="{52D2A5E3-7C76-439B-A945-41F98128F064}"/>
          </ac:spMkLst>
        </pc:spChg>
        <pc:spChg chg="mod">
          <ac:chgData name="Andrés Joaquín" userId="ffbe7a8ed576260a" providerId="LiveId" clId="{EDA42532-E227-462B-9FD4-8E07574011D0}" dt="2020-06-01T02:17:07.927" v="484" actId="1076"/>
          <ac:spMkLst>
            <pc:docMk/>
            <pc:sldMk cId="0" sldId="376"/>
            <ac:spMk id="365610" creationId="{EE2FEC69-A2A7-4AA3-A33D-BF2147EAAFC4}"/>
          </ac:spMkLst>
        </pc:spChg>
        <pc:spChg chg="mod">
          <ac:chgData name="Andrés Joaquín" userId="ffbe7a8ed576260a" providerId="LiveId" clId="{EDA42532-E227-462B-9FD4-8E07574011D0}" dt="2020-06-01T02:17:07.927" v="484" actId="1076"/>
          <ac:spMkLst>
            <pc:docMk/>
            <pc:sldMk cId="0" sldId="376"/>
            <ac:spMk id="365611" creationId="{106D670B-F495-471C-84D0-9EE4269D77AF}"/>
          </ac:spMkLst>
        </pc:spChg>
        <pc:spChg chg="mod">
          <ac:chgData name="Andrés Joaquín" userId="ffbe7a8ed576260a" providerId="LiveId" clId="{EDA42532-E227-462B-9FD4-8E07574011D0}" dt="2020-06-01T02:17:07.927" v="484" actId="1076"/>
          <ac:spMkLst>
            <pc:docMk/>
            <pc:sldMk cId="0" sldId="376"/>
            <ac:spMk id="365612" creationId="{1C832A8E-4C3D-4BE3-A464-97CE115FF380}"/>
          </ac:spMkLst>
        </pc:spChg>
        <pc:spChg chg="mod">
          <ac:chgData name="Andrés Joaquín" userId="ffbe7a8ed576260a" providerId="LiveId" clId="{EDA42532-E227-462B-9FD4-8E07574011D0}" dt="2020-06-01T02:17:07.927" v="484" actId="1076"/>
          <ac:spMkLst>
            <pc:docMk/>
            <pc:sldMk cId="0" sldId="376"/>
            <ac:spMk id="365621" creationId="{308EC60A-1813-4AAB-8EE9-377810299333}"/>
          </ac:spMkLst>
        </pc:spChg>
        <pc:spChg chg="mod">
          <ac:chgData name="Andrés Joaquín" userId="ffbe7a8ed576260a" providerId="LiveId" clId="{EDA42532-E227-462B-9FD4-8E07574011D0}" dt="2020-06-01T02:17:07.927" v="484" actId="1076"/>
          <ac:spMkLst>
            <pc:docMk/>
            <pc:sldMk cId="0" sldId="376"/>
            <ac:spMk id="365622" creationId="{C2053062-B377-4D39-8131-70FC5406E89C}"/>
          </ac:spMkLst>
        </pc:spChg>
        <pc:spChg chg="mod">
          <ac:chgData name="Andrés Joaquín" userId="ffbe7a8ed576260a" providerId="LiveId" clId="{EDA42532-E227-462B-9FD4-8E07574011D0}" dt="2020-06-01T02:17:07.927" v="484" actId="1076"/>
          <ac:spMkLst>
            <pc:docMk/>
            <pc:sldMk cId="0" sldId="376"/>
            <ac:spMk id="365623" creationId="{A3B3F477-8E77-4BCA-BA60-A5F379E01F0C}"/>
          </ac:spMkLst>
        </pc:spChg>
        <pc:grpChg chg="mod">
          <ac:chgData name="Andrés Joaquín" userId="ffbe7a8ed576260a" providerId="LiveId" clId="{EDA42532-E227-462B-9FD4-8E07574011D0}" dt="2020-06-01T02:17:07.927" v="484" actId="1076"/>
          <ac:grpSpMkLst>
            <pc:docMk/>
            <pc:sldMk cId="0" sldId="376"/>
            <ac:grpSpMk id="44038" creationId="{2A425AFC-1127-4384-A991-3418D38FE7C0}"/>
          </ac:grpSpMkLst>
        </pc:grpChg>
      </pc:sldChg>
      <pc:sldChg chg="delSp modSp add mod">
        <pc:chgData name="Andrés Joaquín" userId="ffbe7a8ed576260a" providerId="LiveId" clId="{EDA42532-E227-462B-9FD4-8E07574011D0}" dt="2020-06-01T02:17:43.563" v="490" actId="478"/>
        <pc:sldMkLst>
          <pc:docMk/>
          <pc:sldMk cId="0" sldId="377"/>
        </pc:sldMkLst>
        <pc:spChg chg="mod">
          <ac:chgData name="Andrés Joaquín" userId="ffbe7a8ed576260a" providerId="LiveId" clId="{EDA42532-E227-462B-9FD4-8E07574011D0}" dt="2020-06-01T02:17:41.202" v="489" actId="14100"/>
          <ac:spMkLst>
            <pc:docMk/>
            <pc:sldMk cId="0" sldId="377"/>
            <ac:spMk id="47106" creationId="{76F7C9CF-349F-4C1A-B1E9-669667D9CCD7}"/>
          </ac:spMkLst>
        </pc:spChg>
        <pc:spChg chg="del">
          <ac:chgData name="Andrés Joaquín" userId="ffbe7a8ed576260a" providerId="LiveId" clId="{EDA42532-E227-462B-9FD4-8E07574011D0}" dt="2020-06-01T02:17:43.563" v="490" actId="478"/>
          <ac:spMkLst>
            <pc:docMk/>
            <pc:sldMk cId="0" sldId="377"/>
            <ac:spMk id="367619" creationId="{F367E8EF-3BE5-4D5C-84FC-1D1CDB73B143}"/>
          </ac:spMkLst>
        </pc:spChg>
      </pc:sldChg>
      <pc:sldChg chg="delSp modSp add mod">
        <pc:chgData name="Andrés Joaquín" userId="ffbe7a8ed576260a" providerId="LiveId" clId="{EDA42532-E227-462B-9FD4-8E07574011D0}" dt="2020-06-01T02:17:51.393" v="492" actId="478"/>
        <pc:sldMkLst>
          <pc:docMk/>
          <pc:sldMk cId="0" sldId="378"/>
        </pc:sldMkLst>
        <pc:spChg chg="mod">
          <ac:chgData name="Andrés Joaquín" userId="ffbe7a8ed576260a" providerId="LiveId" clId="{EDA42532-E227-462B-9FD4-8E07574011D0}" dt="2020-06-01T02:17:49.788" v="491" actId="14100"/>
          <ac:spMkLst>
            <pc:docMk/>
            <pc:sldMk cId="0" sldId="378"/>
            <ac:spMk id="48130" creationId="{E1656E30-9F7A-4B34-A53E-036828573960}"/>
          </ac:spMkLst>
        </pc:spChg>
        <pc:spChg chg="del">
          <ac:chgData name="Andrés Joaquín" userId="ffbe7a8ed576260a" providerId="LiveId" clId="{EDA42532-E227-462B-9FD4-8E07574011D0}" dt="2020-06-01T02:17:51.393" v="492" actId="478"/>
          <ac:spMkLst>
            <pc:docMk/>
            <pc:sldMk cId="0" sldId="378"/>
            <ac:spMk id="372739" creationId="{CFEC67D8-F3B5-4738-A64E-A223E83528DE}"/>
          </ac:spMkLst>
        </pc:spChg>
      </pc:sldChg>
      <pc:sldChg chg="delSp add mod">
        <pc:chgData name="Andrés Joaquín" userId="ffbe7a8ed576260a" providerId="LiveId" clId="{EDA42532-E227-462B-9FD4-8E07574011D0}" dt="2020-06-01T02:18:06.083" v="494" actId="478"/>
        <pc:sldMkLst>
          <pc:docMk/>
          <pc:sldMk cId="0" sldId="379"/>
        </pc:sldMkLst>
        <pc:spChg chg="del">
          <ac:chgData name="Andrés Joaquín" userId="ffbe7a8ed576260a" providerId="LiveId" clId="{EDA42532-E227-462B-9FD4-8E07574011D0}" dt="2020-06-01T02:18:06.083" v="494" actId="478"/>
          <ac:spMkLst>
            <pc:docMk/>
            <pc:sldMk cId="0" sldId="379"/>
            <ac:spMk id="375812" creationId="{6CBC371B-7C0C-42B0-B5BE-63C27273DF84}"/>
          </ac:spMkLst>
        </pc:spChg>
      </pc:sldChg>
      <pc:sldChg chg="addSp delSp modSp add mod modNotesTx">
        <pc:chgData name="Andrés Joaquín" userId="ffbe7a8ed576260a" providerId="LiveId" clId="{EDA42532-E227-462B-9FD4-8E07574011D0}" dt="2020-06-01T01:40:43.085" v="215" actId="1076"/>
        <pc:sldMkLst>
          <pc:docMk/>
          <pc:sldMk cId="1705830547" sldId="380"/>
        </pc:sldMkLst>
        <pc:spChg chg="add del mod">
          <ac:chgData name="Andrés Joaquín" userId="ffbe7a8ed576260a" providerId="LiveId" clId="{EDA42532-E227-462B-9FD4-8E07574011D0}" dt="2020-06-01T01:40:33.830" v="213" actId="478"/>
          <ac:spMkLst>
            <pc:docMk/>
            <pc:sldMk cId="1705830547" sldId="380"/>
            <ac:spMk id="24" creationId="{C87CE65F-3D29-4859-9857-0FFBA1FE2E11}"/>
          </ac:spMkLst>
        </pc:spChg>
        <pc:spChg chg="add del mod">
          <ac:chgData name="Andrés Joaquín" userId="ffbe7a8ed576260a" providerId="LiveId" clId="{EDA42532-E227-462B-9FD4-8E07574011D0}" dt="2020-06-01T01:40:33.830" v="213" actId="478"/>
          <ac:spMkLst>
            <pc:docMk/>
            <pc:sldMk cId="1705830547" sldId="380"/>
            <ac:spMk id="25" creationId="{62EBDD6A-0952-425C-B90C-4242F88C74A9}"/>
          </ac:spMkLst>
        </pc:spChg>
        <pc:spChg chg="add del mod">
          <ac:chgData name="Andrés Joaquín" userId="ffbe7a8ed576260a" providerId="LiveId" clId="{EDA42532-E227-462B-9FD4-8E07574011D0}" dt="2020-06-01T01:40:33.830" v="213" actId="478"/>
          <ac:spMkLst>
            <pc:docMk/>
            <pc:sldMk cId="1705830547" sldId="380"/>
            <ac:spMk id="26" creationId="{31145CA7-55A1-4749-A1FB-35116CB205AA}"/>
          </ac:spMkLst>
        </pc:spChg>
        <pc:spChg chg="add del mod">
          <ac:chgData name="Andrés Joaquín" userId="ffbe7a8ed576260a" providerId="LiveId" clId="{EDA42532-E227-462B-9FD4-8E07574011D0}" dt="2020-06-01T01:40:33.830" v="213" actId="478"/>
          <ac:spMkLst>
            <pc:docMk/>
            <pc:sldMk cId="1705830547" sldId="380"/>
            <ac:spMk id="27" creationId="{31F79B7B-6D4C-4387-94D8-DCD6B0EA4C01}"/>
          </ac:spMkLst>
        </pc:spChg>
        <pc:spChg chg="add mod">
          <ac:chgData name="Andrés Joaquín" userId="ffbe7a8ed576260a" providerId="LiveId" clId="{EDA42532-E227-462B-9FD4-8E07574011D0}" dt="2020-06-01T01:39:48.466" v="201" actId="1076"/>
          <ac:spMkLst>
            <pc:docMk/>
            <pc:sldMk cId="1705830547" sldId="380"/>
            <ac:spMk id="28" creationId="{D17860C9-E6C7-4C0A-AC2F-DDBC87940137}"/>
          </ac:spMkLst>
        </pc:spChg>
        <pc:spChg chg="add mod">
          <ac:chgData name="Andrés Joaquín" userId="ffbe7a8ed576260a" providerId="LiveId" clId="{EDA42532-E227-462B-9FD4-8E07574011D0}" dt="2020-06-01T01:39:48.466" v="201" actId="1076"/>
          <ac:spMkLst>
            <pc:docMk/>
            <pc:sldMk cId="1705830547" sldId="380"/>
            <ac:spMk id="29" creationId="{BC40CA92-8EA7-44EE-9B55-531954378E4A}"/>
          </ac:spMkLst>
        </pc:spChg>
        <pc:spChg chg="add mod">
          <ac:chgData name="Andrés Joaquín" userId="ffbe7a8ed576260a" providerId="LiveId" clId="{EDA42532-E227-462B-9FD4-8E07574011D0}" dt="2020-06-01T01:40:19.391" v="209" actId="1076"/>
          <ac:spMkLst>
            <pc:docMk/>
            <pc:sldMk cId="1705830547" sldId="380"/>
            <ac:spMk id="30" creationId="{99324693-68B9-4846-9C6A-40F07E1E538F}"/>
          </ac:spMkLst>
        </pc:spChg>
        <pc:spChg chg="add mod">
          <ac:chgData name="Andrés Joaquín" userId="ffbe7a8ed576260a" providerId="LiveId" clId="{EDA42532-E227-462B-9FD4-8E07574011D0}" dt="2020-06-01T01:40:29.853" v="212" actId="14100"/>
          <ac:spMkLst>
            <pc:docMk/>
            <pc:sldMk cId="1705830547" sldId="380"/>
            <ac:spMk id="31" creationId="{D5D7E047-CA6C-4983-848B-E9ACB6FCDAEA}"/>
          </ac:spMkLst>
        </pc:spChg>
        <pc:spChg chg="add mod">
          <ac:chgData name="Andrés Joaquín" userId="ffbe7a8ed576260a" providerId="LiveId" clId="{EDA42532-E227-462B-9FD4-8E07574011D0}" dt="2020-06-01T01:40:43.085" v="215" actId="1076"/>
          <ac:spMkLst>
            <pc:docMk/>
            <pc:sldMk cId="1705830547" sldId="380"/>
            <ac:spMk id="32" creationId="{CF0ED945-990F-4CFA-B547-ADD534CABCC4}"/>
          </ac:spMkLst>
        </pc:spChg>
        <pc:spChg chg="add mod">
          <ac:chgData name="Andrés Joaquín" userId="ffbe7a8ed576260a" providerId="LiveId" clId="{EDA42532-E227-462B-9FD4-8E07574011D0}" dt="2020-06-01T01:40:43.085" v="215" actId="1076"/>
          <ac:spMkLst>
            <pc:docMk/>
            <pc:sldMk cId="1705830547" sldId="380"/>
            <ac:spMk id="33" creationId="{42EA6561-4321-4688-ADAE-34D8B2252141}"/>
          </ac:spMkLst>
        </pc:spChg>
        <pc:spChg chg="add mod">
          <ac:chgData name="Andrés Joaquín" userId="ffbe7a8ed576260a" providerId="LiveId" clId="{EDA42532-E227-462B-9FD4-8E07574011D0}" dt="2020-06-01T01:40:43.085" v="215" actId="1076"/>
          <ac:spMkLst>
            <pc:docMk/>
            <pc:sldMk cId="1705830547" sldId="380"/>
            <ac:spMk id="34" creationId="{51BEE944-2039-4F29-AC22-4BB0BB0FE685}"/>
          </ac:spMkLst>
        </pc:spChg>
        <pc:spChg chg="add mod">
          <ac:chgData name="Andrés Joaquín" userId="ffbe7a8ed576260a" providerId="LiveId" clId="{EDA42532-E227-462B-9FD4-8E07574011D0}" dt="2020-06-01T01:40:43.085" v="215" actId="1076"/>
          <ac:spMkLst>
            <pc:docMk/>
            <pc:sldMk cId="1705830547" sldId="380"/>
            <ac:spMk id="35" creationId="{B16D4A1C-5218-41CC-89DD-3FE1E5D5A813}"/>
          </ac:spMkLst>
        </pc:spChg>
        <pc:spChg chg="mod">
          <ac:chgData name="Andrés Joaquín" userId="ffbe7a8ed576260a" providerId="LiveId" clId="{EDA42532-E227-462B-9FD4-8E07574011D0}" dt="2020-06-01T01:37:16.755" v="151" actId="20577"/>
          <ac:spMkLst>
            <pc:docMk/>
            <pc:sldMk cId="1705830547" sldId="380"/>
            <ac:spMk id="5122" creationId="{5ADFC18F-1E8B-4848-ABA9-84AE724238FA}"/>
          </ac:spMkLst>
        </pc:spChg>
        <pc:spChg chg="del">
          <ac:chgData name="Andrés Joaquín" userId="ffbe7a8ed576260a" providerId="LiveId" clId="{EDA42532-E227-462B-9FD4-8E07574011D0}" dt="2020-06-01T01:38:02.125" v="167" actId="478"/>
          <ac:spMkLst>
            <pc:docMk/>
            <pc:sldMk cId="1705830547" sldId="380"/>
            <ac:spMk id="5127" creationId="{A6A33B0B-34C3-4133-B695-6B1588E9C94D}"/>
          </ac:spMkLst>
        </pc:spChg>
        <pc:spChg chg="del">
          <ac:chgData name="Andrés Joaquín" userId="ffbe7a8ed576260a" providerId="LiveId" clId="{EDA42532-E227-462B-9FD4-8E07574011D0}" dt="2020-06-01T01:38:19.684" v="181" actId="478"/>
          <ac:spMkLst>
            <pc:docMk/>
            <pc:sldMk cId="1705830547" sldId="380"/>
            <ac:spMk id="5172" creationId="{DF0DD348-F197-49E1-BE29-86685F28D239}"/>
          </ac:spMkLst>
        </pc:spChg>
        <pc:spChg chg="mod">
          <ac:chgData name="Andrés Joaquín" userId="ffbe7a8ed576260a" providerId="LiveId" clId="{EDA42532-E227-462B-9FD4-8E07574011D0}" dt="2020-06-01T01:37:38.954" v="166" actId="20577"/>
          <ac:spMkLst>
            <pc:docMk/>
            <pc:sldMk cId="1705830547" sldId="380"/>
            <ac:spMk id="5182" creationId="{332494FF-3FC4-4080-B6E5-6A03BBF26C21}"/>
          </ac:spMkLst>
        </pc:spChg>
        <pc:spChg chg="mod">
          <ac:chgData name="Andrés Joaquín" userId="ffbe7a8ed576260a" providerId="LiveId" clId="{EDA42532-E227-462B-9FD4-8E07574011D0}" dt="2020-06-01T01:37:33.076" v="160" actId="20577"/>
          <ac:spMkLst>
            <pc:docMk/>
            <pc:sldMk cId="1705830547" sldId="380"/>
            <ac:spMk id="5183" creationId="{15E4572C-792F-4001-AF50-BE5FF00045BC}"/>
          </ac:spMkLst>
        </pc:spChg>
        <pc:spChg chg="del mod">
          <ac:chgData name="Andrés Joaquín" userId="ffbe7a8ed576260a" providerId="LiveId" clId="{EDA42532-E227-462B-9FD4-8E07574011D0}" dt="2020-06-01T01:39:40.102" v="198" actId="478"/>
          <ac:spMkLst>
            <pc:docMk/>
            <pc:sldMk cId="1705830547" sldId="380"/>
            <ac:spMk id="5185" creationId="{5D88E172-E398-4673-9999-FEF4A424C19F}"/>
          </ac:spMkLst>
        </pc:spChg>
        <pc:spChg chg="del mod">
          <ac:chgData name="Andrés Joaquín" userId="ffbe7a8ed576260a" providerId="LiveId" clId="{EDA42532-E227-462B-9FD4-8E07574011D0}" dt="2020-06-01T01:39:37.513" v="197" actId="478"/>
          <ac:spMkLst>
            <pc:docMk/>
            <pc:sldMk cId="1705830547" sldId="380"/>
            <ac:spMk id="5186" creationId="{52F68B07-FE14-44DC-A4D6-706D91D605CC}"/>
          </ac:spMkLst>
        </pc:spChg>
        <pc:graphicFrameChg chg="del mod">
          <ac:chgData name="Andrés Joaquín" userId="ffbe7a8ed576260a" providerId="LiveId" clId="{EDA42532-E227-462B-9FD4-8E07574011D0}" dt="2020-06-01T01:38:37.483" v="192" actId="478"/>
          <ac:graphicFrameMkLst>
            <pc:docMk/>
            <pc:sldMk cId="1705830547" sldId="380"/>
            <ac:graphicFrameMk id="309258" creationId="{EDC943E8-EF9A-4BA9-A893-E9C637843EC8}"/>
          </ac:graphicFrameMkLst>
        </pc:graphicFrameChg>
        <pc:graphicFrameChg chg="del modGraphic">
          <ac:chgData name="Andrés Joaquín" userId="ffbe7a8ed576260a" providerId="LiveId" clId="{EDA42532-E227-462B-9FD4-8E07574011D0}" dt="2020-06-01T01:38:34.010" v="191" actId="478"/>
          <ac:graphicFrameMkLst>
            <pc:docMk/>
            <pc:sldMk cId="1705830547" sldId="380"/>
            <ac:graphicFrameMk id="309280" creationId="{4193E187-2363-4E85-8E75-36FAE3CE28D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BF1E3B-DA81-4C07-94DB-D06D6332E26B}" type="datetimeFigureOut">
              <a:rPr lang="en-US" smtClean="0"/>
              <a:t>5/31/2020</a:t>
            </a:fld>
            <a:endParaRPr lang="en-US"/>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C3868C-13D0-4C9F-A882-A12BF6D9BF81}" type="slidenum">
              <a:rPr lang="en-US" smtClean="0"/>
              <a:t>‹#›</a:t>
            </a:fld>
            <a:endParaRPr lang="en-US"/>
          </a:p>
        </p:txBody>
      </p:sp>
    </p:spTree>
    <p:extLst>
      <p:ext uri="{BB962C8B-B14F-4D97-AF65-F5344CB8AC3E}">
        <p14:creationId xmlns:p14="http://schemas.microsoft.com/office/powerpoint/2010/main" val="2283851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msdn.microsoft.com/es-ar/library/system.data.aspx"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msdn.microsoft.com/es-ar/library/gg145028.aspx" TargetMode="External"/><Relationship Id="rId4" Type="http://schemas.openxmlformats.org/officeDocument/2006/relationships/hyperlink" Target="http://msdn.microsoft.com/es-ar/library/system.data.common.aspx"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msdn.microsoft.com/es-es/library/e80y5yhx(v=vs.80).aspx"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msdn.microsoft.com/es-es/library/ss7fbaez(v=vs.80).aspx" TargetMode="External"/><Relationship Id="rId5" Type="http://schemas.openxmlformats.org/officeDocument/2006/relationships/hyperlink" Target="http://msdn.microsoft.com/es-es/library/zb0sdh0b(v=vs.80).aspx" TargetMode="External"/><Relationship Id="rId4" Type="http://schemas.openxmlformats.org/officeDocument/2006/relationships/hyperlink" Target="http://msdn.microsoft.com/es-es/library/27y4ybxw(v=vs.80).aspx"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C3868C-13D0-4C9F-A882-A12BF6D9BF81}" type="slidenum">
              <a:rPr lang="en-US" smtClean="0"/>
              <a:t>1</a:t>
            </a:fld>
            <a:endParaRPr lang="en-US"/>
          </a:p>
        </p:txBody>
      </p:sp>
    </p:spTree>
    <p:extLst>
      <p:ext uri="{BB962C8B-B14F-4D97-AF65-F5344CB8AC3E}">
        <p14:creationId xmlns:p14="http://schemas.microsoft.com/office/powerpoint/2010/main" val="3661157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endParaRPr lang="en-US"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0BC3868C-13D0-4C9F-A882-A12BF6D9BF81}" type="slidenum">
              <a:rPr lang="en-US" smtClean="0"/>
              <a:t>2</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20483C</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1: Review of Visual C# Syntax</a:t>
            </a:r>
          </a:p>
        </p:txBody>
      </p:sp>
    </p:spTree>
    <p:extLst>
      <p:ext uri="{BB962C8B-B14F-4D97-AF65-F5344CB8AC3E}">
        <p14:creationId xmlns:p14="http://schemas.microsoft.com/office/powerpoint/2010/main" val="210156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3780A00F-AE2A-432E-8A9D-578C1B1F7760}"/>
              </a:ext>
            </a:extLst>
          </p:cNvPr>
          <p:cNvSpPr>
            <a:spLocks noGrp="1" noRot="1" noChangeAspect="1" noTextEdit="1"/>
          </p:cNvSpPr>
          <p:nvPr>
            <p:ph type="sldImg"/>
          </p:nvPr>
        </p:nvSpPr>
        <p:spPr>
          <a:xfrm>
            <a:off x="4325938" y="73025"/>
            <a:ext cx="2466975" cy="1851025"/>
          </a:xfrm>
          <a:ln/>
        </p:spPr>
      </p:sp>
      <p:sp>
        <p:nvSpPr>
          <p:cNvPr id="55299" name="Notes Placeholder 2">
            <a:extLst>
              <a:ext uri="{FF2B5EF4-FFF2-40B4-BE49-F238E27FC236}">
                <a16:creationId xmlns:a16="http://schemas.microsoft.com/office/drawing/2014/main" id="{69853755-B3D6-492B-A6A3-C7A07CF85B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55300" name="Slide Number Placeholder 3">
            <a:extLst>
              <a:ext uri="{FF2B5EF4-FFF2-40B4-BE49-F238E27FC236}">
                <a16:creationId xmlns:a16="http://schemas.microsoft.com/office/drawing/2014/main" id="{E5F4EFE3-D928-4735-AE7F-B109978838D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B87DCADB-72FD-4CB8-9D63-BD6FFB41203E}" type="slidenum">
              <a:rPr lang="es-AR" altLang="en-US" b="0">
                <a:solidFill>
                  <a:schemeClr val="tx1"/>
                </a:solidFill>
              </a:rPr>
              <a:pPr eaLnBrk="1" hangingPunct="1"/>
              <a:t>3</a:t>
            </a:fld>
            <a:endParaRPr lang="es-AR" altLang="en-US" b="0">
              <a:solidFill>
                <a:schemeClr val="tx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B1A378B8-E2C2-4F8D-A9D1-F83E233C9F04}"/>
              </a:ext>
            </a:extLst>
          </p:cNvPr>
          <p:cNvSpPr>
            <a:spLocks noGrp="1" noRot="1" noChangeAspect="1" noTextEdit="1"/>
          </p:cNvSpPr>
          <p:nvPr>
            <p:ph type="sldImg"/>
          </p:nvPr>
        </p:nvSpPr>
        <p:spPr>
          <a:xfrm>
            <a:off x="4325938" y="73025"/>
            <a:ext cx="2466975" cy="1851025"/>
          </a:xfrm>
          <a:ln/>
        </p:spPr>
      </p:sp>
      <p:sp>
        <p:nvSpPr>
          <p:cNvPr id="56323" name="Notes Placeholder 2">
            <a:extLst>
              <a:ext uri="{FF2B5EF4-FFF2-40B4-BE49-F238E27FC236}">
                <a16:creationId xmlns:a16="http://schemas.microsoft.com/office/drawing/2014/main" id="{F1834CB9-AE2D-4EAC-9F75-EFEB22076D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dirty="0">
                <a:latin typeface="Arial" panose="020B0604020202020204" pitchFamily="34" charset="0"/>
                <a:cs typeface="Arial" panose="020B0604020202020204" pitchFamily="34" charset="0"/>
              </a:rPr>
              <a:t>ADO.NET</a:t>
            </a:r>
          </a:p>
          <a:p>
            <a:pPr eaLnBrk="1" hangingPunct="1"/>
            <a:r>
              <a:rPr lang="en-US" altLang="en-US" dirty="0">
                <a:latin typeface="Arial" panose="020B0604020202020204" pitchFamily="34" charset="0"/>
                <a:cs typeface="Arial" panose="020B0604020202020204" pitchFamily="34" charset="0"/>
              </a:rPr>
              <a:t>MSDN: https://msdn.microsoft.com/es-es/library/e80y5yhx(v=vs.110).aspx</a:t>
            </a:r>
          </a:p>
        </p:txBody>
      </p:sp>
      <p:sp>
        <p:nvSpPr>
          <p:cNvPr id="56324" name="Slide Number Placeholder 3">
            <a:extLst>
              <a:ext uri="{FF2B5EF4-FFF2-40B4-BE49-F238E27FC236}">
                <a16:creationId xmlns:a16="http://schemas.microsoft.com/office/drawing/2014/main" id="{B337F471-9BCA-414C-9F5D-4E980DA467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A47EFED9-DB76-46C6-B8B4-07FEAB817658}" type="slidenum">
              <a:rPr lang="es-AR" altLang="en-US" b="0">
                <a:solidFill>
                  <a:schemeClr val="tx1"/>
                </a:solidFill>
              </a:rPr>
              <a:pPr eaLnBrk="1" hangingPunct="1"/>
              <a:t>4</a:t>
            </a:fld>
            <a:endParaRPr lang="es-AR" altLang="en-US" b="0">
              <a:solidFill>
                <a:schemeClr val="tx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B1A378B8-E2C2-4F8D-A9D1-F83E233C9F04}"/>
              </a:ext>
            </a:extLst>
          </p:cNvPr>
          <p:cNvSpPr>
            <a:spLocks noGrp="1" noRot="1" noChangeAspect="1" noTextEdit="1"/>
          </p:cNvSpPr>
          <p:nvPr>
            <p:ph type="sldImg"/>
          </p:nvPr>
        </p:nvSpPr>
        <p:spPr>
          <a:xfrm>
            <a:off x="4325938" y="73025"/>
            <a:ext cx="2466975" cy="1851025"/>
          </a:xfrm>
          <a:ln/>
        </p:spPr>
      </p:sp>
      <p:sp>
        <p:nvSpPr>
          <p:cNvPr id="56323" name="Notes Placeholder 2">
            <a:extLst>
              <a:ext uri="{FF2B5EF4-FFF2-40B4-BE49-F238E27FC236}">
                <a16:creationId xmlns:a16="http://schemas.microsoft.com/office/drawing/2014/main" id="{F1834CB9-AE2D-4EAC-9F75-EFEB22076D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cs typeface="Arial" panose="020B0604020202020204" pitchFamily="34" charset="0"/>
            </a:endParaRPr>
          </a:p>
        </p:txBody>
      </p:sp>
      <p:sp>
        <p:nvSpPr>
          <p:cNvPr id="56324" name="Slide Number Placeholder 3">
            <a:extLst>
              <a:ext uri="{FF2B5EF4-FFF2-40B4-BE49-F238E27FC236}">
                <a16:creationId xmlns:a16="http://schemas.microsoft.com/office/drawing/2014/main" id="{B337F471-9BCA-414C-9F5D-4E980DA467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A47EFED9-DB76-46C6-B8B4-07FEAB817658}" type="slidenum">
              <a:rPr lang="es-AR" altLang="en-US" b="0">
                <a:solidFill>
                  <a:schemeClr val="tx1"/>
                </a:solidFill>
              </a:rPr>
              <a:pPr eaLnBrk="1" hangingPunct="1"/>
              <a:t>5</a:t>
            </a:fld>
            <a:endParaRPr lang="es-AR" altLang="en-US" b="0">
              <a:solidFill>
                <a:schemeClr val="tx1"/>
              </a:solidFill>
            </a:endParaRPr>
          </a:p>
        </p:txBody>
      </p:sp>
    </p:spTree>
    <p:extLst>
      <p:ext uri="{BB962C8B-B14F-4D97-AF65-F5344CB8AC3E}">
        <p14:creationId xmlns:p14="http://schemas.microsoft.com/office/powerpoint/2010/main" val="2246353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7D6EAD8B-591A-4D01-8E76-77B80BCD75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675FDA34-621D-4E95-BA34-0E59FFF7AFF5}" type="slidenum">
              <a:rPr lang="es-AR" altLang="en-US" b="0">
                <a:solidFill>
                  <a:schemeClr val="tx1"/>
                </a:solidFill>
              </a:rPr>
              <a:pPr eaLnBrk="1" hangingPunct="1"/>
              <a:t>6</a:t>
            </a:fld>
            <a:endParaRPr lang="es-AR" altLang="en-US" b="0">
              <a:solidFill>
                <a:schemeClr val="tx1"/>
              </a:solidFill>
            </a:endParaRPr>
          </a:p>
        </p:txBody>
      </p:sp>
      <p:sp>
        <p:nvSpPr>
          <p:cNvPr id="58371" name="Rectangle 2">
            <a:extLst>
              <a:ext uri="{FF2B5EF4-FFF2-40B4-BE49-F238E27FC236}">
                <a16:creationId xmlns:a16="http://schemas.microsoft.com/office/drawing/2014/main" id="{1F671572-E335-4D20-9EFA-2A1F95DFE3B1}"/>
              </a:ext>
            </a:extLst>
          </p:cNvPr>
          <p:cNvSpPr>
            <a:spLocks noRot="1" noChangeArrowheads="1" noTextEdit="1"/>
          </p:cNvSpPr>
          <p:nvPr>
            <p:ph type="sldImg"/>
          </p:nvPr>
        </p:nvSpPr>
        <p:spPr>
          <a:xfrm>
            <a:off x="4325938" y="73025"/>
            <a:ext cx="2466975" cy="1851025"/>
          </a:xfrm>
          <a:ln/>
        </p:spPr>
      </p:sp>
      <p:sp>
        <p:nvSpPr>
          <p:cNvPr id="58372" name="Rectangle 3">
            <a:extLst>
              <a:ext uri="{FF2B5EF4-FFF2-40B4-BE49-F238E27FC236}">
                <a16:creationId xmlns:a16="http://schemas.microsoft.com/office/drawing/2014/main" id="{5BA31382-1033-4B7F-8171-1FE670125A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s-ES" altLang="en-US" b="1" dirty="0">
                <a:solidFill>
                  <a:schemeClr val="tx1"/>
                </a:solidFill>
                <a:latin typeface="Arial" panose="020B0604020202020204" pitchFamily="34" charset="0"/>
                <a:cs typeface="Arial" panose="020B0604020202020204" pitchFamily="34" charset="0"/>
              </a:rPr>
              <a:t>Espacio de nombres y Descripción</a:t>
            </a:r>
          </a:p>
          <a:p>
            <a:pPr eaLnBrk="1" hangingPunct="1"/>
            <a:endParaRPr lang="es-ES" altLang="en-US" dirty="0">
              <a:latin typeface="Arial" panose="020B0604020202020204" pitchFamily="34" charset="0"/>
              <a:cs typeface="Arial" panose="020B0604020202020204" pitchFamily="34" charset="0"/>
            </a:endParaRPr>
          </a:p>
          <a:p>
            <a:pPr eaLnBrk="1" hangingPunct="1"/>
            <a:r>
              <a:rPr lang="es-ES" altLang="en-US" dirty="0" err="1">
                <a:latin typeface="Arial" panose="020B0604020202020204" pitchFamily="34" charset="0"/>
                <a:cs typeface="Arial" panose="020B0604020202020204" pitchFamily="34" charset="0"/>
                <a:hlinkClick r:id="rId3"/>
              </a:rPr>
              <a:t>System.Data</a:t>
            </a:r>
            <a:r>
              <a:rPr lang="es-ES" altLang="en-US" dirty="0">
                <a:latin typeface="Arial" panose="020B0604020202020204" pitchFamily="34" charset="0"/>
                <a:cs typeface="Arial" panose="020B0604020202020204" pitchFamily="34" charset="0"/>
              </a:rPr>
              <a:t> </a:t>
            </a:r>
          </a:p>
          <a:p>
            <a:pPr eaLnBrk="1" hangingPunct="1"/>
            <a:r>
              <a:rPr lang="es-ES" altLang="en-US" dirty="0">
                <a:latin typeface="Arial" panose="020B0604020202020204" pitchFamily="34" charset="0"/>
                <a:cs typeface="Arial" panose="020B0604020202020204" pitchFamily="34" charset="0"/>
              </a:rPr>
              <a:t>El espacio de nombres </a:t>
            </a:r>
            <a:r>
              <a:rPr lang="es-ES" altLang="en-US" dirty="0" err="1">
                <a:latin typeface="Arial" panose="020B0604020202020204" pitchFamily="34" charset="0"/>
                <a:cs typeface="Arial" panose="020B0604020202020204" pitchFamily="34" charset="0"/>
                <a:hlinkClick r:id="rId3"/>
              </a:rPr>
              <a:t>System.Data</a:t>
            </a:r>
            <a:r>
              <a:rPr lang="es-ES" altLang="en-US" dirty="0">
                <a:latin typeface="Arial" panose="020B0604020202020204" pitchFamily="34" charset="0"/>
                <a:cs typeface="Arial" panose="020B0604020202020204" pitchFamily="34" charset="0"/>
              </a:rPr>
              <a:t> proporciona acceso a las clases que representan la arquitectura de ADO.NET. ADO.NET le permite compilar componentes que administran eficazmente los datos de varios orígenes de datos.</a:t>
            </a:r>
          </a:p>
          <a:p>
            <a:pPr eaLnBrk="1" hangingPunct="1"/>
            <a:endParaRPr lang="es-ES" altLang="en-US" dirty="0">
              <a:latin typeface="Arial" panose="020B0604020202020204" pitchFamily="34" charset="0"/>
              <a:cs typeface="Arial" panose="020B0604020202020204" pitchFamily="34" charset="0"/>
              <a:hlinkClick r:id="rId4"/>
            </a:endParaRPr>
          </a:p>
          <a:p>
            <a:pPr eaLnBrk="1" hangingPunct="1"/>
            <a:r>
              <a:rPr lang="es-ES" altLang="en-US" dirty="0" err="1">
                <a:latin typeface="Arial" panose="020B0604020202020204" pitchFamily="34" charset="0"/>
                <a:cs typeface="Arial" panose="020B0604020202020204" pitchFamily="34" charset="0"/>
                <a:hlinkClick r:id="rId4"/>
              </a:rPr>
              <a:t>System.Data.Common</a:t>
            </a:r>
            <a:endParaRPr lang="es-ES" altLang="en-US" dirty="0">
              <a:latin typeface="Arial" panose="020B0604020202020204" pitchFamily="34" charset="0"/>
              <a:cs typeface="Arial" panose="020B0604020202020204" pitchFamily="34" charset="0"/>
            </a:endParaRPr>
          </a:p>
          <a:p>
            <a:pPr eaLnBrk="1" hangingPunct="1"/>
            <a:r>
              <a:rPr lang="es-ES" altLang="en-US" dirty="0">
                <a:latin typeface="Arial" panose="020B0604020202020204" pitchFamily="34" charset="0"/>
                <a:cs typeface="Arial" panose="020B0604020202020204" pitchFamily="34" charset="0"/>
              </a:rPr>
              <a:t>El espacio de nombres </a:t>
            </a:r>
            <a:r>
              <a:rPr lang="es-ES" altLang="en-US" dirty="0" err="1">
                <a:latin typeface="Arial" panose="020B0604020202020204" pitchFamily="34" charset="0"/>
                <a:cs typeface="Arial" panose="020B0604020202020204" pitchFamily="34" charset="0"/>
                <a:hlinkClick r:id="rId4"/>
              </a:rPr>
              <a:t>System.Data.Common</a:t>
            </a:r>
            <a:r>
              <a:rPr lang="es-ES" altLang="en-US" dirty="0">
                <a:latin typeface="Arial" panose="020B0604020202020204" pitchFamily="34" charset="0"/>
                <a:cs typeface="Arial" panose="020B0604020202020204" pitchFamily="34" charset="0"/>
              </a:rPr>
              <a:t> contiene clases que comparten los proveedores de datos .NET Framework.</a:t>
            </a:r>
          </a:p>
          <a:p>
            <a:pPr eaLnBrk="1" hangingPunct="1"/>
            <a:endParaRPr lang="es-ES" altLang="en-US" dirty="0">
              <a:latin typeface="Arial" panose="020B0604020202020204" pitchFamily="34" charset="0"/>
              <a:cs typeface="Arial" panose="020B0604020202020204" pitchFamily="34" charset="0"/>
            </a:endParaRPr>
          </a:p>
          <a:p>
            <a:pPr eaLnBrk="1" hangingPunct="1"/>
            <a:r>
              <a:rPr lang="es-ES" altLang="en-US" dirty="0">
                <a:latin typeface="Arial" panose="020B0604020202020204" pitchFamily="34" charset="0"/>
                <a:cs typeface="Arial" panose="020B0604020202020204" pitchFamily="34" charset="0"/>
              </a:rPr>
              <a:t>Mas espacios de nombres </a:t>
            </a:r>
            <a:r>
              <a:rPr lang="en-US" altLang="en-US" dirty="0">
                <a:latin typeface="Arial" panose="020B0604020202020204" pitchFamily="34" charset="0"/>
                <a:cs typeface="Arial" panose="020B0604020202020204" pitchFamily="34" charset="0"/>
                <a:hlinkClick r:id="rId5"/>
              </a:rPr>
              <a:t>http://msdn.microsoft.com/es-ar/library/gg145028.aspx</a:t>
            </a:r>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43E22090-B606-4DF9-A85C-7B61082E8C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690AB622-7CB7-4338-8A5B-893755FAFE99}" type="slidenum">
              <a:rPr lang="es-AR" altLang="en-US" b="0">
                <a:solidFill>
                  <a:schemeClr val="tx1"/>
                </a:solidFill>
              </a:rPr>
              <a:pPr eaLnBrk="1" hangingPunct="1"/>
              <a:t>7</a:t>
            </a:fld>
            <a:endParaRPr lang="es-AR" altLang="en-US" b="0">
              <a:solidFill>
                <a:schemeClr val="tx1"/>
              </a:solidFill>
            </a:endParaRPr>
          </a:p>
        </p:txBody>
      </p:sp>
      <p:sp>
        <p:nvSpPr>
          <p:cNvPr id="59395" name="Rectangle 2">
            <a:extLst>
              <a:ext uri="{FF2B5EF4-FFF2-40B4-BE49-F238E27FC236}">
                <a16:creationId xmlns:a16="http://schemas.microsoft.com/office/drawing/2014/main" id="{BA35BF8E-45F8-4DF7-A9F3-3916A8443D0D}"/>
              </a:ext>
            </a:extLst>
          </p:cNvPr>
          <p:cNvSpPr>
            <a:spLocks noRot="1" noChangeArrowheads="1" noTextEdit="1"/>
          </p:cNvSpPr>
          <p:nvPr>
            <p:ph type="sldImg"/>
          </p:nvPr>
        </p:nvSpPr>
        <p:spPr>
          <a:xfrm>
            <a:off x="4325938" y="73025"/>
            <a:ext cx="2466975" cy="1851025"/>
          </a:xfrm>
          <a:ln/>
        </p:spPr>
      </p:sp>
      <p:sp>
        <p:nvSpPr>
          <p:cNvPr id="59396" name="Rectangle 3">
            <a:extLst>
              <a:ext uri="{FF2B5EF4-FFF2-40B4-BE49-F238E27FC236}">
                <a16:creationId xmlns:a16="http://schemas.microsoft.com/office/drawing/2014/main" id="{B8E5C0EC-4B79-4819-86BC-69548B10CA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s-ES" altLang="en-US" b="1">
                <a:latin typeface="Arial" panose="020B0604020202020204" pitchFamily="34" charset="0"/>
                <a:cs typeface="Arial" panose="020B0604020202020204" pitchFamily="34" charset="0"/>
              </a:rPr>
              <a:t>ADO.NET</a:t>
            </a:r>
          </a:p>
          <a:p>
            <a:pPr eaLnBrk="1" hangingPunct="1"/>
            <a:r>
              <a:rPr lang="es-ES" altLang="en-US">
                <a:latin typeface="Arial" panose="020B0604020202020204" pitchFamily="34" charset="0"/>
                <a:cs typeface="Arial" panose="020B0604020202020204" pitchFamily="34" charset="0"/>
              </a:rPr>
              <a:t>Describe las clases ADO.NET que exponen al programador de .NET los servicios de acceso a datos.</a:t>
            </a:r>
          </a:p>
          <a:p>
            <a:pPr eaLnBrk="1" hangingPunct="1"/>
            <a:r>
              <a:rPr lang="en-US" altLang="en-US">
                <a:latin typeface="Arial" panose="020B0604020202020204" pitchFamily="34" charset="0"/>
                <a:cs typeface="Arial" panose="020B0604020202020204" pitchFamily="34" charset="0"/>
                <a:hlinkClick r:id="rId3"/>
              </a:rPr>
              <a:t>http://msdn.microsoft.com/es-es/library/e80y5yhx(v=vs.80).aspx</a:t>
            </a:r>
            <a:endParaRPr lang="es-ES" altLang="en-US">
              <a:latin typeface="Arial" panose="020B0604020202020204" pitchFamily="34" charset="0"/>
              <a:cs typeface="Arial" panose="020B0604020202020204" pitchFamily="34" charset="0"/>
            </a:endParaRPr>
          </a:p>
          <a:p>
            <a:pPr eaLnBrk="1" hangingPunct="1"/>
            <a:endParaRPr lang="es-ES" altLang="en-US">
              <a:latin typeface="Arial" panose="020B0604020202020204" pitchFamily="34" charset="0"/>
              <a:cs typeface="Arial" panose="020B0604020202020204" pitchFamily="34" charset="0"/>
            </a:endParaRPr>
          </a:p>
          <a:p>
            <a:pPr eaLnBrk="1" hangingPunct="1"/>
            <a:r>
              <a:rPr lang="es-ES" altLang="en-US" b="1">
                <a:latin typeface="Arial" panose="020B0604020202020204" pitchFamily="34" charset="0"/>
                <a:cs typeface="Arial" panose="020B0604020202020204" pitchFamily="34" charset="0"/>
              </a:rPr>
              <a:t>Arquitectura de ADO.NET</a:t>
            </a:r>
          </a:p>
          <a:p>
            <a:pPr eaLnBrk="1" hangingPunct="1"/>
            <a:r>
              <a:rPr lang="es-ES" altLang="en-US">
                <a:latin typeface="Arial" panose="020B0604020202020204" pitchFamily="34" charset="0"/>
                <a:cs typeface="Arial" panose="020B0604020202020204" pitchFamily="34" charset="0"/>
              </a:rPr>
              <a:t>Proporciona información general sobre la arquitectura y los componentes de ADO.NET.</a:t>
            </a:r>
            <a:br>
              <a:rPr lang="es-ES" altLang="en-US">
                <a:latin typeface="Arial" panose="020B0604020202020204" pitchFamily="34" charset="0"/>
                <a:cs typeface="Arial" panose="020B0604020202020204" pitchFamily="34" charset="0"/>
              </a:rPr>
            </a:br>
            <a:r>
              <a:rPr lang="en-US" altLang="en-US">
                <a:latin typeface="Arial" panose="020B0604020202020204" pitchFamily="34" charset="0"/>
                <a:cs typeface="Arial" panose="020B0604020202020204" pitchFamily="34" charset="0"/>
                <a:hlinkClick r:id="rId4"/>
              </a:rPr>
              <a:t>http://msdn.microsoft.com/es-es/library/27y4ybxw(v=vs.80).aspx</a:t>
            </a:r>
            <a:br>
              <a:rPr lang="es-ES" altLang="en-US">
                <a:latin typeface="Arial" panose="020B0604020202020204" pitchFamily="34" charset="0"/>
                <a:cs typeface="Arial" panose="020B0604020202020204" pitchFamily="34" charset="0"/>
              </a:rPr>
            </a:br>
            <a:br>
              <a:rPr lang="es-ES" altLang="en-US">
                <a:latin typeface="Arial" panose="020B0604020202020204" pitchFamily="34" charset="0"/>
                <a:cs typeface="Arial" panose="020B0604020202020204" pitchFamily="34" charset="0"/>
              </a:rPr>
            </a:br>
            <a:r>
              <a:rPr lang="es-ES" altLang="en-US" b="1">
                <a:latin typeface="Arial" panose="020B0604020202020204" pitchFamily="34" charset="0"/>
                <a:cs typeface="Arial" panose="020B0604020202020204" pitchFamily="34" charset="0"/>
              </a:rPr>
              <a:t>Información general acerca de ADO.NET</a:t>
            </a:r>
          </a:p>
          <a:p>
            <a:pPr eaLnBrk="1" hangingPunct="1"/>
            <a:r>
              <a:rPr lang="es-ES" altLang="en-US">
                <a:latin typeface="Arial" panose="020B0604020202020204" pitchFamily="34" charset="0"/>
                <a:cs typeface="Arial" panose="020B0604020202020204" pitchFamily="34" charset="0"/>
              </a:rPr>
              <a:t>Proporciona una introducción al diseño y los componentes de ADO.NET.</a:t>
            </a:r>
          </a:p>
          <a:p>
            <a:pPr eaLnBrk="1" hangingPunct="1"/>
            <a:r>
              <a:rPr lang="en-US" altLang="en-US">
                <a:latin typeface="Arial" panose="020B0604020202020204" pitchFamily="34" charset="0"/>
                <a:cs typeface="Arial" panose="020B0604020202020204" pitchFamily="34" charset="0"/>
                <a:hlinkClick r:id="rId3"/>
              </a:rPr>
              <a:t>http://msdn.microsoft.com/es-es/library/e80y5yhx(v=vs.80).aspx</a:t>
            </a:r>
            <a:endParaRPr lang="es-ES" altLang="en-US">
              <a:latin typeface="Arial" panose="020B0604020202020204" pitchFamily="34" charset="0"/>
              <a:cs typeface="Arial" panose="020B0604020202020204" pitchFamily="34" charset="0"/>
            </a:endParaRPr>
          </a:p>
          <a:p>
            <a:pPr eaLnBrk="1" hangingPunct="1"/>
            <a:br>
              <a:rPr lang="es-ES" altLang="en-US">
                <a:latin typeface="Arial" panose="020B0604020202020204" pitchFamily="34" charset="0"/>
                <a:cs typeface="Arial" panose="020B0604020202020204" pitchFamily="34" charset="0"/>
              </a:rPr>
            </a:br>
            <a:r>
              <a:rPr lang="es-ES" altLang="en-US" b="1">
                <a:latin typeface="Arial" panose="020B0604020202020204" pitchFamily="34" charset="0"/>
                <a:cs typeface="Arial" panose="020B0604020202020204" pitchFamily="34" charset="0"/>
              </a:rPr>
              <a:t>DataSet de ADO.NET</a:t>
            </a:r>
          </a:p>
          <a:p>
            <a:pPr eaLnBrk="1" hangingPunct="1"/>
            <a:r>
              <a:rPr lang="es-ES" altLang="en-US">
                <a:latin typeface="Arial" panose="020B0604020202020204" pitchFamily="34" charset="0"/>
                <a:cs typeface="Arial" panose="020B0604020202020204" pitchFamily="34" charset="0"/>
              </a:rPr>
              <a:t>Proporciona información general acerca del diseño y los componentes de </a:t>
            </a:r>
            <a:r>
              <a:rPr lang="es-ES" altLang="en-US" b="1">
                <a:latin typeface="Arial" panose="020B0604020202020204" pitchFamily="34" charset="0"/>
                <a:cs typeface="Arial" panose="020B0604020202020204" pitchFamily="34" charset="0"/>
              </a:rPr>
              <a:t>DataSet</a:t>
            </a:r>
            <a:r>
              <a:rPr lang="es-ES" altLang="en-US">
                <a:latin typeface="Arial" panose="020B0604020202020204" pitchFamily="34" charset="0"/>
                <a:cs typeface="Arial" panose="020B0604020202020204" pitchFamily="34" charset="0"/>
              </a:rPr>
              <a:t>.</a:t>
            </a:r>
            <a:br>
              <a:rPr lang="es-ES" altLang="en-US">
                <a:latin typeface="Arial" panose="020B0604020202020204" pitchFamily="34" charset="0"/>
                <a:cs typeface="Arial" panose="020B0604020202020204" pitchFamily="34" charset="0"/>
              </a:rPr>
            </a:br>
            <a:r>
              <a:rPr lang="en-US" altLang="en-US">
                <a:latin typeface="Arial" panose="020B0604020202020204" pitchFamily="34" charset="0"/>
                <a:cs typeface="Arial" panose="020B0604020202020204" pitchFamily="34" charset="0"/>
                <a:hlinkClick r:id="rId5"/>
              </a:rPr>
              <a:t>http://msdn.microsoft.com/es-es/library/zb0sdh0b(v=vs.80).aspx</a:t>
            </a:r>
            <a:br>
              <a:rPr lang="es-ES" altLang="en-US">
                <a:latin typeface="Arial" panose="020B0604020202020204" pitchFamily="34" charset="0"/>
                <a:cs typeface="Arial" panose="020B0604020202020204" pitchFamily="34" charset="0"/>
              </a:rPr>
            </a:br>
            <a:endParaRPr lang="es-ES" altLang="en-US">
              <a:latin typeface="Arial" panose="020B0604020202020204" pitchFamily="34" charset="0"/>
              <a:cs typeface="Arial" panose="020B0604020202020204" pitchFamily="34" charset="0"/>
            </a:endParaRPr>
          </a:p>
          <a:p>
            <a:pPr eaLnBrk="1" hangingPunct="1"/>
            <a:r>
              <a:rPr lang="es-ES" altLang="en-US" b="1">
                <a:latin typeface="Arial" panose="020B0604020202020204" pitchFamily="34" charset="0"/>
                <a:cs typeface="Arial" panose="020B0604020202020204" pitchFamily="34" charset="0"/>
              </a:rPr>
              <a:t>Utilizar DataSets en ADO.NET</a:t>
            </a:r>
          </a:p>
          <a:p>
            <a:pPr eaLnBrk="1" hangingPunct="1"/>
            <a:r>
              <a:rPr lang="en-US" altLang="en-US">
                <a:latin typeface="Arial" panose="020B0604020202020204" pitchFamily="34" charset="0"/>
                <a:cs typeface="Arial" panose="020B0604020202020204" pitchFamily="34" charset="0"/>
                <a:hlinkClick r:id="rId6"/>
              </a:rPr>
              <a:t>http://msdn.microsoft.com/es-es/library/ss7fbaez(v=vs.80).aspx</a:t>
            </a:r>
            <a:endParaRPr lang="es-ES" altLang="en-US">
              <a:latin typeface="Arial" panose="020B0604020202020204" pitchFamily="34" charset="0"/>
              <a:cs typeface="Arial" panose="020B0604020202020204" pitchFamily="34" charset="0"/>
            </a:endParaRPr>
          </a:p>
          <a:p>
            <a:pPr eaLnBrk="1" hangingPunct="1"/>
            <a:endParaRPr lang="es-ES" altLang="en-US">
              <a:latin typeface="Arial" panose="020B0604020202020204" pitchFamily="34" charset="0"/>
              <a:cs typeface="Arial" panose="020B0604020202020204" pitchFamily="34" charset="0"/>
            </a:endParaRPr>
          </a:p>
          <a:p>
            <a:pPr eaLnBrk="1" hangingPunct="1"/>
            <a:r>
              <a:rPr lang="es-ES" altLang="en-US" b="1">
                <a:latin typeface="Arial" panose="020B0604020202020204" pitchFamily="34" charset="0"/>
                <a:cs typeface="Arial" panose="020B0604020202020204" pitchFamily="34" charset="0"/>
              </a:rPr>
              <a:t>Conectar a orígenes de datos</a:t>
            </a:r>
          </a:p>
          <a:p>
            <a:pPr eaLnBrk="1" hangingPunct="1"/>
            <a:r>
              <a:rPr lang="es-ES" altLang="en-US">
                <a:latin typeface="Arial" panose="020B0604020202020204" pitchFamily="34" charset="0"/>
                <a:cs typeface="Arial" panose="020B0604020202020204" pitchFamily="34" charset="0"/>
              </a:rPr>
              <a:t>Describe el objeto Connection de ADO.NET, así como la forma de utilizarlo para conectarse a un origen de datos.</a:t>
            </a:r>
          </a:p>
          <a:p>
            <a:pPr eaLnBrk="1" hangingPunct="1"/>
            <a:r>
              <a:rPr lang="es-ES" altLang="en-US">
                <a:latin typeface="Arial" panose="020B0604020202020204" pitchFamily="34" charset="0"/>
                <a:cs typeface="Arial" panose="020B0604020202020204" pitchFamily="34" charset="0"/>
              </a:rPr>
              <a:t>http://msdn.microsoft.com/es-es/library/32c5dh3b(v=vs.80).aspx</a:t>
            </a:r>
            <a:endParaRPr lang="es-AR"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6F789357-E70A-400B-8410-D34DA3131D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964A6AAD-3365-4029-B56B-05D1848A6636}" type="slidenum">
              <a:rPr lang="es-AR" altLang="en-US" b="0">
                <a:solidFill>
                  <a:schemeClr val="tx1"/>
                </a:solidFill>
              </a:rPr>
              <a:pPr eaLnBrk="1" hangingPunct="1"/>
              <a:t>8</a:t>
            </a:fld>
            <a:endParaRPr lang="es-AR" altLang="en-US" b="0">
              <a:solidFill>
                <a:schemeClr val="tx1"/>
              </a:solidFill>
            </a:endParaRPr>
          </a:p>
        </p:txBody>
      </p:sp>
      <p:sp>
        <p:nvSpPr>
          <p:cNvPr id="60419" name="Rectangle 2">
            <a:extLst>
              <a:ext uri="{FF2B5EF4-FFF2-40B4-BE49-F238E27FC236}">
                <a16:creationId xmlns:a16="http://schemas.microsoft.com/office/drawing/2014/main" id="{AD074E68-2028-4476-A2C2-F1FC035134C8}"/>
              </a:ext>
            </a:extLst>
          </p:cNvPr>
          <p:cNvSpPr>
            <a:spLocks noRot="1" noChangeArrowheads="1" noTextEdit="1"/>
          </p:cNvSpPr>
          <p:nvPr>
            <p:ph type="sldImg"/>
          </p:nvPr>
        </p:nvSpPr>
        <p:spPr>
          <a:xfrm>
            <a:off x="4325938" y="73025"/>
            <a:ext cx="2466975" cy="1851025"/>
          </a:xfrm>
          <a:ln/>
        </p:spPr>
      </p:sp>
      <p:sp>
        <p:nvSpPr>
          <p:cNvPr id="60420" name="Rectangle 3">
            <a:extLst>
              <a:ext uri="{FF2B5EF4-FFF2-40B4-BE49-F238E27FC236}">
                <a16:creationId xmlns:a16="http://schemas.microsoft.com/office/drawing/2014/main" id="{38C71AF7-1F06-4381-81A4-C36C8A42A9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s-AR" altLang="en-US" dirty="0" err="1">
                <a:latin typeface="Arial" panose="020B0604020202020204" pitchFamily="34" charset="0"/>
                <a:cs typeface="Arial" panose="020B0604020202020204" pitchFamily="34" charset="0"/>
              </a:rPr>
              <a:t>DataTable</a:t>
            </a:r>
            <a:r>
              <a:rPr lang="es-AR" altLang="en-US" dirty="0">
                <a:latin typeface="Arial" panose="020B0604020202020204" pitchFamily="34" charset="0"/>
                <a:cs typeface="Arial" panose="020B0604020202020204" pitchFamily="34" charset="0"/>
              </a:rPr>
              <a:t> es </a:t>
            </a:r>
            <a:r>
              <a:rPr lang="es-AR" altLang="en-US" dirty="0" err="1">
                <a:latin typeface="Arial" panose="020B0604020202020204" pitchFamily="34" charset="0"/>
                <a:cs typeface="Arial" panose="020B0604020202020204" pitchFamily="34" charset="0"/>
              </a:rPr>
              <a:t>IXMLSerializable</a:t>
            </a:r>
            <a:endParaRPr lang="es-AR" altLang="en-US" dirty="0">
              <a:latin typeface="Arial" panose="020B0604020202020204" pitchFamily="34" charset="0"/>
              <a:cs typeface="Arial" panose="020B0604020202020204" pitchFamily="34" charset="0"/>
            </a:endParaRPr>
          </a:p>
          <a:p>
            <a:pPr eaLnBrk="1" hangingPunct="1"/>
            <a:r>
              <a:rPr lang="es-AR" altLang="en-US" dirty="0">
                <a:latin typeface="Arial" panose="020B0604020202020204" pitchFamily="34" charset="0"/>
                <a:cs typeface="Arial" panose="020B0604020202020204" pitchFamily="34" charset="0"/>
              </a:rPr>
              <a:t>El método Load() nos permite llenar de contenidos la estructura del </a:t>
            </a:r>
            <a:r>
              <a:rPr lang="es-AR" altLang="en-US" dirty="0" err="1">
                <a:latin typeface="Arial" panose="020B0604020202020204" pitchFamily="34" charset="0"/>
                <a:cs typeface="Arial" panose="020B0604020202020204" pitchFamily="34" charset="0"/>
              </a:rPr>
              <a:t>datatable</a:t>
            </a:r>
            <a:r>
              <a:rPr lang="es-AR" altLang="en-US" dirty="0">
                <a:latin typeface="Arial" panose="020B0604020202020204" pitchFamily="34" charset="0"/>
                <a:cs typeface="Arial" panose="020B0604020202020204" pitchFamily="34" charset="0"/>
              </a:rPr>
              <a:t> o </a:t>
            </a:r>
            <a:r>
              <a:rPr lang="es-AR" altLang="en-US" dirty="0" err="1">
                <a:latin typeface="Arial" panose="020B0604020202020204" pitchFamily="34" charset="0"/>
                <a:cs typeface="Arial" panose="020B0604020202020204" pitchFamily="34" charset="0"/>
              </a:rPr>
              <a:t>dataset</a:t>
            </a:r>
            <a:r>
              <a:rPr lang="es-AR" altLang="en-US" dirty="0">
                <a:latin typeface="Arial" panose="020B0604020202020204" pitchFamily="34" charset="0"/>
                <a:cs typeface="Arial" panose="020B0604020202020204" pitchFamily="34" charset="0"/>
              </a:rPr>
              <a:t> con un conjunto de resultados obtenidos por medio de un objeto </a:t>
            </a:r>
            <a:r>
              <a:rPr lang="es-AR" altLang="en-US" dirty="0" err="1">
                <a:latin typeface="Arial" panose="020B0604020202020204" pitchFamily="34" charset="0"/>
                <a:cs typeface="Arial" panose="020B0604020202020204" pitchFamily="34" charset="0"/>
              </a:rPr>
              <a:t>DataReader</a:t>
            </a:r>
            <a:r>
              <a:rPr lang="es-AR" altLang="en-US" dirty="0">
                <a:latin typeface="Arial" panose="020B0604020202020204" pitchFamily="34" charset="0"/>
                <a:cs typeface="Arial" panose="020B0604020202020204" pitchFamily="34" charset="0"/>
              </a:rPr>
              <a:t> o </a:t>
            </a:r>
            <a:r>
              <a:rPr lang="es-AR" altLang="en-US" dirty="0" err="1">
                <a:latin typeface="Arial" panose="020B0604020202020204" pitchFamily="34" charset="0"/>
                <a:cs typeface="Arial" panose="020B0604020202020204" pitchFamily="34" charset="0"/>
              </a:rPr>
              <a:t>Command</a:t>
            </a:r>
            <a:r>
              <a:rPr lang="es-AR" altLang="en-US" dirty="0">
                <a:latin typeface="Arial" panose="020B0604020202020204" pitchFamily="34" charset="0"/>
                <a:cs typeface="Arial" panose="020B0604020202020204" pitchFamily="34" charset="0"/>
              </a:rPr>
              <a:t>.</a:t>
            </a:r>
          </a:p>
          <a:p>
            <a:pPr eaLnBrk="1" hangingPunct="1"/>
            <a:r>
              <a:rPr lang="es-AR" altLang="en-US" dirty="0">
                <a:latin typeface="Arial" panose="020B0604020202020204" pitchFamily="34" charset="0"/>
                <a:cs typeface="Arial" panose="020B0604020202020204" pitchFamily="34" charset="0"/>
              </a:rPr>
              <a:t>Para combinar los resultados contenidos dentro de dos </a:t>
            </a:r>
            <a:r>
              <a:rPr lang="es-AR" altLang="en-US" dirty="0" err="1">
                <a:latin typeface="Arial" panose="020B0604020202020204" pitchFamily="34" charset="0"/>
                <a:cs typeface="Arial" panose="020B0604020202020204" pitchFamily="34" charset="0"/>
              </a:rPr>
              <a:t>dataset</a:t>
            </a:r>
            <a:r>
              <a:rPr lang="es-AR" altLang="en-US" dirty="0">
                <a:latin typeface="Arial" panose="020B0604020202020204" pitchFamily="34" charset="0"/>
                <a:cs typeface="Arial" panose="020B0604020202020204" pitchFamily="34" charset="0"/>
              </a:rPr>
              <a:t>  por medio del método </a:t>
            </a:r>
            <a:r>
              <a:rPr lang="es-AR" altLang="en-US" dirty="0" err="1">
                <a:latin typeface="Arial" panose="020B0604020202020204" pitchFamily="34" charset="0"/>
                <a:cs typeface="Arial" panose="020B0604020202020204" pitchFamily="34" charset="0"/>
              </a:rPr>
              <a:t>Merge</a:t>
            </a:r>
            <a:r>
              <a:rPr lang="es-AR" altLang="en-US" dirty="0">
                <a:latin typeface="Arial" panose="020B0604020202020204" pitchFamily="34" charset="0"/>
                <a:cs typeface="Arial" panose="020B0604020202020204" pitchFamily="34" charset="0"/>
              </a:rPr>
              <a:t> que exponen.</a:t>
            </a:r>
          </a:p>
          <a:p>
            <a:pPr eaLnBrk="1" hangingPunct="1"/>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AD619192-84EF-43B2-A370-D0CD7CAD5398}"/>
              </a:ext>
            </a:extLst>
          </p:cNvPr>
          <p:cNvSpPr>
            <a:spLocks noGrp="1" noRot="1" noChangeAspect="1" noTextEdit="1"/>
          </p:cNvSpPr>
          <p:nvPr>
            <p:ph type="sldImg"/>
          </p:nvPr>
        </p:nvSpPr>
        <p:spPr>
          <a:xfrm>
            <a:off x="4325938" y="73025"/>
            <a:ext cx="2466975" cy="1851025"/>
          </a:xfrm>
          <a:ln/>
        </p:spPr>
      </p:sp>
      <p:sp>
        <p:nvSpPr>
          <p:cNvPr id="62467" name="Notes Placeholder 2">
            <a:extLst>
              <a:ext uri="{FF2B5EF4-FFF2-40B4-BE49-F238E27FC236}">
                <a16:creationId xmlns:a16="http://schemas.microsoft.com/office/drawing/2014/main" id="{B3118BC6-684E-4C9D-89C5-F2F969AB337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62468" name="Slide Number Placeholder 3">
            <a:extLst>
              <a:ext uri="{FF2B5EF4-FFF2-40B4-BE49-F238E27FC236}">
                <a16:creationId xmlns:a16="http://schemas.microsoft.com/office/drawing/2014/main" id="{AFB137CB-2A20-402D-807C-4E45DC3F9F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16B26F7F-BD91-4D65-8119-8AC1A638028F}" type="slidenum">
              <a:rPr lang="es-AR" altLang="en-US" b="0">
                <a:solidFill>
                  <a:schemeClr val="tx1"/>
                </a:solidFill>
              </a:rPr>
              <a:pPr eaLnBrk="1" hangingPunct="1"/>
              <a:t>9</a:t>
            </a:fld>
            <a:endParaRPr lang="es-AR" altLang="en-US" b="0">
              <a:solidFill>
                <a:schemeClr val="tx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780DD535-CC39-4B26-A579-241944934D03}"/>
              </a:ext>
            </a:extLst>
          </p:cNvPr>
          <p:cNvSpPr>
            <a:spLocks noGrp="1" noRot="1" noChangeAspect="1" noTextEdit="1"/>
          </p:cNvSpPr>
          <p:nvPr>
            <p:ph type="sldImg"/>
          </p:nvPr>
        </p:nvSpPr>
        <p:spPr>
          <a:xfrm>
            <a:off x="4325938" y="73025"/>
            <a:ext cx="2466975" cy="1851025"/>
          </a:xfrm>
          <a:ln/>
        </p:spPr>
      </p:sp>
      <p:sp>
        <p:nvSpPr>
          <p:cNvPr id="63491" name="Notes Placeholder 2">
            <a:extLst>
              <a:ext uri="{FF2B5EF4-FFF2-40B4-BE49-F238E27FC236}">
                <a16:creationId xmlns:a16="http://schemas.microsoft.com/office/drawing/2014/main" id="{1DF9E398-D371-4217-83DA-45A8D56D74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63492" name="Slide Number Placeholder 3">
            <a:extLst>
              <a:ext uri="{FF2B5EF4-FFF2-40B4-BE49-F238E27FC236}">
                <a16:creationId xmlns:a16="http://schemas.microsoft.com/office/drawing/2014/main" id="{18689A56-A446-417A-939E-60C11334E69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DBB5845F-5D4B-414B-AF2D-ED7855053798}" type="slidenum">
              <a:rPr lang="es-AR" altLang="en-US" b="0">
                <a:solidFill>
                  <a:schemeClr val="tx1"/>
                </a:solidFill>
              </a:rPr>
              <a:pPr eaLnBrk="1" hangingPunct="1"/>
              <a:t>10</a:t>
            </a:fld>
            <a:endParaRPr lang="es-AR" altLang="en-US" b="0">
              <a:solidFill>
                <a:schemeClr val="tx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52649E92-0565-4078-B92F-47CE447892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B47AB986-36C4-4440-9CA5-9618FC22F6B6}" type="slidenum">
              <a:rPr lang="es-AR" altLang="en-US" b="0">
                <a:solidFill>
                  <a:schemeClr val="tx1"/>
                </a:solidFill>
              </a:rPr>
              <a:pPr eaLnBrk="1" hangingPunct="1"/>
              <a:t>11</a:t>
            </a:fld>
            <a:endParaRPr lang="es-AR" altLang="en-US" b="0">
              <a:solidFill>
                <a:schemeClr val="tx1"/>
              </a:solidFill>
            </a:endParaRPr>
          </a:p>
        </p:txBody>
      </p:sp>
      <p:sp>
        <p:nvSpPr>
          <p:cNvPr id="64515" name="Rectangle 2">
            <a:extLst>
              <a:ext uri="{FF2B5EF4-FFF2-40B4-BE49-F238E27FC236}">
                <a16:creationId xmlns:a16="http://schemas.microsoft.com/office/drawing/2014/main" id="{2561619F-9ECD-4F5E-80A2-6EC17D802A8C}"/>
              </a:ext>
            </a:extLst>
          </p:cNvPr>
          <p:cNvSpPr>
            <a:spLocks noRot="1" noChangeArrowheads="1" noTextEdit="1"/>
          </p:cNvSpPr>
          <p:nvPr>
            <p:ph type="sldImg"/>
          </p:nvPr>
        </p:nvSpPr>
        <p:spPr>
          <a:xfrm>
            <a:off x="4325938" y="73025"/>
            <a:ext cx="2466975" cy="1851025"/>
          </a:xfrm>
          <a:ln/>
        </p:spPr>
      </p:sp>
      <p:sp>
        <p:nvSpPr>
          <p:cNvPr id="64516" name="Rectangle 3">
            <a:extLst>
              <a:ext uri="{FF2B5EF4-FFF2-40B4-BE49-F238E27FC236}">
                <a16:creationId xmlns:a16="http://schemas.microsoft.com/office/drawing/2014/main" id="{9C6C9930-F1F1-4ACB-B982-5CEFBA6A0E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6CDEEB1F-0CDC-4D4D-97F9-17258598F3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C6B9E49A-35C0-40D4-9999-3A4C8CBD76A8}" type="slidenum">
              <a:rPr lang="es-AR" altLang="en-US" b="0">
                <a:solidFill>
                  <a:schemeClr val="tx1"/>
                </a:solidFill>
              </a:rPr>
              <a:pPr eaLnBrk="1" hangingPunct="1"/>
              <a:t>12</a:t>
            </a:fld>
            <a:endParaRPr lang="es-AR" altLang="en-US" b="0">
              <a:solidFill>
                <a:schemeClr val="tx1"/>
              </a:solidFill>
            </a:endParaRPr>
          </a:p>
        </p:txBody>
      </p:sp>
      <p:sp>
        <p:nvSpPr>
          <p:cNvPr id="65539" name="Rectangle 2">
            <a:extLst>
              <a:ext uri="{FF2B5EF4-FFF2-40B4-BE49-F238E27FC236}">
                <a16:creationId xmlns:a16="http://schemas.microsoft.com/office/drawing/2014/main" id="{941D7745-614E-43D0-82D3-130AFF81A614}"/>
              </a:ext>
            </a:extLst>
          </p:cNvPr>
          <p:cNvSpPr>
            <a:spLocks noRot="1" noChangeArrowheads="1" noTextEdit="1"/>
          </p:cNvSpPr>
          <p:nvPr>
            <p:ph type="sldImg"/>
          </p:nvPr>
        </p:nvSpPr>
        <p:spPr>
          <a:xfrm>
            <a:off x="4325938" y="73025"/>
            <a:ext cx="2466975" cy="1851025"/>
          </a:xfrm>
          <a:ln/>
        </p:spPr>
      </p:sp>
      <p:sp>
        <p:nvSpPr>
          <p:cNvPr id="65540" name="Rectangle 3">
            <a:extLst>
              <a:ext uri="{FF2B5EF4-FFF2-40B4-BE49-F238E27FC236}">
                <a16:creationId xmlns:a16="http://schemas.microsoft.com/office/drawing/2014/main" id="{1818EE54-1917-4E08-976B-FAAA8003DC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F0664EC3-8A2F-410B-B03B-26C2AF8D04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8B7EF25A-B553-4F62-A495-8C7DD2F3750C}" type="slidenum">
              <a:rPr lang="es-AR" altLang="en-US" b="0">
                <a:solidFill>
                  <a:schemeClr val="tx1"/>
                </a:solidFill>
              </a:rPr>
              <a:pPr eaLnBrk="1" hangingPunct="1"/>
              <a:t>13</a:t>
            </a:fld>
            <a:endParaRPr lang="es-AR" altLang="en-US" b="0">
              <a:solidFill>
                <a:schemeClr val="tx1"/>
              </a:solidFill>
            </a:endParaRPr>
          </a:p>
        </p:txBody>
      </p:sp>
      <p:sp>
        <p:nvSpPr>
          <p:cNvPr id="66563" name="Rectangle 2">
            <a:extLst>
              <a:ext uri="{FF2B5EF4-FFF2-40B4-BE49-F238E27FC236}">
                <a16:creationId xmlns:a16="http://schemas.microsoft.com/office/drawing/2014/main" id="{9123541F-1690-4D75-8E95-ED69C54DF466}"/>
              </a:ext>
            </a:extLst>
          </p:cNvPr>
          <p:cNvSpPr>
            <a:spLocks noRot="1" noChangeArrowheads="1" noTextEdit="1"/>
          </p:cNvSpPr>
          <p:nvPr>
            <p:ph type="sldImg"/>
          </p:nvPr>
        </p:nvSpPr>
        <p:spPr>
          <a:xfrm>
            <a:off x="4325938" y="73025"/>
            <a:ext cx="2466975" cy="1851025"/>
          </a:xfrm>
          <a:ln/>
        </p:spPr>
      </p:sp>
      <p:sp>
        <p:nvSpPr>
          <p:cNvPr id="66564" name="Rectangle 3">
            <a:extLst>
              <a:ext uri="{FF2B5EF4-FFF2-40B4-BE49-F238E27FC236}">
                <a16:creationId xmlns:a16="http://schemas.microsoft.com/office/drawing/2014/main" id="{59D17400-25E3-4982-8D0E-70A042E77F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a:latin typeface="Arial" panose="020B0604020202020204" pitchFamily="34" charset="0"/>
                <a:cs typeface="Arial" panose="020B0604020202020204" pitchFamily="34" charset="0"/>
              </a:rPr>
              <a:t>La DataTableCollection </a:t>
            </a:r>
          </a:p>
          <a:p>
            <a:pPr eaLnBrk="1" hangingPunct="1"/>
            <a:r>
              <a:rPr lang="en-US" altLang="en-US">
                <a:latin typeface="Arial" panose="020B0604020202020204" pitchFamily="34" charset="0"/>
                <a:cs typeface="Arial" panose="020B0604020202020204" pitchFamily="34" charset="0"/>
              </a:rPr>
              <a:t>Un </a:t>
            </a:r>
            <a:r>
              <a:rPr lang="en-US" altLang="en-US" b="1">
                <a:latin typeface="Arial" panose="020B0604020202020204" pitchFamily="34" charset="0"/>
                <a:cs typeface="Arial" panose="020B0604020202020204" pitchFamily="34" charset="0"/>
              </a:rPr>
              <a:t>DataSet</a:t>
            </a:r>
            <a:r>
              <a:rPr lang="en-US" altLang="en-US">
                <a:latin typeface="Arial" panose="020B0604020202020204" pitchFamily="34" charset="0"/>
                <a:cs typeface="Arial" panose="020B0604020202020204" pitchFamily="34" charset="0"/>
              </a:rPr>
              <a:t> de ADO.NET contiene una colección de cero o más tablas representadas por objetos </a:t>
            </a:r>
            <a:r>
              <a:rPr lang="en-US" altLang="en-US" b="1">
                <a:latin typeface="Arial" panose="020B0604020202020204" pitchFamily="34" charset="0"/>
                <a:cs typeface="Arial" panose="020B0604020202020204" pitchFamily="34" charset="0"/>
              </a:rPr>
              <a:t>DataTable</a:t>
            </a:r>
            <a:r>
              <a:rPr lang="en-US" altLang="en-US">
                <a:latin typeface="Arial" panose="020B0604020202020204" pitchFamily="34" charset="0"/>
                <a:cs typeface="Arial" panose="020B0604020202020204" pitchFamily="34" charset="0"/>
              </a:rPr>
              <a:t>. La </a:t>
            </a:r>
            <a:r>
              <a:rPr lang="en-US" altLang="en-US" b="1">
                <a:latin typeface="Arial" panose="020B0604020202020204" pitchFamily="34" charset="0"/>
                <a:cs typeface="Arial" panose="020B0604020202020204" pitchFamily="34" charset="0"/>
              </a:rPr>
              <a:t>DataTableCollection</a:t>
            </a:r>
            <a:r>
              <a:rPr lang="en-US" altLang="en-US">
                <a:latin typeface="Arial" panose="020B0604020202020204" pitchFamily="34" charset="0"/>
                <a:cs typeface="Arial" panose="020B0604020202020204" pitchFamily="34" charset="0"/>
              </a:rPr>
              <a:t> contiene todos los objetos </a:t>
            </a:r>
            <a:r>
              <a:rPr lang="en-US" altLang="en-US" b="1">
                <a:latin typeface="Arial" panose="020B0604020202020204" pitchFamily="34" charset="0"/>
                <a:cs typeface="Arial" panose="020B0604020202020204" pitchFamily="34" charset="0"/>
              </a:rPr>
              <a:t>DataTable</a:t>
            </a:r>
            <a:r>
              <a:rPr lang="en-US" altLang="en-US">
                <a:latin typeface="Arial" panose="020B0604020202020204" pitchFamily="34" charset="0"/>
                <a:cs typeface="Arial" panose="020B0604020202020204" pitchFamily="34" charset="0"/>
              </a:rPr>
              <a:t> de un </a:t>
            </a:r>
            <a:r>
              <a:rPr lang="en-US" altLang="en-US" b="1">
                <a:latin typeface="Arial" panose="020B0604020202020204" pitchFamily="34" charset="0"/>
                <a:cs typeface="Arial" panose="020B0604020202020204" pitchFamily="34" charset="0"/>
              </a:rPr>
              <a:t>DataSet</a:t>
            </a:r>
            <a:r>
              <a:rPr lang="en-US" altLang="en-US">
                <a:latin typeface="Arial" panose="020B0604020202020204" pitchFamily="34" charset="0"/>
                <a:cs typeface="Arial" panose="020B0604020202020204" pitchFamily="34" charset="0"/>
              </a:rPr>
              <a:t>.</a:t>
            </a:r>
          </a:p>
          <a:p>
            <a:pPr eaLnBrk="1" hangingPunct="1"/>
            <a:r>
              <a:rPr lang="en-US" altLang="en-US">
                <a:latin typeface="Arial" panose="020B0604020202020204" pitchFamily="34" charset="0"/>
                <a:cs typeface="Arial" panose="020B0604020202020204" pitchFamily="34" charset="0"/>
              </a:rPr>
              <a:t>Un </a:t>
            </a:r>
            <a:r>
              <a:rPr lang="en-US" altLang="en-US" b="1">
                <a:latin typeface="Arial" panose="020B0604020202020204" pitchFamily="34" charset="0"/>
                <a:cs typeface="Arial" panose="020B0604020202020204" pitchFamily="34" charset="0"/>
              </a:rPr>
              <a:t>DataTable</a:t>
            </a:r>
            <a:r>
              <a:rPr lang="en-US" altLang="en-US">
                <a:latin typeface="Arial" panose="020B0604020202020204" pitchFamily="34" charset="0"/>
                <a:cs typeface="Arial" panose="020B0604020202020204" pitchFamily="34" charset="0"/>
              </a:rPr>
              <a:t> se define en el espacio de nombres </a:t>
            </a:r>
            <a:r>
              <a:rPr lang="en-US" altLang="en-US" b="1">
                <a:latin typeface="Arial" panose="020B0604020202020204" pitchFamily="34" charset="0"/>
                <a:cs typeface="Arial" panose="020B0604020202020204" pitchFamily="34" charset="0"/>
              </a:rPr>
              <a:t>System.Data</a:t>
            </a:r>
            <a:r>
              <a:rPr lang="en-US" altLang="en-US">
                <a:latin typeface="Arial" panose="020B0604020202020204" pitchFamily="34" charset="0"/>
                <a:cs typeface="Arial" panose="020B0604020202020204" pitchFamily="34" charset="0"/>
              </a:rPr>
              <a:t> y representa una única tabla de datos residentes en memoria. Contiene una colección de columnas representadas por una </a:t>
            </a:r>
            <a:r>
              <a:rPr lang="en-US" altLang="en-US" b="1">
                <a:latin typeface="Arial" panose="020B0604020202020204" pitchFamily="34" charset="0"/>
                <a:cs typeface="Arial" panose="020B0604020202020204" pitchFamily="34" charset="0"/>
              </a:rPr>
              <a:t>DataColumnCollection</a:t>
            </a:r>
            <a:r>
              <a:rPr lang="en-US" altLang="en-US">
                <a:latin typeface="Arial" panose="020B0604020202020204" pitchFamily="34" charset="0"/>
                <a:cs typeface="Arial" panose="020B0604020202020204" pitchFamily="34" charset="0"/>
              </a:rPr>
              <a:t> y restricciones representadas por una </a:t>
            </a:r>
            <a:r>
              <a:rPr lang="en-US" altLang="en-US" b="1">
                <a:latin typeface="Arial" panose="020B0604020202020204" pitchFamily="34" charset="0"/>
                <a:cs typeface="Arial" panose="020B0604020202020204" pitchFamily="34" charset="0"/>
              </a:rPr>
              <a:t>ConstraintCollection</a:t>
            </a:r>
            <a:r>
              <a:rPr lang="en-US" altLang="en-US">
                <a:latin typeface="Arial" panose="020B0604020202020204" pitchFamily="34" charset="0"/>
                <a:cs typeface="Arial" panose="020B0604020202020204" pitchFamily="34" charset="0"/>
              </a:rPr>
              <a:t> que, juntas, definen el esquema de la tabla. Un </a:t>
            </a:r>
            <a:r>
              <a:rPr lang="en-US" altLang="en-US" b="1">
                <a:latin typeface="Arial" panose="020B0604020202020204" pitchFamily="34" charset="0"/>
                <a:cs typeface="Arial" panose="020B0604020202020204" pitchFamily="34" charset="0"/>
              </a:rPr>
              <a:t>DataTable</a:t>
            </a:r>
            <a:r>
              <a:rPr lang="en-US" altLang="en-US">
                <a:latin typeface="Arial" panose="020B0604020202020204" pitchFamily="34" charset="0"/>
                <a:cs typeface="Arial" panose="020B0604020202020204" pitchFamily="34" charset="0"/>
              </a:rPr>
              <a:t> también contiene una colección de filas representadas por la </a:t>
            </a:r>
            <a:r>
              <a:rPr lang="en-US" altLang="en-US" b="1">
                <a:latin typeface="Arial" panose="020B0604020202020204" pitchFamily="34" charset="0"/>
                <a:cs typeface="Arial" panose="020B0604020202020204" pitchFamily="34" charset="0"/>
              </a:rPr>
              <a:t>DataRowCollection</a:t>
            </a:r>
            <a:r>
              <a:rPr lang="en-US" altLang="en-US">
                <a:latin typeface="Arial" panose="020B0604020202020204" pitchFamily="34" charset="0"/>
                <a:cs typeface="Arial" panose="020B0604020202020204" pitchFamily="34" charset="0"/>
              </a:rPr>
              <a:t>, que contiene los datos de la tabla. Junto con su estado actual, un </a:t>
            </a:r>
            <a:r>
              <a:rPr lang="en-US" altLang="en-US" b="1">
                <a:latin typeface="Arial" panose="020B0604020202020204" pitchFamily="34" charset="0"/>
                <a:cs typeface="Arial" panose="020B0604020202020204" pitchFamily="34" charset="0"/>
              </a:rPr>
              <a:t>DataRow</a:t>
            </a:r>
            <a:r>
              <a:rPr lang="en-US" altLang="en-US">
                <a:latin typeface="Arial" panose="020B0604020202020204" pitchFamily="34" charset="0"/>
                <a:cs typeface="Arial" panose="020B0604020202020204" pitchFamily="34" charset="0"/>
              </a:rPr>
              <a:t> conserva tanto la versión original como la actual para identificar los cambios realizados en los valores almacenados en la fila.</a:t>
            </a:r>
            <a:endParaRPr lang="es-AR" altLang="en-US">
              <a:latin typeface="Arial" panose="020B0604020202020204" pitchFamily="34"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723EAD64-F29E-4161-82EB-B282D525E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FD6B6632-3A16-4E8A-B01D-5F8C5D197AA4}" type="slidenum">
              <a:rPr lang="es-AR" altLang="en-US" b="0">
                <a:solidFill>
                  <a:schemeClr val="tx1"/>
                </a:solidFill>
              </a:rPr>
              <a:pPr eaLnBrk="1" hangingPunct="1"/>
              <a:t>14</a:t>
            </a:fld>
            <a:endParaRPr lang="es-AR" altLang="en-US" b="0">
              <a:solidFill>
                <a:schemeClr val="tx1"/>
              </a:solidFill>
            </a:endParaRPr>
          </a:p>
        </p:txBody>
      </p:sp>
      <p:sp>
        <p:nvSpPr>
          <p:cNvPr id="67587" name="Rectangle 2">
            <a:extLst>
              <a:ext uri="{FF2B5EF4-FFF2-40B4-BE49-F238E27FC236}">
                <a16:creationId xmlns:a16="http://schemas.microsoft.com/office/drawing/2014/main" id="{A154F6B1-CAAD-4A44-A936-CC73FEF3D50B}"/>
              </a:ext>
            </a:extLst>
          </p:cNvPr>
          <p:cNvSpPr>
            <a:spLocks noRot="1" noChangeArrowheads="1" noTextEdit="1"/>
          </p:cNvSpPr>
          <p:nvPr>
            <p:ph type="sldImg"/>
          </p:nvPr>
        </p:nvSpPr>
        <p:spPr>
          <a:xfrm>
            <a:off x="4325938" y="73025"/>
            <a:ext cx="2466975" cy="1851025"/>
          </a:xfrm>
          <a:ln/>
        </p:spPr>
      </p:sp>
      <p:sp>
        <p:nvSpPr>
          <p:cNvPr id="67588" name="Rectangle 3">
            <a:extLst>
              <a:ext uri="{FF2B5EF4-FFF2-40B4-BE49-F238E27FC236}">
                <a16:creationId xmlns:a16="http://schemas.microsoft.com/office/drawing/2014/main" id="{5CF82683-9F0E-444D-B42D-D384E9DA77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9312F75C-7D06-4AFC-BEA8-B096926E901F}"/>
              </a:ext>
            </a:extLst>
          </p:cNvPr>
          <p:cNvSpPr>
            <a:spLocks noGrp="1" noRot="1" noChangeAspect="1" noTextEdit="1"/>
          </p:cNvSpPr>
          <p:nvPr>
            <p:ph type="sldImg"/>
          </p:nvPr>
        </p:nvSpPr>
        <p:spPr>
          <a:xfrm>
            <a:off x="4325938" y="73025"/>
            <a:ext cx="2466975" cy="1851025"/>
          </a:xfrm>
          <a:ln/>
        </p:spPr>
      </p:sp>
      <p:sp>
        <p:nvSpPr>
          <p:cNvPr id="71683" name="Notes Placeholder 2">
            <a:extLst>
              <a:ext uri="{FF2B5EF4-FFF2-40B4-BE49-F238E27FC236}">
                <a16:creationId xmlns:a16="http://schemas.microsoft.com/office/drawing/2014/main" id="{49F69AFE-42DD-49F1-BD6B-3428B4386F5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71684" name="Slide Number Placeholder 3">
            <a:extLst>
              <a:ext uri="{FF2B5EF4-FFF2-40B4-BE49-F238E27FC236}">
                <a16:creationId xmlns:a16="http://schemas.microsoft.com/office/drawing/2014/main" id="{98413CAB-92DD-4C8D-94F4-16DD75E9F39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7A988463-B92C-4F19-A319-F6A84DD40FB5}" type="slidenum">
              <a:rPr lang="es-AR" altLang="en-US" b="0">
                <a:solidFill>
                  <a:schemeClr val="tx1"/>
                </a:solidFill>
              </a:rPr>
              <a:pPr eaLnBrk="1" hangingPunct="1"/>
              <a:t>15</a:t>
            </a:fld>
            <a:endParaRPr lang="es-AR" altLang="en-US" b="0">
              <a:solidFill>
                <a:schemeClr val="tx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B6B0027D-4CCA-409F-B184-E16FC31FF753}"/>
              </a:ext>
            </a:extLst>
          </p:cNvPr>
          <p:cNvSpPr>
            <a:spLocks noGrp="1" noRot="1" noChangeAspect="1" noTextEdit="1"/>
          </p:cNvSpPr>
          <p:nvPr>
            <p:ph type="sldImg"/>
          </p:nvPr>
        </p:nvSpPr>
        <p:spPr>
          <a:xfrm>
            <a:off x="4325938" y="73025"/>
            <a:ext cx="2466975" cy="1851025"/>
          </a:xfrm>
          <a:ln/>
        </p:spPr>
      </p:sp>
      <p:sp>
        <p:nvSpPr>
          <p:cNvPr id="73731" name="Notes Placeholder 2">
            <a:extLst>
              <a:ext uri="{FF2B5EF4-FFF2-40B4-BE49-F238E27FC236}">
                <a16:creationId xmlns:a16="http://schemas.microsoft.com/office/drawing/2014/main" id="{4CC04C3E-0BA7-4024-9150-52DDF3868B7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73732" name="Slide Number Placeholder 3">
            <a:extLst>
              <a:ext uri="{FF2B5EF4-FFF2-40B4-BE49-F238E27FC236}">
                <a16:creationId xmlns:a16="http://schemas.microsoft.com/office/drawing/2014/main" id="{82CECECE-39A1-4B85-922D-0732948D296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B802737A-89F7-4CCC-BC24-443EF1917425}" type="slidenum">
              <a:rPr lang="es-AR" altLang="en-US" b="0">
                <a:solidFill>
                  <a:schemeClr val="tx1"/>
                </a:solidFill>
              </a:rPr>
              <a:pPr eaLnBrk="1" hangingPunct="1"/>
              <a:t>16</a:t>
            </a:fld>
            <a:endParaRPr lang="es-AR" altLang="en-US" b="0">
              <a:solidFill>
                <a:schemeClr val="tx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17BDDE52-FF6D-4930-B5F6-B46ECA3FDE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C12CF077-D542-45B1-B3F3-111E3B9FA981}" type="slidenum">
              <a:rPr lang="es-AR" altLang="en-US" b="0">
                <a:solidFill>
                  <a:schemeClr val="tx1"/>
                </a:solidFill>
              </a:rPr>
              <a:pPr eaLnBrk="1" hangingPunct="1"/>
              <a:t>17</a:t>
            </a:fld>
            <a:endParaRPr lang="es-AR" altLang="en-US" b="0">
              <a:solidFill>
                <a:schemeClr val="tx1"/>
              </a:solidFill>
            </a:endParaRPr>
          </a:p>
        </p:txBody>
      </p:sp>
      <p:sp>
        <p:nvSpPr>
          <p:cNvPr id="74755" name="Rectangle 2">
            <a:extLst>
              <a:ext uri="{FF2B5EF4-FFF2-40B4-BE49-F238E27FC236}">
                <a16:creationId xmlns:a16="http://schemas.microsoft.com/office/drawing/2014/main" id="{3D3C863B-3261-44F3-BFFA-AAB60E2CCBFF}"/>
              </a:ext>
            </a:extLst>
          </p:cNvPr>
          <p:cNvSpPr>
            <a:spLocks noRot="1" noChangeArrowheads="1" noTextEdit="1"/>
          </p:cNvSpPr>
          <p:nvPr>
            <p:ph type="sldImg"/>
          </p:nvPr>
        </p:nvSpPr>
        <p:spPr>
          <a:xfrm>
            <a:off x="4325938" y="73025"/>
            <a:ext cx="2466975" cy="1851025"/>
          </a:xfrm>
          <a:ln/>
        </p:spPr>
      </p:sp>
      <p:sp>
        <p:nvSpPr>
          <p:cNvPr id="74756" name="Rectangle 3">
            <a:extLst>
              <a:ext uri="{FF2B5EF4-FFF2-40B4-BE49-F238E27FC236}">
                <a16:creationId xmlns:a16="http://schemas.microsoft.com/office/drawing/2014/main" id="{8C2302DB-C8C7-40EC-AE2F-7AF57B76A3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s-ES" altLang="en-US" sz="900">
                <a:latin typeface="Arial" panose="020B0604020202020204" pitchFamily="34" charset="0"/>
                <a:cs typeface="Arial" panose="020B0604020202020204" pitchFamily="34" charset="0"/>
              </a:rPr>
              <a:t>Junto con el acceso a los valores a través de variables débilmente ligadas, el DataSet provee acceso a los datos a través de formas fuertemente tipadas. Tablas y columnas que son parte del DataSet pueden ser accedidas a través nombres familiares y variables fuertemente tipadas.</a:t>
            </a:r>
          </a:p>
          <a:p>
            <a:pPr eaLnBrk="1" hangingPunct="1">
              <a:lnSpc>
                <a:spcPct val="90000"/>
              </a:lnSpc>
            </a:pPr>
            <a:endParaRPr lang="es-ES" altLang="en-US" sz="900">
              <a:latin typeface="Arial" panose="020B0604020202020204" pitchFamily="34" charset="0"/>
              <a:cs typeface="Arial" panose="020B0604020202020204" pitchFamily="34" charset="0"/>
            </a:endParaRPr>
          </a:p>
          <a:p>
            <a:pPr eaLnBrk="1" hangingPunct="1">
              <a:lnSpc>
                <a:spcPct val="90000"/>
              </a:lnSpc>
            </a:pPr>
            <a:r>
              <a:rPr lang="es-ES" altLang="en-US" sz="900">
                <a:latin typeface="Arial" panose="020B0604020202020204" pitchFamily="34" charset="0"/>
                <a:cs typeface="Arial" panose="020B0604020202020204" pitchFamily="34" charset="0"/>
              </a:rPr>
              <a:t>Un DataSet tipado es una clase que se deriva de un DataSet. De ese modo, hereda todos los métodos, eventos y propiedades de un DataSet. Además, un DataSet tipado provee métodos fuertemente tipados, eventos y propiedades. En la práctica esto significa que puedes acceder a tablas y columnas por su nombre, en lo gar de usar métodos basados en la colección. Aparte de la mejora en la lectura del código, un DataSet tipado tambien permite al compilador completar las líneas automáticamente al teclear.</a:t>
            </a:r>
          </a:p>
          <a:p>
            <a:pPr eaLnBrk="1" hangingPunct="1">
              <a:lnSpc>
                <a:spcPct val="90000"/>
              </a:lnSpc>
            </a:pPr>
            <a:endParaRPr lang="es-ES" altLang="en-US" sz="900">
              <a:latin typeface="Arial" panose="020B0604020202020204" pitchFamily="34" charset="0"/>
              <a:cs typeface="Arial" panose="020B0604020202020204" pitchFamily="34" charset="0"/>
            </a:endParaRPr>
          </a:p>
          <a:p>
            <a:pPr eaLnBrk="1" hangingPunct="1">
              <a:lnSpc>
                <a:spcPct val="90000"/>
              </a:lnSpc>
            </a:pPr>
            <a:r>
              <a:rPr lang="es-ES" altLang="en-US" sz="900">
                <a:latin typeface="Arial" panose="020B0604020202020204" pitchFamily="34" charset="0"/>
                <a:cs typeface="Arial" panose="020B0604020202020204" pitchFamily="34" charset="0"/>
              </a:rPr>
              <a:t>Adicionalmente, el DataSet fuertemente tipado provee acceso a los valores como valores fuertemente tipados en tiempo de compilación. Con un DataSet fuertemente tipado, los errores de tipos se tratan cuando el código está siendo compilado en lugar de en ejecución.</a:t>
            </a:r>
          </a:p>
          <a:p>
            <a:pPr eaLnBrk="1" hangingPunct="1">
              <a:lnSpc>
                <a:spcPct val="90000"/>
              </a:lnSpc>
            </a:pPr>
            <a:endParaRPr lang="es-ES" altLang="en-US" sz="900">
              <a:latin typeface="Arial" panose="020B0604020202020204" pitchFamily="34" charset="0"/>
              <a:cs typeface="Arial" panose="020B0604020202020204" pitchFamily="34" charset="0"/>
            </a:endParaRPr>
          </a:p>
          <a:p>
            <a:pPr eaLnBrk="1" hangingPunct="1">
              <a:lnSpc>
                <a:spcPct val="90000"/>
              </a:lnSpc>
            </a:pPr>
            <a:r>
              <a:rPr lang="es-ES" altLang="en-US" sz="900">
                <a:latin typeface="Arial" panose="020B0604020202020204" pitchFamily="34" charset="0"/>
                <a:cs typeface="Arial" panose="020B0604020202020204" pitchFamily="34" charset="0"/>
              </a:rPr>
              <a:t>Usando las herramientas de diseño de datos de Visual Studio .NET, los desarrolladores pueden producir Datasets tipados a partir de una base de datos o de un esquema XSD (XSD Schema). Esto permite a los progrmadores de ADO.NET referirse a las filas dentro del DataSet como si fuesen objetos fuertemente tipados, una capacidad que los programadores ADO han pedido diferentemente para el recordset. Los DataSets tipados son subclases de los DataSets que son generados automáticamente por la herramienta de diseño de datos a partir de algunos esquemas, y que tienen propiedades fuertemente tipadas que reflejan el modelo de datos del esquema.</a:t>
            </a:r>
          </a:p>
          <a:p>
            <a:pPr eaLnBrk="1" hangingPunct="1">
              <a:lnSpc>
                <a:spcPct val="90000"/>
              </a:lnSpc>
            </a:pPr>
            <a:endParaRPr lang="es-ES" altLang="en-US" sz="900">
              <a:latin typeface="Arial" panose="020B0604020202020204" pitchFamily="34" charset="0"/>
              <a:cs typeface="Arial" panose="020B0604020202020204" pitchFamily="34" charset="0"/>
            </a:endParaRPr>
          </a:p>
          <a:p>
            <a:pPr eaLnBrk="1" hangingPunct="1">
              <a:lnSpc>
                <a:spcPct val="90000"/>
              </a:lnSpc>
            </a:pPr>
            <a:r>
              <a:rPr lang="es-ES" altLang="en-US" sz="900">
                <a:latin typeface="Arial" panose="020B0604020202020204" pitchFamily="34" charset="0"/>
                <a:cs typeface="Arial" panose="020B0604020202020204" pitchFamily="34" charset="0"/>
              </a:rPr>
              <a:t>La ventaja que los DataSets tipados proveen es la capacidad de acceder a datos usando una metáfora de clase tipada, mientras es todavía capaz de utilizar todos los servicios de ADO.NET. Solo existe una copia de los datos – los datos almacenados dentro del DataSet. De este modo, puedes ver DataSets tipados como un mecanismo de visión de objetos desde “lo alto” del DataSet.</a:t>
            </a:r>
            <a:endParaRPr lang="es-AR" altLang="en-US" sz="900">
              <a:latin typeface="Arial" panose="020B0604020202020204" pitchFamily="34" charset="0"/>
              <a:cs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B428A55F-7B84-43FF-B7D8-CD97415CF1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E069D880-A913-484F-96FB-A40F120B59F9}" type="slidenum">
              <a:rPr lang="es-AR" altLang="en-US" b="0">
                <a:solidFill>
                  <a:schemeClr val="tx1"/>
                </a:solidFill>
              </a:rPr>
              <a:pPr eaLnBrk="1" hangingPunct="1"/>
              <a:t>18</a:t>
            </a:fld>
            <a:endParaRPr lang="es-AR" altLang="en-US" b="0">
              <a:solidFill>
                <a:schemeClr val="tx1"/>
              </a:solidFill>
            </a:endParaRPr>
          </a:p>
        </p:txBody>
      </p:sp>
      <p:sp>
        <p:nvSpPr>
          <p:cNvPr id="75779" name="Rectangle 2">
            <a:extLst>
              <a:ext uri="{FF2B5EF4-FFF2-40B4-BE49-F238E27FC236}">
                <a16:creationId xmlns:a16="http://schemas.microsoft.com/office/drawing/2014/main" id="{A4499936-F1F0-4354-BFCD-288A088ECAD2}"/>
              </a:ext>
            </a:extLst>
          </p:cNvPr>
          <p:cNvSpPr>
            <a:spLocks noRot="1" noChangeArrowheads="1" noTextEdit="1"/>
          </p:cNvSpPr>
          <p:nvPr>
            <p:ph type="sldImg"/>
          </p:nvPr>
        </p:nvSpPr>
        <p:spPr>
          <a:xfrm>
            <a:off x="4325938" y="73025"/>
            <a:ext cx="2466975" cy="1851025"/>
          </a:xfrm>
          <a:ln/>
        </p:spPr>
      </p:sp>
      <p:sp>
        <p:nvSpPr>
          <p:cNvPr id="75780" name="Rectangle 3">
            <a:extLst>
              <a:ext uri="{FF2B5EF4-FFF2-40B4-BE49-F238E27FC236}">
                <a16:creationId xmlns:a16="http://schemas.microsoft.com/office/drawing/2014/main" id="{ADA52E17-0266-4194-8DB3-1791E28E39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altLang="en-US" sz="1000" b="1">
                <a:latin typeface="Arial" panose="020B0604020202020204" pitchFamily="34" charset="0"/>
                <a:cs typeface="Arial" panose="020B0604020202020204" pitchFamily="34" charset="0"/>
              </a:rPr>
              <a:t>DataSet Designer</a:t>
            </a:r>
          </a:p>
          <a:p>
            <a:pPr eaLnBrk="1" hangingPunct="1">
              <a:lnSpc>
                <a:spcPct val="90000"/>
              </a:lnSpc>
            </a:pPr>
            <a:r>
              <a:rPr lang="en-US" altLang="en-US" sz="1000">
                <a:latin typeface="Arial" panose="020B0604020202020204" pitchFamily="34" charset="0"/>
                <a:cs typeface="Arial" panose="020B0604020202020204" pitchFamily="34" charset="0"/>
              </a:rPr>
              <a:t>Visual Studio 2005 incluye </a:t>
            </a:r>
            <a:r>
              <a:rPr lang="en-US" altLang="en-US" sz="1000" b="1">
                <a:latin typeface="Arial" panose="020B0604020202020204" pitchFamily="34" charset="0"/>
                <a:cs typeface="Arial" panose="020B0604020202020204" pitchFamily="34" charset="0"/>
              </a:rPr>
              <a:t>DataSet</a:t>
            </a:r>
            <a:r>
              <a:rPr lang="en-US" altLang="en-US" sz="1000">
                <a:latin typeface="Arial" panose="020B0604020202020204" pitchFamily="34" charset="0"/>
                <a:cs typeface="Arial" panose="020B0604020202020204" pitchFamily="34" charset="0"/>
              </a:rPr>
              <a:t> </a:t>
            </a:r>
            <a:r>
              <a:rPr lang="en-US" altLang="en-US" sz="1000" b="1">
                <a:latin typeface="Arial" panose="020B0604020202020204" pitchFamily="34" charset="0"/>
                <a:cs typeface="Arial" panose="020B0604020202020204" pitchFamily="34" charset="0"/>
              </a:rPr>
              <a:t>Designer</a:t>
            </a:r>
            <a:r>
              <a:rPr lang="en-US" altLang="en-US" sz="1000">
                <a:latin typeface="Arial" panose="020B0604020202020204" pitchFamily="34" charset="0"/>
                <a:cs typeface="Arial" panose="020B0604020202020204" pitchFamily="34" charset="0"/>
              </a:rPr>
              <a:t>: una herramienta diseñada para especificar y editar clases </a:t>
            </a:r>
            <a:r>
              <a:rPr lang="en-US" altLang="en-US" sz="1000" b="1">
                <a:latin typeface="Arial" panose="020B0604020202020204" pitchFamily="34" charset="0"/>
                <a:cs typeface="Arial" panose="020B0604020202020204" pitchFamily="34" charset="0"/>
              </a:rPr>
              <a:t>DataSet</a:t>
            </a:r>
            <a:r>
              <a:rPr lang="en-US" altLang="en-US" sz="1000">
                <a:latin typeface="Arial" panose="020B0604020202020204" pitchFamily="34" charset="0"/>
                <a:cs typeface="Arial" panose="020B0604020202020204" pitchFamily="34" charset="0"/>
              </a:rPr>
              <a:t> y las clases </a:t>
            </a:r>
            <a:r>
              <a:rPr lang="en-US" altLang="en-US" sz="1000" b="1">
                <a:latin typeface="Arial" panose="020B0604020202020204" pitchFamily="34" charset="0"/>
                <a:cs typeface="Arial" panose="020B0604020202020204" pitchFamily="34" charset="0"/>
              </a:rPr>
              <a:t>TableAdapter</a:t>
            </a:r>
            <a:r>
              <a:rPr lang="en-US" altLang="en-US" sz="1000">
                <a:latin typeface="Arial" panose="020B0604020202020204" pitchFamily="34" charset="0"/>
                <a:cs typeface="Arial" panose="020B0604020202020204" pitchFamily="34" charset="0"/>
              </a:rPr>
              <a:t> asociadas. Se trata de una mejora importante con respecto a Visual Studio 2002/2003, donde era preciso utilizar un editor de esquemas XML para definir las clases </a:t>
            </a:r>
            <a:r>
              <a:rPr lang="en-US" altLang="en-US" sz="1000" b="1">
                <a:latin typeface="Arial" panose="020B0604020202020204" pitchFamily="34" charset="0"/>
                <a:cs typeface="Arial" panose="020B0604020202020204" pitchFamily="34" charset="0"/>
              </a:rPr>
              <a:t>DataSet</a:t>
            </a:r>
            <a:r>
              <a:rPr lang="en-US" altLang="en-US" sz="1000">
                <a:latin typeface="Arial" panose="020B0604020202020204" pitchFamily="34" charset="0"/>
                <a:cs typeface="Arial" panose="020B0604020202020204" pitchFamily="34" charset="0"/>
              </a:rPr>
              <a:t> de tipos inflexibles. Las definiciones </a:t>
            </a:r>
            <a:r>
              <a:rPr lang="en-US" altLang="en-US" sz="1000" b="1">
                <a:latin typeface="Arial" panose="020B0604020202020204" pitchFamily="34" charset="0"/>
                <a:cs typeface="Arial" panose="020B0604020202020204" pitchFamily="34" charset="0"/>
              </a:rPr>
              <a:t>DataSet</a:t>
            </a:r>
            <a:r>
              <a:rPr lang="en-US" altLang="en-US" sz="1000">
                <a:latin typeface="Arial" panose="020B0604020202020204" pitchFamily="34" charset="0"/>
                <a:cs typeface="Arial" panose="020B0604020202020204" pitchFamily="34" charset="0"/>
              </a:rPr>
              <a:t> y </a:t>
            </a:r>
            <a:r>
              <a:rPr lang="en-US" altLang="en-US" sz="1000" b="1">
                <a:latin typeface="Arial" panose="020B0604020202020204" pitchFamily="34" charset="0"/>
                <a:cs typeface="Arial" panose="020B0604020202020204" pitchFamily="34" charset="0"/>
              </a:rPr>
              <a:t>TableAdapter</a:t>
            </a:r>
            <a:r>
              <a:rPr lang="en-US" altLang="en-US" sz="1000">
                <a:latin typeface="Arial" panose="020B0604020202020204" pitchFamily="34" charset="0"/>
                <a:cs typeface="Arial" panose="020B0604020202020204" pitchFamily="34" charset="0"/>
              </a:rPr>
              <a:t> se siguen guardando en un archivo .XSD, y se sigue disponiendo de un editor de XML para cuando se deban editar esquemas XML. No obstante, estas son las únicas similitudes. El objetivo de </a:t>
            </a:r>
            <a:r>
              <a:rPr lang="en-US" altLang="en-US" sz="1000" b="1">
                <a:latin typeface="Arial" panose="020B0604020202020204" pitchFamily="34" charset="0"/>
                <a:cs typeface="Arial" panose="020B0604020202020204" pitchFamily="34" charset="0"/>
              </a:rPr>
              <a:t>DataSet</a:t>
            </a:r>
            <a:r>
              <a:rPr lang="en-US" altLang="en-US" sz="1000">
                <a:latin typeface="Arial" panose="020B0604020202020204" pitchFamily="34" charset="0"/>
                <a:cs typeface="Arial" panose="020B0604020202020204" pitchFamily="34" charset="0"/>
              </a:rPr>
              <a:t> </a:t>
            </a:r>
            <a:r>
              <a:rPr lang="en-US" altLang="en-US" sz="1000" b="1">
                <a:latin typeface="Arial" panose="020B0604020202020204" pitchFamily="34" charset="0"/>
                <a:cs typeface="Arial" panose="020B0604020202020204" pitchFamily="34" charset="0"/>
              </a:rPr>
              <a:t>Designer</a:t>
            </a:r>
            <a:r>
              <a:rPr lang="en-US" altLang="en-US" sz="1000">
                <a:latin typeface="Arial" panose="020B0604020202020204" pitchFamily="34" charset="0"/>
                <a:cs typeface="Arial" panose="020B0604020202020204" pitchFamily="34" charset="0"/>
              </a:rPr>
              <a:t> no es ser compatible con archivos XSD arbitrarios, sino que se trata simplemente de un formato de archivo adecuado.</a:t>
            </a:r>
          </a:p>
          <a:p>
            <a:pPr eaLnBrk="1" hangingPunct="1">
              <a:lnSpc>
                <a:spcPct val="90000"/>
              </a:lnSpc>
            </a:pPr>
            <a:endParaRPr lang="es-AR" altLang="en-US" sz="1000">
              <a:latin typeface="Arial" panose="020B0604020202020204" pitchFamily="34" charset="0"/>
              <a:cs typeface="Arial" panose="020B0604020202020204" pitchFamily="34" charset="0"/>
            </a:endParaRPr>
          </a:p>
          <a:p>
            <a:pPr eaLnBrk="1" hangingPunct="1">
              <a:lnSpc>
                <a:spcPct val="90000"/>
              </a:lnSpc>
            </a:pPr>
            <a:r>
              <a:rPr lang="en-US" altLang="en-US" sz="1000">
                <a:latin typeface="Arial" panose="020B0604020202020204" pitchFamily="34" charset="0"/>
                <a:cs typeface="Arial" panose="020B0604020202020204" pitchFamily="34" charset="0"/>
              </a:rPr>
              <a:t>Para obtener acceso a </a:t>
            </a:r>
            <a:r>
              <a:rPr lang="en-US" altLang="en-US" sz="1000" b="1">
                <a:latin typeface="Arial" panose="020B0604020202020204" pitchFamily="34" charset="0"/>
                <a:cs typeface="Arial" panose="020B0604020202020204" pitchFamily="34" charset="0"/>
              </a:rPr>
              <a:t>DataSet Designer</a:t>
            </a:r>
            <a:r>
              <a:rPr lang="en-US" altLang="en-US" sz="1000">
                <a:latin typeface="Arial" panose="020B0604020202020204" pitchFamily="34" charset="0"/>
                <a:cs typeface="Arial" panose="020B0604020202020204" pitchFamily="34" charset="0"/>
              </a:rPr>
              <a:t>, se debe seleccionar </a:t>
            </a:r>
            <a:r>
              <a:rPr lang="en-US" altLang="en-US" sz="1000" b="1">
                <a:latin typeface="Arial" panose="020B0604020202020204" pitchFamily="34" charset="0"/>
                <a:cs typeface="Arial" panose="020B0604020202020204" pitchFamily="34" charset="0"/>
              </a:rPr>
              <a:t>Edit DataSet with Designer</a:t>
            </a:r>
            <a:r>
              <a:rPr lang="en-US" altLang="en-US" sz="1000">
                <a:latin typeface="Arial" panose="020B0604020202020204" pitchFamily="34" charset="0"/>
                <a:cs typeface="Arial" panose="020B0604020202020204" pitchFamily="34" charset="0"/>
              </a:rPr>
              <a:t> en la barra de herramientas de la ventana Data Sources o en el menú contextual que aparece al hacer clic con el botón secundario del </a:t>
            </a:r>
            <a:r>
              <a:rPr lang="en-US" altLang="en-US" sz="1000" i="1">
                <a:latin typeface="Arial" panose="020B0604020202020204" pitchFamily="34" charset="0"/>
                <a:cs typeface="Arial" panose="020B0604020202020204" pitchFamily="34" charset="0"/>
              </a:rPr>
              <a:t>mouse</a:t>
            </a:r>
            <a:r>
              <a:rPr lang="en-US" altLang="en-US" sz="1000">
                <a:latin typeface="Arial" panose="020B0604020202020204" pitchFamily="34" charset="0"/>
                <a:cs typeface="Arial" panose="020B0604020202020204" pitchFamily="34" charset="0"/>
              </a:rPr>
              <a:t> en cualquier elemento de la ventana. Al diseñar las clases </a:t>
            </a:r>
            <a:r>
              <a:rPr lang="en-US" altLang="en-US" sz="1000" b="1">
                <a:latin typeface="Arial" panose="020B0604020202020204" pitchFamily="34" charset="0"/>
                <a:cs typeface="Arial" panose="020B0604020202020204" pitchFamily="34" charset="0"/>
              </a:rPr>
              <a:t>DataSet</a:t>
            </a:r>
            <a:r>
              <a:rPr lang="en-US" altLang="en-US" sz="1000">
                <a:latin typeface="Arial" panose="020B0604020202020204" pitchFamily="34" charset="0"/>
                <a:cs typeface="Arial" panose="020B0604020202020204" pitchFamily="34" charset="0"/>
              </a:rPr>
              <a:t> y sus elementos </a:t>
            </a:r>
            <a:r>
              <a:rPr lang="en-US" altLang="en-US" sz="1000" b="1">
                <a:latin typeface="Arial" panose="020B0604020202020204" pitchFamily="34" charset="0"/>
                <a:cs typeface="Arial" panose="020B0604020202020204" pitchFamily="34" charset="0"/>
              </a:rPr>
              <a:t>DataTable</a:t>
            </a:r>
            <a:r>
              <a:rPr lang="en-US" altLang="en-US" sz="1000">
                <a:latin typeface="Arial" panose="020B0604020202020204" pitchFamily="34" charset="0"/>
                <a:cs typeface="Arial" panose="020B0604020202020204" pitchFamily="34" charset="0"/>
              </a:rPr>
              <a:t> correspondientes, el diseñador probablemente esté familiarizado con otras herramientas de diseño de bases de datos. Se puede agregar una tabla de la base de datos a la que conectarse, bien arrastrando un objeto de la base de datos (por ejemplo, una tabla, una vista o un procedimiento almacenado) desde el </a:t>
            </a:r>
            <a:r>
              <a:rPr lang="en-US" altLang="en-US" sz="1000" b="1">
                <a:latin typeface="Arial" panose="020B0604020202020204" pitchFamily="34" charset="0"/>
                <a:cs typeface="Arial" panose="020B0604020202020204" pitchFamily="34" charset="0"/>
              </a:rPr>
              <a:t>Server Explorer</a:t>
            </a:r>
            <a:r>
              <a:rPr lang="en-US" altLang="en-US" sz="1000">
                <a:latin typeface="Arial" panose="020B0604020202020204" pitchFamily="34" charset="0"/>
                <a:cs typeface="Arial" panose="020B0604020202020204" pitchFamily="34" charset="0"/>
              </a:rPr>
              <a:t> hasta la superficie del diseñador, o bien, iniciando el asistente para la configuración del adaptador de datos seleccionando </a:t>
            </a:r>
            <a:r>
              <a:rPr lang="en-US" altLang="en-US" sz="1000" b="1">
                <a:latin typeface="Arial" panose="020B0604020202020204" pitchFamily="34" charset="0"/>
                <a:cs typeface="Arial" panose="020B0604020202020204" pitchFamily="34" charset="0"/>
              </a:rPr>
              <a:t>Add TableAdapter</a:t>
            </a:r>
            <a:r>
              <a:rPr lang="en-US" altLang="en-US" sz="1000">
                <a:latin typeface="Arial" panose="020B0604020202020204" pitchFamily="34" charset="0"/>
                <a:cs typeface="Arial" panose="020B0604020202020204" pitchFamily="34" charset="0"/>
              </a:rPr>
              <a:t> en el elemento de menú principal </a:t>
            </a:r>
            <a:r>
              <a:rPr lang="en-US" altLang="en-US" sz="1000" b="1">
                <a:latin typeface="Arial" panose="020B0604020202020204" pitchFamily="34" charset="0"/>
                <a:cs typeface="Arial" panose="020B0604020202020204" pitchFamily="34" charset="0"/>
              </a:rPr>
              <a:t>Data</a:t>
            </a:r>
            <a:r>
              <a:rPr lang="en-US" altLang="en-US" sz="1000">
                <a:latin typeface="Arial" panose="020B0604020202020204" pitchFamily="34" charset="0"/>
                <a:cs typeface="Arial" panose="020B0604020202020204" pitchFamily="34" charset="0"/>
              </a:rPr>
              <a:t> en el menú contextual del diseñador. Debido a que una clase </a:t>
            </a:r>
            <a:r>
              <a:rPr lang="en-US" altLang="en-US" sz="1000" b="1">
                <a:latin typeface="Arial" panose="020B0604020202020204" pitchFamily="34" charset="0"/>
                <a:cs typeface="Arial" panose="020B0604020202020204" pitchFamily="34" charset="0"/>
              </a:rPr>
              <a:t>DataSet</a:t>
            </a:r>
            <a:r>
              <a:rPr lang="en-US" altLang="en-US" sz="1000">
                <a:latin typeface="Arial" panose="020B0604020202020204" pitchFamily="34" charset="0"/>
                <a:cs typeface="Arial" panose="020B0604020202020204" pitchFamily="34" charset="0"/>
              </a:rPr>
              <a:t> también puede tener tablas cargadas directamente no conectadas a una base de datos, también se puede agregar una tabla independiente seleccionando </a:t>
            </a:r>
            <a:r>
              <a:rPr lang="en-US" altLang="en-US" sz="1000" b="1">
                <a:latin typeface="Arial" panose="020B0604020202020204" pitchFamily="34" charset="0"/>
                <a:cs typeface="Arial" panose="020B0604020202020204" pitchFamily="34" charset="0"/>
              </a:rPr>
              <a:t>Add DataTable</a:t>
            </a:r>
            <a:r>
              <a:rPr lang="en-US" altLang="en-US" sz="1000">
                <a:latin typeface="Arial" panose="020B0604020202020204" pitchFamily="34" charset="0"/>
                <a:cs typeface="Arial" panose="020B0604020202020204" pitchFamily="34" charset="0"/>
              </a:rPr>
              <a:t> en los menús. Por supuesto, también se pueden agregar o cambiar el nombre de las columnas en el editor. Otra elegante característica es que el editor reconoce automáticamente las relaciones entre las tablas de la base de datos y define las </a:t>
            </a:r>
            <a:r>
              <a:rPr lang="en-US" altLang="en-US" sz="1000" b="1">
                <a:latin typeface="Arial" panose="020B0604020202020204" pitchFamily="34" charset="0"/>
                <a:cs typeface="Arial" panose="020B0604020202020204" pitchFamily="34" charset="0"/>
              </a:rPr>
              <a:t>Relations</a:t>
            </a:r>
            <a:r>
              <a:rPr lang="en-US" altLang="en-US" sz="1000">
                <a:latin typeface="Arial" panose="020B0604020202020204" pitchFamily="34" charset="0"/>
                <a:cs typeface="Arial" panose="020B0604020202020204" pitchFamily="34" charset="0"/>
              </a:rPr>
              <a:t> correspondientes entre las tablas de la clase </a:t>
            </a:r>
            <a:r>
              <a:rPr lang="en-US" altLang="en-US" sz="1000" b="1">
                <a:latin typeface="Arial" panose="020B0604020202020204" pitchFamily="34" charset="0"/>
                <a:cs typeface="Arial" panose="020B0604020202020204" pitchFamily="34" charset="0"/>
              </a:rPr>
              <a:t>DataSet</a:t>
            </a:r>
            <a:r>
              <a:rPr lang="en-US" altLang="en-US" sz="1000">
                <a:latin typeface="Arial" panose="020B0604020202020204" pitchFamily="34" charset="0"/>
                <a:cs typeface="Arial" panose="020B0604020202020204" pitchFamily="34" charset="0"/>
              </a:rPr>
              <a:t>. </a:t>
            </a:r>
          </a:p>
          <a:p>
            <a:pPr eaLnBrk="1" hangingPunct="1">
              <a:lnSpc>
                <a:spcPct val="90000"/>
              </a:lnSpc>
            </a:pPr>
            <a:endParaRPr lang="es-AR" altLang="en-US" sz="1000">
              <a:latin typeface="Arial" panose="020B0604020202020204" pitchFamily="34" charset="0"/>
              <a:cs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B3B6E6FD-7342-4796-A22B-FB7BCAA893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7B9486E2-722E-4840-97F7-9C360E343F9E}" type="slidenum">
              <a:rPr lang="es-AR" altLang="en-US" b="0">
                <a:solidFill>
                  <a:schemeClr val="tx1"/>
                </a:solidFill>
              </a:rPr>
              <a:pPr eaLnBrk="1" hangingPunct="1"/>
              <a:t>19</a:t>
            </a:fld>
            <a:endParaRPr lang="es-AR" altLang="en-US" b="0">
              <a:solidFill>
                <a:schemeClr val="tx1"/>
              </a:solidFill>
            </a:endParaRPr>
          </a:p>
        </p:txBody>
      </p:sp>
      <p:sp>
        <p:nvSpPr>
          <p:cNvPr id="76803" name="Rectangle 2">
            <a:extLst>
              <a:ext uri="{FF2B5EF4-FFF2-40B4-BE49-F238E27FC236}">
                <a16:creationId xmlns:a16="http://schemas.microsoft.com/office/drawing/2014/main" id="{059D218C-1788-4309-B574-61D2AA620E75}"/>
              </a:ext>
            </a:extLst>
          </p:cNvPr>
          <p:cNvSpPr>
            <a:spLocks noRot="1" noChangeArrowheads="1" noTextEdit="1"/>
          </p:cNvSpPr>
          <p:nvPr>
            <p:ph type="sldImg"/>
          </p:nvPr>
        </p:nvSpPr>
        <p:spPr>
          <a:xfrm>
            <a:off x="4325938" y="73025"/>
            <a:ext cx="2466975" cy="1851025"/>
          </a:xfrm>
          <a:ln/>
        </p:spPr>
      </p:sp>
      <p:sp>
        <p:nvSpPr>
          <p:cNvPr id="76804" name="Rectangle 3">
            <a:extLst>
              <a:ext uri="{FF2B5EF4-FFF2-40B4-BE49-F238E27FC236}">
                <a16:creationId xmlns:a16="http://schemas.microsoft.com/office/drawing/2014/main" id="{C8BF0850-A229-471F-A069-578B17165F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50195F09-CC65-4630-B527-8C4109465C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9DB9A39B-F5F4-4643-B150-FC0BADC8C7E5}" type="slidenum">
              <a:rPr lang="es-AR" altLang="en-US" b="0">
                <a:solidFill>
                  <a:schemeClr val="tx1"/>
                </a:solidFill>
              </a:rPr>
              <a:pPr eaLnBrk="1" hangingPunct="1"/>
              <a:t>20</a:t>
            </a:fld>
            <a:endParaRPr lang="es-AR" altLang="en-US" b="0">
              <a:solidFill>
                <a:schemeClr val="tx1"/>
              </a:solidFill>
            </a:endParaRPr>
          </a:p>
        </p:txBody>
      </p:sp>
      <p:sp>
        <p:nvSpPr>
          <p:cNvPr id="77827" name="Rectangle 2">
            <a:extLst>
              <a:ext uri="{FF2B5EF4-FFF2-40B4-BE49-F238E27FC236}">
                <a16:creationId xmlns:a16="http://schemas.microsoft.com/office/drawing/2014/main" id="{595052D7-FD34-431A-B48A-D54D1E0A2F79}"/>
              </a:ext>
            </a:extLst>
          </p:cNvPr>
          <p:cNvSpPr>
            <a:spLocks noRot="1" noChangeArrowheads="1" noTextEdit="1"/>
          </p:cNvSpPr>
          <p:nvPr>
            <p:ph type="sldImg"/>
          </p:nvPr>
        </p:nvSpPr>
        <p:spPr>
          <a:xfrm>
            <a:off x="4325938" y="73025"/>
            <a:ext cx="2466975" cy="1851025"/>
          </a:xfrm>
          <a:ln/>
        </p:spPr>
      </p:sp>
      <p:sp>
        <p:nvSpPr>
          <p:cNvPr id="77828" name="Rectangle 3">
            <a:extLst>
              <a:ext uri="{FF2B5EF4-FFF2-40B4-BE49-F238E27FC236}">
                <a16:creationId xmlns:a16="http://schemas.microsoft.com/office/drawing/2014/main" id="{FEA99429-A48A-42DB-ADE6-13DF2F2073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en-US" sz="1000">
                <a:latin typeface="Arial" panose="020B0604020202020204" pitchFamily="34" charset="0"/>
                <a:cs typeface="Arial" panose="020B0604020202020204" pitchFamily="34" charset="0"/>
              </a:rPr>
              <a:t>Un proveedor de datos en .NET Framework sirve de puente entre una aplicación y un origen de datos. El proveedor de datos se usa para obtener datos de un origen de datos y reflejar en ese origen los cambios que se produzcan en los datos.</a:t>
            </a:r>
          </a:p>
          <a:p>
            <a:pPr eaLnBrk="1" hangingPunct="1">
              <a:lnSpc>
                <a:spcPct val="80000"/>
              </a:lnSpc>
            </a:pPr>
            <a:r>
              <a:rPr lang="en-US" altLang="en-US" sz="1000">
                <a:latin typeface="Arial" panose="020B0604020202020204" pitchFamily="34" charset="0"/>
                <a:cs typeface="Arial" panose="020B0604020202020204" pitchFamily="34" charset="0"/>
              </a:rPr>
              <a:t>En la tabla siguiente se muestran los proveedores de datos de .NET Framework que se incluyen en .NET Framework.Proveedor de datos de .NET </a:t>
            </a:r>
          </a:p>
          <a:p>
            <a:pPr eaLnBrk="1" hangingPunct="1">
              <a:lnSpc>
                <a:spcPct val="80000"/>
              </a:lnSpc>
            </a:pPr>
            <a:r>
              <a:rPr lang="en-US" altLang="en-US" sz="1000" b="1">
                <a:latin typeface="Arial" panose="020B0604020202020204" pitchFamily="34" charset="0"/>
                <a:cs typeface="Arial" panose="020B0604020202020204" pitchFamily="34" charset="0"/>
              </a:rPr>
              <a:t>Proveedor de datos de .NET Framework para SQL Server</a:t>
            </a:r>
          </a:p>
          <a:p>
            <a:pPr eaLnBrk="1" hangingPunct="1">
              <a:lnSpc>
                <a:spcPct val="80000"/>
              </a:lnSpc>
            </a:pPr>
            <a:r>
              <a:rPr lang="en-US" altLang="en-US" sz="1000">
                <a:latin typeface="Arial" panose="020B0604020202020204" pitchFamily="34" charset="0"/>
                <a:cs typeface="Arial" panose="020B0604020202020204" pitchFamily="34" charset="0"/>
              </a:rPr>
              <a:t>Para Microsoft® SQL Server™ versión 7.0 o posteriores.</a:t>
            </a:r>
          </a:p>
          <a:p>
            <a:pPr eaLnBrk="1" hangingPunct="1">
              <a:lnSpc>
                <a:spcPct val="80000"/>
              </a:lnSpc>
            </a:pPr>
            <a:endParaRPr lang="en-US" altLang="en-US" sz="1000">
              <a:latin typeface="Arial" panose="020B0604020202020204" pitchFamily="34" charset="0"/>
              <a:cs typeface="Arial" panose="020B0604020202020204" pitchFamily="34" charset="0"/>
            </a:endParaRPr>
          </a:p>
          <a:p>
            <a:pPr eaLnBrk="1" hangingPunct="1">
              <a:lnSpc>
                <a:spcPct val="80000"/>
              </a:lnSpc>
            </a:pPr>
            <a:r>
              <a:rPr lang="en-US" altLang="en-US" sz="1000" b="1">
                <a:latin typeface="Arial" panose="020B0604020202020204" pitchFamily="34" charset="0"/>
                <a:cs typeface="Arial" panose="020B0604020202020204" pitchFamily="34" charset="0"/>
              </a:rPr>
              <a:t>Proveedor de datos de .NET Framework para OLE DB</a:t>
            </a:r>
          </a:p>
          <a:p>
            <a:pPr eaLnBrk="1" hangingPunct="1">
              <a:lnSpc>
                <a:spcPct val="80000"/>
              </a:lnSpc>
            </a:pPr>
            <a:r>
              <a:rPr lang="en-US" altLang="en-US" sz="1000">
                <a:latin typeface="Arial" panose="020B0604020202020204" pitchFamily="34" charset="0"/>
                <a:cs typeface="Arial" panose="020B0604020202020204" pitchFamily="34" charset="0"/>
              </a:rPr>
              <a:t>Para orígenes de datos que se exponen mediante OLE DB.</a:t>
            </a:r>
          </a:p>
          <a:p>
            <a:pPr eaLnBrk="1" hangingPunct="1">
              <a:lnSpc>
                <a:spcPct val="80000"/>
              </a:lnSpc>
            </a:pPr>
            <a:endParaRPr lang="en-US" altLang="en-US" sz="1000" b="1">
              <a:latin typeface="Arial" panose="020B0604020202020204" pitchFamily="34" charset="0"/>
              <a:cs typeface="Arial" panose="020B0604020202020204" pitchFamily="34" charset="0"/>
            </a:endParaRPr>
          </a:p>
          <a:p>
            <a:pPr eaLnBrk="1" hangingPunct="1">
              <a:lnSpc>
                <a:spcPct val="80000"/>
              </a:lnSpc>
            </a:pPr>
            <a:r>
              <a:rPr lang="en-US" altLang="en-US" sz="1000" b="1">
                <a:latin typeface="Arial" panose="020B0604020202020204" pitchFamily="34" charset="0"/>
                <a:cs typeface="Arial" panose="020B0604020202020204" pitchFamily="34" charset="0"/>
              </a:rPr>
              <a:t>Proveedor de datos de .NET Framework para ODBC</a:t>
            </a:r>
          </a:p>
          <a:p>
            <a:pPr eaLnBrk="1" hangingPunct="1">
              <a:lnSpc>
                <a:spcPct val="80000"/>
              </a:lnSpc>
            </a:pPr>
            <a:r>
              <a:rPr lang="en-US" altLang="en-US" sz="1000">
                <a:latin typeface="Arial" panose="020B0604020202020204" pitchFamily="34" charset="0"/>
                <a:cs typeface="Arial" panose="020B0604020202020204" pitchFamily="34" charset="0"/>
              </a:rPr>
              <a:t>Para orígenes de datos que se exponen mediante ODBC.</a:t>
            </a:r>
          </a:p>
          <a:p>
            <a:pPr eaLnBrk="1" hangingPunct="1">
              <a:lnSpc>
                <a:spcPct val="80000"/>
              </a:lnSpc>
            </a:pPr>
            <a:r>
              <a:rPr lang="en-US" altLang="en-US" sz="1000">
                <a:latin typeface="Arial" panose="020B0604020202020204" pitchFamily="34" charset="0"/>
                <a:cs typeface="Arial" panose="020B0604020202020204" pitchFamily="34" charset="0"/>
              </a:rPr>
              <a:t>Nota   El proveedor de datos de .NET Framework para ODBC no está incluido en .NET Framework versión 1.0. Si requiere el proveedor de datos de.NET Framework para ODBC y está utilizando .NET Framework versión 1.0, puede descargar dicho proveedor desde el sitio http://msdn.microsoft.com/downloads. El espacio de nombres del proveedor de datos de .NET Framework para ODBC descargadoes Microsoft.Data.Odbc.</a:t>
            </a:r>
          </a:p>
          <a:p>
            <a:pPr eaLnBrk="1" hangingPunct="1">
              <a:lnSpc>
                <a:spcPct val="80000"/>
              </a:lnSpc>
            </a:pPr>
            <a:endParaRPr lang="en-US" altLang="en-US" sz="1000">
              <a:latin typeface="Arial" panose="020B0604020202020204" pitchFamily="34" charset="0"/>
              <a:cs typeface="Arial" panose="020B0604020202020204" pitchFamily="34" charset="0"/>
            </a:endParaRPr>
          </a:p>
          <a:p>
            <a:pPr eaLnBrk="1" hangingPunct="1">
              <a:lnSpc>
                <a:spcPct val="80000"/>
              </a:lnSpc>
            </a:pPr>
            <a:r>
              <a:rPr lang="en-US" altLang="en-US" sz="1000" b="1">
                <a:latin typeface="Arial" panose="020B0604020202020204" pitchFamily="34" charset="0"/>
                <a:cs typeface="Arial" panose="020B0604020202020204" pitchFamily="34" charset="0"/>
              </a:rPr>
              <a:t>Proveedor de datos de .NET Framework para Oracle</a:t>
            </a:r>
          </a:p>
          <a:p>
            <a:pPr eaLnBrk="1" hangingPunct="1">
              <a:lnSpc>
                <a:spcPct val="80000"/>
              </a:lnSpc>
            </a:pPr>
            <a:r>
              <a:rPr lang="en-US" altLang="en-US" sz="1000">
                <a:latin typeface="Arial" panose="020B0604020202020204" pitchFamily="34" charset="0"/>
                <a:cs typeface="Arial" panose="020B0604020202020204" pitchFamily="34" charset="0"/>
              </a:rPr>
              <a:t>Para orígenes de datos de Oracle. El proveedor de datos de .NETFramework para Oracle es compatible con la versión 8.1.7 y posteriores delsoftware del cliente de Oracle.</a:t>
            </a:r>
          </a:p>
          <a:p>
            <a:pPr eaLnBrk="1" hangingPunct="1">
              <a:lnSpc>
                <a:spcPct val="80000"/>
              </a:lnSpc>
            </a:pPr>
            <a:r>
              <a:rPr lang="en-US" altLang="en-US" sz="1000">
                <a:latin typeface="Arial" panose="020B0604020202020204" pitchFamily="34" charset="0"/>
                <a:cs typeface="Arial" panose="020B0604020202020204" pitchFamily="34" charset="0"/>
              </a:rPr>
              <a:t>Nota   El proveedor de datos de .NET Framework para Oracle no estáincluido en .NET Framework versión 1.0. Si requiere el proveedor de datos de.NET Framework para Oracle y está utilizando .NET Framework versión 1.0, puededescargar dicho proveedor del sitio</a:t>
            </a:r>
          </a:p>
          <a:p>
            <a:pPr eaLnBrk="1" hangingPunct="1">
              <a:lnSpc>
                <a:spcPct val="80000"/>
              </a:lnSpc>
            </a:pPr>
            <a:r>
              <a:rPr lang="en-US" altLang="en-US" sz="1000">
                <a:latin typeface="Arial" panose="020B0604020202020204" pitchFamily="34" charset="0"/>
                <a:cs typeface="Arial" panose="020B0604020202020204" pitchFamily="34" charset="0"/>
              </a:rPr>
              <a:t>http://msdn.microsoft.com/downloads.</a:t>
            </a:r>
            <a:endParaRPr lang="es-AR" altLang="en-US" sz="1000">
              <a:latin typeface="Arial" panose="020B0604020202020204" pitchFamily="34" charset="0"/>
              <a:cs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9E093E89-E006-4BDB-8934-CBD38839AB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DC70F277-598B-499F-BCC9-AAF30D462A9F}" type="slidenum">
              <a:rPr lang="es-AR" altLang="en-US" b="0">
                <a:solidFill>
                  <a:schemeClr val="tx1"/>
                </a:solidFill>
              </a:rPr>
              <a:pPr eaLnBrk="1" hangingPunct="1"/>
              <a:t>21</a:t>
            </a:fld>
            <a:endParaRPr lang="es-AR" altLang="en-US" b="0">
              <a:solidFill>
                <a:schemeClr val="tx1"/>
              </a:solidFill>
            </a:endParaRPr>
          </a:p>
        </p:txBody>
      </p:sp>
      <p:sp>
        <p:nvSpPr>
          <p:cNvPr id="78851" name="Rectangle 2">
            <a:extLst>
              <a:ext uri="{FF2B5EF4-FFF2-40B4-BE49-F238E27FC236}">
                <a16:creationId xmlns:a16="http://schemas.microsoft.com/office/drawing/2014/main" id="{2926F968-8F6D-4B52-A030-63B354DDC7A9}"/>
              </a:ext>
            </a:extLst>
          </p:cNvPr>
          <p:cNvSpPr>
            <a:spLocks noRot="1" noChangeArrowheads="1" noTextEdit="1"/>
          </p:cNvSpPr>
          <p:nvPr>
            <p:ph type="sldImg"/>
          </p:nvPr>
        </p:nvSpPr>
        <p:spPr>
          <a:xfrm>
            <a:off x="4325938" y="73025"/>
            <a:ext cx="2466975" cy="1851025"/>
          </a:xfrm>
          <a:ln/>
        </p:spPr>
      </p:sp>
      <p:sp>
        <p:nvSpPr>
          <p:cNvPr id="78852" name="Rectangle 3">
            <a:extLst>
              <a:ext uri="{FF2B5EF4-FFF2-40B4-BE49-F238E27FC236}">
                <a16:creationId xmlns:a16="http://schemas.microsoft.com/office/drawing/2014/main" id="{6025C29E-657A-495F-AB79-8D15FCADD6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s-AR" altLang="en-US" sz="800" b="1">
                <a:latin typeface="Arial" panose="020B0604020202020204" pitchFamily="34" charset="0"/>
                <a:cs typeface="Arial" panose="020B0604020202020204" pitchFamily="34" charset="0"/>
              </a:rPr>
              <a:t>Providers</a:t>
            </a:r>
          </a:p>
          <a:p>
            <a:pPr eaLnBrk="1" hangingPunct="1">
              <a:lnSpc>
                <a:spcPct val="80000"/>
              </a:lnSpc>
            </a:pPr>
            <a:r>
              <a:rPr lang="es-AR" altLang="en-US" sz="800">
                <a:latin typeface="Arial" panose="020B0604020202020204" pitchFamily="34" charset="0"/>
                <a:cs typeface="Arial" panose="020B0604020202020204" pitchFamily="34" charset="0"/>
              </a:rPr>
              <a:t>A provider is a class that can communicate with a specific type of database or</a:t>
            </a:r>
          </a:p>
          <a:p>
            <a:pPr eaLnBrk="1" hangingPunct="1">
              <a:lnSpc>
                <a:spcPct val="80000"/>
              </a:lnSpc>
            </a:pPr>
            <a:r>
              <a:rPr lang="es-AR" altLang="en-US" sz="800">
                <a:latin typeface="Arial" panose="020B0604020202020204" pitchFamily="34" charset="0"/>
                <a:cs typeface="Arial" panose="020B0604020202020204" pitchFamily="34" charset="0"/>
              </a:rPr>
              <a:t>data store. For example, one provider might be able to communicate with a</a:t>
            </a:r>
          </a:p>
          <a:p>
            <a:pPr eaLnBrk="1" hangingPunct="1">
              <a:lnSpc>
                <a:spcPct val="80000"/>
              </a:lnSpc>
            </a:pPr>
            <a:r>
              <a:rPr lang="es-AR" altLang="en-US" sz="800">
                <a:latin typeface="Arial" panose="020B0604020202020204" pitchFamily="34" charset="0"/>
                <a:cs typeface="Arial" panose="020B0604020202020204" pitchFamily="34" charset="0"/>
              </a:rPr>
              <a:t>Microsoft SQL Server™ database, and another provider might be able to</a:t>
            </a:r>
          </a:p>
          <a:p>
            <a:pPr eaLnBrk="1" hangingPunct="1">
              <a:lnSpc>
                <a:spcPct val="80000"/>
              </a:lnSpc>
            </a:pPr>
            <a:r>
              <a:rPr lang="es-AR" altLang="en-US" sz="800">
                <a:latin typeface="Arial" panose="020B0604020202020204" pitchFamily="34" charset="0"/>
                <a:cs typeface="Arial" panose="020B0604020202020204" pitchFamily="34" charset="0"/>
              </a:rPr>
              <a:t>communicate with a Microsoft Office Access database.</a:t>
            </a:r>
          </a:p>
          <a:p>
            <a:pPr eaLnBrk="1" hangingPunct="1">
              <a:lnSpc>
                <a:spcPct val="80000"/>
              </a:lnSpc>
            </a:pPr>
            <a:r>
              <a:rPr lang="es-AR" altLang="en-US" sz="800">
                <a:latin typeface="Arial" panose="020B0604020202020204" pitchFamily="34" charset="0"/>
                <a:cs typeface="Arial" panose="020B0604020202020204" pitchFamily="34" charset="0"/>
              </a:rPr>
              <a:t>In ASP.NET, you can choose from a number of providers that between them</a:t>
            </a:r>
          </a:p>
          <a:p>
            <a:pPr eaLnBrk="1" hangingPunct="1">
              <a:lnSpc>
                <a:spcPct val="80000"/>
              </a:lnSpc>
            </a:pPr>
            <a:r>
              <a:rPr lang="es-AR" altLang="en-US" sz="800">
                <a:latin typeface="Arial" panose="020B0604020202020204" pitchFamily="34" charset="0"/>
                <a:cs typeface="Arial" panose="020B0604020202020204" pitchFamily="34" charset="0"/>
              </a:rPr>
              <a:t>can communicate with a wide variety of data stores. The providers include:</a:t>
            </a:r>
          </a:p>
          <a:p>
            <a:pPr eaLnBrk="1" hangingPunct="1">
              <a:lnSpc>
                <a:spcPct val="80000"/>
              </a:lnSpc>
            </a:pPr>
            <a:r>
              <a:rPr lang="es-AR" altLang="en-US" sz="800">
                <a:latin typeface="Arial" panose="020B0604020202020204" pitchFamily="34" charset="0"/>
                <a:cs typeface="Arial" panose="020B0604020202020204" pitchFamily="34" charset="0"/>
              </a:rPr>
              <a:t>􀂄 The .NET Framework Data Provider for SQL Server in the</a:t>
            </a:r>
          </a:p>
          <a:p>
            <a:pPr eaLnBrk="1" hangingPunct="1">
              <a:lnSpc>
                <a:spcPct val="80000"/>
              </a:lnSpc>
            </a:pPr>
            <a:r>
              <a:rPr lang="es-AR" altLang="en-US" sz="800" b="1">
                <a:latin typeface="Arial" panose="020B0604020202020204" pitchFamily="34" charset="0"/>
                <a:cs typeface="Arial" panose="020B0604020202020204" pitchFamily="34" charset="0"/>
              </a:rPr>
              <a:t>System.Data.SqlClient </a:t>
            </a:r>
            <a:r>
              <a:rPr lang="es-AR" altLang="en-US" sz="800">
                <a:latin typeface="Arial" panose="020B0604020202020204" pitchFamily="34" charset="0"/>
                <a:cs typeface="Arial" panose="020B0604020202020204" pitchFamily="34" charset="0"/>
              </a:rPr>
              <a:t>namespace.</a:t>
            </a:r>
          </a:p>
          <a:p>
            <a:pPr eaLnBrk="1" hangingPunct="1">
              <a:lnSpc>
                <a:spcPct val="80000"/>
              </a:lnSpc>
            </a:pPr>
            <a:r>
              <a:rPr lang="es-AR" altLang="en-US" sz="800">
                <a:latin typeface="Arial" panose="020B0604020202020204" pitchFamily="34" charset="0"/>
                <a:cs typeface="Arial" panose="020B0604020202020204" pitchFamily="34" charset="0"/>
              </a:rPr>
              <a:t>􀂄 The .NET Framework Data Provider for OLE DB in the</a:t>
            </a:r>
          </a:p>
          <a:p>
            <a:pPr eaLnBrk="1" hangingPunct="1">
              <a:lnSpc>
                <a:spcPct val="80000"/>
              </a:lnSpc>
            </a:pPr>
            <a:r>
              <a:rPr lang="es-AR" altLang="en-US" sz="800" b="1">
                <a:latin typeface="Arial" panose="020B0604020202020204" pitchFamily="34" charset="0"/>
                <a:cs typeface="Arial" panose="020B0604020202020204" pitchFamily="34" charset="0"/>
              </a:rPr>
              <a:t>System.Data.OleDb </a:t>
            </a:r>
            <a:r>
              <a:rPr lang="es-AR" altLang="en-US" sz="800">
                <a:latin typeface="Arial" panose="020B0604020202020204" pitchFamily="34" charset="0"/>
                <a:cs typeface="Arial" panose="020B0604020202020204" pitchFamily="34" charset="0"/>
              </a:rPr>
              <a:t>namespace.</a:t>
            </a:r>
          </a:p>
          <a:p>
            <a:pPr eaLnBrk="1" hangingPunct="1">
              <a:lnSpc>
                <a:spcPct val="80000"/>
              </a:lnSpc>
            </a:pPr>
            <a:r>
              <a:rPr lang="es-AR" altLang="en-US" sz="800">
                <a:latin typeface="Arial" panose="020B0604020202020204" pitchFamily="34" charset="0"/>
                <a:cs typeface="Arial" panose="020B0604020202020204" pitchFamily="34" charset="0"/>
              </a:rPr>
              <a:t>􀂄 The .NET Framework Data Provider for ODBC in the </a:t>
            </a:r>
            <a:r>
              <a:rPr lang="es-AR" altLang="en-US" sz="800" b="1">
                <a:latin typeface="Arial" panose="020B0604020202020204" pitchFamily="34" charset="0"/>
                <a:cs typeface="Arial" panose="020B0604020202020204" pitchFamily="34" charset="0"/>
              </a:rPr>
              <a:t>System.Data.Odbc</a:t>
            </a:r>
          </a:p>
          <a:p>
            <a:pPr eaLnBrk="1" hangingPunct="1">
              <a:lnSpc>
                <a:spcPct val="80000"/>
              </a:lnSpc>
            </a:pPr>
            <a:r>
              <a:rPr lang="es-AR" altLang="en-US" sz="800">
                <a:latin typeface="Arial" panose="020B0604020202020204" pitchFamily="34" charset="0"/>
                <a:cs typeface="Arial" panose="020B0604020202020204" pitchFamily="34" charset="0"/>
              </a:rPr>
              <a:t>namespace.</a:t>
            </a:r>
          </a:p>
          <a:p>
            <a:pPr eaLnBrk="1" hangingPunct="1">
              <a:lnSpc>
                <a:spcPct val="80000"/>
              </a:lnSpc>
            </a:pPr>
            <a:r>
              <a:rPr lang="es-AR" altLang="en-US" sz="800">
                <a:latin typeface="Arial" panose="020B0604020202020204" pitchFamily="34" charset="0"/>
                <a:cs typeface="Arial" panose="020B0604020202020204" pitchFamily="34" charset="0"/>
              </a:rPr>
              <a:t>􀂄 The .NET Framework Data Provider for Oracle in the</a:t>
            </a:r>
          </a:p>
          <a:p>
            <a:pPr eaLnBrk="1" hangingPunct="1">
              <a:lnSpc>
                <a:spcPct val="80000"/>
              </a:lnSpc>
            </a:pPr>
            <a:r>
              <a:rPr lang="es-AR" altLang="en-US" sz="800" b="1">
                <a:latin typeface="Arial" panose="020B0604020202020204" pitchFamily="34" charset="0"/>
                <a:cs typeface="Arial" panose="020B0604020202020204" pitchFamily="34" charset="0"/>
              </a:rPr>
              <a:t>System.Data.OracleClient </a:t>
            </a:r>
            <a:r>
              <a:rPr lang="es-AR" altLang="en-US" sz="800">
                <a:latin typeface="Arial" panose="020B0604020202020204" pitchFamily="34" charset="0"/>
                <a:cs typeface="Arial" panose="020B0604020202020204" pitchFamily="34" charset="0"/>
              </a:rPr>
              <a:t>namespace.</a:t>
            </a:r>
          </a:p>
          <a:p>
            <a:pPr eaLnBrk="1" hangingPunct="1">
              <a:lnSpc>
                <a:spcPct val="80000"/>
              </a:lnSpc>
            </a:pPr>
            <a:r>
              <a:rPr lang="es-AR" altLang="en-US" sz="800">
                <a:latin typeface="Arial" panose="020B0604020202020204" pitchFamily="34" charset="0"/>
                <a:cs typeface="Arial" panose="020B0604020202020204" pitchFamily="34" charset="0"/>
              </a:rPr>
              <a:t>You can indicate your provider in the Web.config file as part of a connection</a:t>
            </a:r>
          </a:p>
          <a:p>
            <a:pPr eaLnBrk="1" hangingPunct="1">
              <a:lnSpc>
                <a:spcPct val="80000"/>
              </a:lnSpc>
            </a:pPr>
            <a:r>
              <a:rPr lang="es-AR" altLang="en-US" sz="800">
                <a:latin typeface="Arial" panose="020B0604020202020204" pitchFamily="34" charset="0"/>
                <a:cs typeface="Arial" panose="020B0604020202020204" pitchFamily="34" charset="0"/>
              </a:rPr>
              <a:t>string, as a property of a specific data source control instance on your page, or</a:t>
            </a:r>
          </a:p>
          <a:p>
            <a:pPr eaLnBrk="1" hangingPunct="1">
              <a:lnSpc>
                <a:spcPct val="80000"/>
              </a:lnSpc>
            </a:pPr>
            <a:r>
              <a:rPr lang="es-AR" altLang="en-US" sz="800">
                <a:latin typeface="Arial" panose="020B0604020202020204" pitchFamily="34" charset="0"/>
                <a:cs typeface="Arial" panose="020B0604020202020204" pitchFamily="34" charset="0"/>
              </a:rPr>
              <a:t>both.</a:t>
            </a:r>
          </a:p>
          <a:p>
            <a:pPr eaLnBrk="1" hangingPunct="1">
              <a:lnSpc>
                <a:spcPct val="80000"/>
              </a:lnSpc>
            </a:pPr>
            <a:endParaRPr lang="es-AR" altLang="en-US" sz="800" b="1">
              <a:latin typeface="Arial" panose="020B0604020202020204" pitchFamily="34" charset="0"/>
              <a:cs typeface="Arial" panose="020B0604020202020204" pitchFamily="34" charset="0"/>
            </a:endParaRPr>
          </a:p>
          <a:p>
            <a:pPr eaLnBrk="1" hangingPunct="1">
              <a:lnSpc>
                <a:spcPct val="80000"/>
              </a:lnSpc>
            </a:pPr>
            <a:r>
              <a:rPr lang="es-AR" altLang="en-US" sz="800" b="1">
                <a:latin typeface="Arial" panose="020B0604020202020204" pitchFamily="34" charset="0"/>
                <a:cs typeface="Arial" panose="020B0604020202020204" pitchFamily="34" charset="0"/>
              </a:rPr>
              <a:t>Connection String Storage</a:t>
            </a:r>
          </a:p>
          <a:p>
            <a:pPr eaLnBrk="1" hangingPunct="1">
              <a:lnSpc>
                <a:spcPct val="80000"/>
              </a:lnSpc>
            </a:pPr>
            <a:endParaRPr lang="es-AR" altLang="en-US" sz="800" b="1">
              <a:latin typeface="Arial" panose="020B0604020202020204" pitchFamily="34" charset="0"/>
              <a:cs typeface="Arial" panose="020B0604020202020204" pitchFamily="34" charset="0"/>
            </a:endParaRPr>
          </a:p>
          <a:p>
            <a:pPr eaLnBrk="1" hangingPunct="1">
              <a:lnSpc>
                <a:spcPct val="80000"/>
              </a:lnSpc>
            </a:pPr>
            <a:r>
              <a:rPr lang="es-AR" altLang="en-US" sz="800" b="1">
                <a:latin typeface="Arial" panose="020B0604020202020204" pitchFamily="34" charset="0"/>
                <a:cs typeface="Arial" panose="020B0604020202020204" pitchFamily="34" charset="0"/>
              </a:rPr>
              <a:t>Example</a:t>
            </a:r>
          </a:p>
          <a:p>
            <a:pPr eaLnBrk="1" hangingPunct="1">
              <a:lnSpc>
                <a:spcPct val="80000"/>
              </a:lnSpc>
            </a:pPr>
            <a:r>
              <a:rPr lang="es-AR" altLang="en-US" b="1">
                <a:latin typeface="Arial" panose="020B0604020202020204" pitchFamily="34" charset="0"/>
                <a:cs typeface="Arial" panose="020B0604020202020204" pitchFamily="34" charset="0"/>
              </a:rPr>
              <a:t>	&lt;!-- CONNECTION STRINGS --&gt;</a:t>
            </a:r>
          </a:p>
          <a:p>
            <a:pPr eaLnBrk="1" hangingPunct="1">
              <a:lnSpc>
                <a:spcPct val="80000"/>
              </a:lnSpc>
            </a:pPr>
            <a:r>
              <a:rPr lang="es-AR" altLang="en-US" b="1">
                <a:latin typeface="Arial" panose="020B0604020202020204" pitchFamily="34" charset="0"/>
                <a:cs typeface="Arial" panose="020B0604020202020204" pitchFamily="34" charset="0"/>
              </a:rPr>
              <a:t>	&lt;connectionStrings&gt;</a:t>
            </a:r>
          </a:p>
          <a:p>
            <a:pPr eaLnBrk="1" hangingPunct="1">
              <a:lnSpc>
                <a:spcPct val="80000"/>
              </a:lnSpc>
            </a:pPr>
            <a:r>
              <a:rPr lang="es-AR" altLang="en-US" b="1">
                <a:latin typeface="Arial" panose="020B0604020202020204" pitchFamily="34" charset="0"/>
                <a:cs typeface="Arial" panose="020B0604020202020204" pitchFamily="34" charset="0"/>
              </a:rPr>
              <a:t>		&lt;add name=“Nortwinds" providerName="System.Data.SqlClient" connectionString="server=localhost; database= Nortwinds; Integrated Security=true"/&gt;</a:t>
            </a:r>
          </a:p>
          <a:p>
            <a:pPr eaLnBrk="1" hangingPunct="1">
              <a:lnSpc>
                <a:spcPct val="80000"/>
              </a:lnSpc>
            </a:pPr>
            <a:r>
              <a:rPr lang="es-AR" altLang="en-US" b="1">
                <a:latin typeface="Arial" panose="020B0604020202020204" pitchFamily="34" charset="0"/>
                <a:cs typeface="Arial" panose="020B0604020202020204" pitchFamily="34" charset="0"/>
              </a:rPr>
              <a:t>		&lt;add name="ErrorDB" providerName="System.Data.SqlClient" connectionString="server=Machine_Name,Port_Number; database= Nortwinds; Integrated Security=false; user=sa; password=sa"/&gt;</a:t>
            </a:r>
          </a:p>
          <a:p>
            <a:pPr eaLnBrk="1" hangingPunct="1">
              <a:lnSpc>
                <a:spcPct val="80000"/>
              </a:lnSpc>
            </a:pPr>
            <a:r>
              <a:rPr lang="es-AR" altLang="en-US" b="1">
                <a:latin typeface="Arial" panose="020B0604020202020204" pitchFamily="34" charset="0"/>
                <a:cs typeface="Arial" panose="020B0604020202020204" pitchFamily="34" charset="0"/>
              </a:rPr>
              <a:t>	&lt;/connectionStrings&gt;</a:t>
            </a:r>
          </a:p>
          <a:p>
            <a:pPr eaLnBrk="1" hangingPunct="1">
              <a:lnSpc>
                <a:spcPct val="80000"/>
              </a:lnSpc>
            </a:pPr>
            <a:endParaRPr lang="es-AR" altLang="en-US" sz="800" b="1">
              <a:latin typeface="Arial" panose="020B0604020202020204" pitchFamily="34" charset="0"/>
              <a:cs typeface="Arial" panose="020B0604020202020204" pitchFamily="34" charset="0"/>
            </a:endParaRPr>
          </a:p>
          <a:p>
            <a:pPr eaLnBrk="1" hangingPunct="1">
              <a:lnSpc>
                <a:spcPct val="80000"/>
              </a:lnSpc>
            </a:pPr>
            <a:r>
              <a:rPr lang="es-AR" altLang="en-US" sz="800">
                <a:latin typeface="Arial" panose="020B0604020202020204" pitchFamily="34" charset="0"/>
                <a:cs typeface="Arial" panose="020B0604020202020204" pitchFamily="34" charset="0"/>
              </a:rPr>
              <a:t>For organizational purposes, it is good practice to place connection strings in</a:t>
            </a:r>
          </a:p>
          <a:p>
            <a:pPr eaLnBrk="1" hangingPunct="1">
              <a:lnSpc>
                <a:spcPct val="80000"/>
              </a:lnSpc>
            </a:pPr>
            <a:r>
              <a:rPr lang="es-AR" altLang="en-US" sz="800">
                <a:latin typeface="Arial" panose="020B0604020202020204" pitchFamily="34" charset="0"/>
                <a:cs typeface="Arial" panose="020B0604020202020204" pitchFamily="34" charset="0"/>
              </a:rPr>
              <a:t>the Web.config file. Within the </a:t>
            </a:r>
            <a:r>
              <a:rPr lang="es-AR" altLang="en-US" sz="800" b="1">
                <a:latin typeface="Arial" panose="020B0604020202020204" pitchFamily="34" charset="0"/>
                <a:cs typeface="Arial" panose="020B0604020202020204" pitchFamily="34" charset="0"/>
              </a:rPr>
              <a:t>&lt;configuration&gt; </a:t>
            </a:r>
            <a:r>
              <a:rPr lang="es-AR" altLang="en-US" sz="800">
                <a:latin typeface="Arial" panose="020B0604020202020204" pitchFamily="34" charset="0"/>
                <a:cs typeface="Arial" panose="020B0604020202020204" pitchFamily="34" charset="0"/>
              </a:rPr>
              <a:t>element, you can create a</a:t>
            </a:r>
          </a:p>
          <a:p>
            <a:pPr eaLnBrk="1" hangingPunct="1">
              <a:lnSpc>
                <a:spcPct val="80000"/>
              </a:lnSpc>
            </a:pPr>
            <a:r>
              <a:rPr lang="es-AR" altLang="en-US" sz="800">
                <a:latin typeface="Arial" panose="020B0604020202020204" pitchFamily="34" charset="0"/>
                <a:cs typeface="Arial" panose="020B0604020202020204" pitchFamily="34" charset="0"/>
              </a:rPr>
              <a:t>child element named </a:t>
            </a:r>
            <a:r>
              <a:rPr lang="es-AR" altLang="en-US" sz="800" b="1">
                <a:latin typeface="Arial" panose="020B0604020202020204" pitchFamily="34" charset="0"/>
                <a:cs typeface="Arial" panose="020B0604020202020204" pitchFamily="34" charset="0"/>
              </a:rPr>
              <a:t>&lt;connectionStrings&gt; </a:t>
            </a:r>
            <a:r>
              <a:rPr lang="es-AR" altLang="en-US" sz="800">
                <a:latin typeface="Arial" panose="020B0604020202020204" pitchFamily="34" charset="0"/>
                <a:cs typeface="Arial" panose="020B0604020202020204" pitchFamily="34" charset="0"/>
              </a:rPr>
              <a:t>and place your connection strings</a:t>
            </a:r>
          </a:p>
          <a:p>
            <a:pPr eaLnBrk="1" hangingPunct="1">
              <a:lnSpc>
                <a:spcPct val="80000"/>
              </a:lnSpc>
            </a:pPr>
            <a:r>
              <a:rPr lang="es-AR" altLang="en-US" sz="800">
                <a:latin typeface="Arial" panose="020B0604020202020204" pitchFamily="34" charset="0"/>
                <a:cs typeface="Arial" panose="020B0604020202020204" pitchFamily="34" charset="0"/>
              </a:rPr>
              <a:t>there:</a:t>
            </a:r>
          </a:p>
          <a:p>
            <a:pPr eaLnBrk="1" hangingPunct="1">
              <a:lnSpc>
                <a:spcPct val="80000"/>
              </a:lnSpc>
            </a:pPr>
            <a:r>
              <a:rPr lang="es-AR" altLang="en-US" sz="800">
                <a:latin typeface="Arial" panose="020B0604020202020204" pitchFamily="34" charset="0"/>
                <a:cs typeface="Arial" panose="020B0604020202020204" pitchFamily="34" charset="0"/>
              </a:rPr>
              <a:t>&lt;connectionStrings&gt;</a:t>
            </a:r>
          </a:p>
          <a:p>
            <a:pPr eaLnBrk="1" hangingPunct="1">
              <a:lnSpc>
                <a:spcPct val="80000"/>
              </a:lnSpc>
            </a:pPr>
            <a:r>
              <a:rPr lang="es-AR" altLang="en-US" sz="800">
                <a:latin typeface="Arial" panose="020B0604020202020204" pitchFamily="34" charset="0"/>
                <a:cs typeface="Arial" panose="020B0604020202020204" pitchFamily="34" charset="0"/>
              </a:rPr>
              <a:t>&lt;add name="AppConnString"</a:t>
            </a:r>
          </a:p>
          <a:p>
            <a:pPr eaLnBrk="1" hangingPunct="1">
              <a:lnSpc>
                <a:spcPct val="80000"/>
              </a:lnSpc>
            </a:pPr>
            <a:r>
              <a:rPr lang="es-AR" altLang="en-US" sz="800">
                <a:latin typeface="Arial" panose="020B0604020202020204" pitchFamily="34" charset="0"/>
                <a:cs typeface="Arial" panose="020B0604020202020204" pitchFamily="34" charset="0"/>
              </a:rPr>
              <a:t>connectionString=" Server=MyDataServer;User ID=dbuser;</a:t>
            </a:r>
          </a:p>
          <a:p>
            <a:pPr eaLnBrk="1" hangingPunct="1">
              <a:lnSpc>
                <a:spcPct val="80000"/>
              </a:lnSpc>
            </a:pPr>
            <a:r>
              <a:rPr lang="es-AR" altLang="en-US" sz="800">
                <a:latin typeface="Arial" panose="020B0604020202020204" pitchFamily="34" charset="0"/>
                <a:cs typeface="Arial" panose="020B0604020202020204" pitchFamily="34" charset="0"/>
              </a:rPr>
              <a:t>Password=dbpass;Database=Northwind;Persist Security Info=True"</a:t>
            </a:r>
          </a:p>
          <a:p>
            <a:pPr eaLnBrk="1" hangingPunct="1">
              <a:lnSpc>
                <a:spcPct val="80000"/>
              </a:lnSpc>
            </a:pPr>
            <a:r>
              <a:rPr lang="es-AR" altLang="en-US" sz="800">
                <a:latin typeface="Arial" panose="020B0604020202020204" pitchFamily="34" charset="0"/>
                <a:cs typeface="Arial" panose="020B0604020202020204" pitchFamily="34" charset="0"/>
              </a:rPr>
              <a:t>providerName="System.Data.SqlClient" /&gt;</a:t>
            </a:r>
          </a:p>
          <a:p>
            <a:pPr eaLnBrk="1" hangingPunct="1">
              <a:lnSpc>
                <a:spcPct val="80000"/>
              </a:lnSpc>
            </a:pPr>
            <a:r>
              <a:rPr lang="es-AR" altLang="en-US" sz="800">
                <a:latin typeface="Arial" panose="020B0604020202020204" pitchFamily="34" charset="0"/>
                <a:cs typeface="Arial" panose="020B0604020202020204" pitchFamily="34" charset="0"/>
              </a:rPr>
              <a:t>&lt;/connectionStrings&gt;</a:t>
            </a:r>
          </a:p>
          <a:p>
            <a:pPr eaLnBrk="1" hangingPunct="1">
              <a:lnSpc>
                <a:spcPct val="80000"/>
              </a:lnSpc>
            </a:pPr>
            <a:r>
              <a:rPr lang="es-AR" altLang="en-US" sz="800">
                <a:latin typeface="Arial" panose="020B0604020202020204" pitchFamily="34" charset="0"/>
                <a:cs typeface="Arial" panose="020B0604020202020204" pitchFamily="34" charset="0"/>
              </a:rPr>
              <a:t>In this example, the name and provider are both supplied, and any data source</a:t>
            </a:r>
          </a:p>
          <a:p>
            <a:pPr eaLnBrk="1" hangingPunct="1">
              <a:lnSpc>
                <a:spcPct val="80000"/>
              </a:lnSpc>
            </a:pPr>
            <a:r>
              <a:rPr lang="es-AR" altLang="en-US" sz="800">
                <a:latin typeface="Arial" panose="020B0604020202020204" pitchFamily="34" charset="0"/>
                <a:cs typeface="Arial" panose="020B0604020202020204" pitchFamily="34" charset="0"/>
              </a:rPr>
              <a:t>control can use values from the Web.config file. One advantage to this process</a:t>
            </a:r>
          </a:p>
          <a:p>
            <a:pPr eaLnBrk="1" hangingPunct="1">
              <a:lnSpc>
                <a:spcPct val="80000"/>
              </a:lnSpc>
            </a:pPr>
            <a:r>
              <a:rPr lang="es-AR" altLang="en-US" sz="800">
                <a:latin typeface="Arial" panose="020B0604020202020204" pitchFamily="34" charset="0"/>
                <a:cs typeface="Arial" panose="020B0604020202020204" pitchFamily="34" charset="0"/>
              </a:rPr>
              <a:t>is that you can easily change the server name, database, or authentication</a:t>
            </a:r>
          </a:p>
          <a:p>
            <a:pPr eaLnBrk="1" hangingPunct="1">
              <a:lnSpc>
                <a:spcPct val="80000"/>
              </a:lnSpc>
            </a:pPr>
            <a:r>
              <a:rPr lang="es-AR" altLang="en-US" sz="800">
                <a:latin typeface="Arial" panose="020B0604020202020204" pitchFamily="34" charset="0"/>
                <a:cs typeface="Arial" panose="020B0604020202020204" pitchFamily="34" charset="0"/>
              </a:rPr>
              <a:t>information without editing individual Web pages.</a:t>
            </a:r>
          </a:p>
          <a:p>
            <a:pPr eaLnBrk="1" hangingPunct="1">
              <a:lnSpc>
                <a:spcPct val="80000"/>
              </a:lnSpc>
            </a:pPr>
            <a:endParaRPr lang="es-AR" altLang="en-US" sz="800">
              <a:latin typeface="Arial" panose="020B0604020202020204" pitchFamily="34" charset="0"/>
              <a:cs typeface="Arial" panose="020B0604020202020204" pitchFamily="34" charset="0"/>
            </a:endParaRPr>
          </a:p>
          <a:p>
            <a:pPr eaLnBrk="1" hangingPunct="1">
              <a:lnSpc>
                <a:spcPct val="80000"/>
              </a:lnSpc>
            </a:pPr>
            <a:r>
              <a:rPr lang="es-AR" altLang="en-US" sz="800" b="1">
                <a:latin typeface="Arial" panose="020B0604020202020204" pitchFamily="34" charset="0"/>
                <a:cs typeface="Arial" panose="020B0604020202020204" pitchFamily="34" charset="0"/>
              </a:rPr>
              <a:t>Retrieving Connection Strings Programmatically</a:t>
            </a:r>
          </a:p>
          <a:p>
            <a:pPr eaLnBrk="1" hangingPunct="1">
              <a:lnSpc>
                <a:spcPct val="80000"/>
              </a:lnSpc>
            </a:pPr>
            <a:r>
              <a:rPr lang="es-AR" altLang="en-US" sz="800">
                <a:latin typeface="Arial" panose="020B0604020202020204" pitchFamily="34" charset="0"/>
                <a:cs typeface="Arial" panose="020B0604020202020204" pitchFamily="34" charset="0"/>
              </a:rPr>
              <a:t>You can programmatically retrieve connection strings from the Web.config file</a:t>
            </a:r>
          </a:p>
          <a:p>
            <a:pPr eaLnBrk="1" hangingPunct="1">
              <a:lnSpc>
                <a:spcPct val="80000"/>
              </a:lnSpc>
            </a:pPr>
            <a:r>
              <a:rPr lang="es-AR" altLang="en-US" sz="800">
                <a:latin typeface="Arial" panose="020B0604020202020204" pitchFamily="34" charset="0"/>
                <a:cs typeface="Arial" panose="020B0604020202020204" pitchFamily="34" charset="0"/>
              </a:rPr>
              <a:t>at run time and use them in conjunction with data source controls or ADO.NET</a:t>
            </a:r>
          </a:p>
          <a:p>
            <a:pPr eaLnBrk="1" hangingPunct="1">
              <a:lnSpc>
                <a:spcPct val="80000"/>
              </a:lnSpc>
            </a:pPr>
            <a:r>
              <a:rPr lang="es-AR" altLang="en-US" sz="800">
                <a:latin typeface="Arial" panose="020B0604020202020204" pitchFamily="34" charset="0"/>
                <a:cs typeface="Arial" panose="020B0604020202020204" pitchFamily="34" charset="0"/>
              </a:rPr>
              <a:t>objects. The following examples show how to retrieve a connection string and</a:t>
            </a:r>
          </a:p>
          <a:p>
            <a:pPr eaLnBrk="1" hangingPunct="1">
              <a:lnSpc>
                <a:spcPct val="80000"/>
              </a:lnSpc>
            </a:pPr>
            <a:r>
              <a:rPr lang="es-AR" altLang="en-US" sz="800">
                <a:latin typeface="Arial" panose="020B0604020202020204" pitchFamily="34" charset="0"/>
                <a:cs typeface="Arial" panose="020B0604020202020204" pitchFamily="34" charset="0"/>
              </a:rPr>
              <a:t>use it to open an ADO.NET </a:t>
            </a:r>
            <a:r>
              <a:rPr lang="es-AR" altLang="en-US" sz="800" b="1">
                <a:latin typeface="Arial" panose="020B0604020202020204" pitchFamily="34" charset="0"/>
                <a:cs typeface="Arial" panose="020B0604020202020204" pitchFamily="34" charset="0"/>
              </a:rPr>
              <a:t>Connection </a:t>
            </a:r>
            <a:r>
              <a:rPr lang="es-AR" altLang="en-US" sz="800">
                <a:latin typeface="Arial" panose="020B0604020202020204" pitchFamily="34" charset="0"/>
                <a:cs typeface="Arial" panose="020B0604020202020204" pitchFamily="34" charset="0"/>
              </a:rPr>
              <a:t>object:</a:t>
            </a:r>
          </a:p>
          <a:p>
            <a:pPr eaLnBrk="1" hangingPunct="1">
              <a:lnSpc>
                <a:spcPct val="80000"/>
              </a:lnSpc>
            </a:pPr>
            <a:r>
              <a:rPr lang="es-AR" altLang="en-US" sz="800" b="1">
                <a:latin typeface="Arial" panose="020B0604020202020204" pitchFamily="34" charset="0"/>
                <a:cs typeface="Arial" panose="020B0604020202020204" pitchFamily="34" charset="0"/>
              </a:rPr>
              <a:t>'[Visual Basic]</a:t>
            </a:r>
          </a:p>
          <a:p>
            <a:pPr eaLnBrk="1" hangingPunct="1">
              <a:lnSpc>
                <a:spcPct val="80000"/>
              </a:lnSpc>
            </a:pPr>
            <a:r>
              <a:rPr lang="es-AR" altLang="en-US" sz="800">
                <a:latin typeface="Arial" panose="020B0604020202020204" pitchFamily="34" charset="0"/>
                <a:cs typeface="Arial" panose="020B0604020202020204" pitchFamily="34" charset="0"/>
              </a:rPr>
              <a:t>Dim dbString As String = _</a:t>
            </a:r>
          </a:p>
          <a:p>
            <a:pPr eaLnBrk="1" hangingPunct="1">
              <a:lnSpc>
                <a:spcPct val="80000"/>
              </a:lnSpc>
            </a:pPr>
            <a:r>
              <a:rPr lang="es-AR" altLang="en-US" sz="800">
                <a:latin typeface="Arial" panose="020B0604020202020204" pitchFamily="34" charset="0"/>
                <a:cs typeface="Arial" panose="020B0604020202020204" pitchFamily="34" charset="0"/>
              </a:rPr>
              <a:t>ConfigurationManager.ConnectionStrings _</a:t>
            </a:r>
          </a:p>
          <a:p>
            <a:pPr eaLnBrk="1" hangingPunct="1">
              <a:lnSpc>
                <a:spcPct val="80000"/>
              </a:lnSpc>
            </a:pPr>
            <a:r>
              <a:rPr lang="es-AR" altLang="en-US" sz="800">
                <a:latin typeface="Arial" panose="020B0604020202020204" pitchFamily="34" charset="0"/>
                <a:cs typeface="Arial" panose="020B0604020202020204" pitchFamily="34" charset="0"/>
              </a:rPr>
              <a:t>("AppConnString").ConnectionString</a:t>
            </a:r>
          </a:p>
          <a:p>
            <a:pPr eaLnBrk="1" hangingPunct="1">
              <a:lnSpc>
                <a:spcPct val="80000"/>
              </a:lnSpc>
            </a:pPr>
            <a:r>
              <a:rPr lang="es-AR" altLang="en-US" sz="800">
                <a:latin typeface="Arial" panose="020B0604020202020204" pitchFamily="34" charset="0"/>
                <a:cs typeface="Arial" panose="020B0604020202020204" pitchFamily="34" charset="0"/>
              </a:rPr>
              <a:t>Dim sqlConn As System.Data.SqlClient.SqlConnection = _</a:t>
            </a:r>
          </a:p>
          <a:p>
            <a:pPr eaLnBrk="1" hangingPunct="1">
              <a:lnSpc>
                <a:spcPct val="80000"/>
              </a:lnSpc>
            </a:pPr>
            <a:r>
              <a:rPr lang="es-AR" altLang="en-US" sz="800">
                <a:latin typeface="Arial" panose="020B0604020202020204" pitchFamily="34" charset="0"/>
                <a:cs typeface="Arial" panose="020B0604020202020204" pitchFamily="34" charset="0"/>
              </a:rPr>
              <a:t>New System.Data.SqlClient.SqlConnection(dbString)</a:t>
            </a:r>
          </a:p>
          <a:p>
            <a:pPr eaLnBrk="1" hangingPunct="1">
              <a:lnSpc>
                <a:spcPct val="80000"/>
              </a:lnSpc>
            </a:pPr>
            <a:r>
              <a:rPr lang="es-AR" altLang="en-US" sz="800">
                <a:latin typeface="Arial" panose="020B0604020202020204" pitchFamily="34" charset="0"/>
                <a:cs typeface="Arial" panose="020B0604020202020204" pitchFamily="34" charset="0"/>
              </a:rPr>
              <a:t>sqlConn.Open()</a:t>
            </a:r>
          </a:p>
          <a:p>
            <a:pPr eaLnBrk="1" hangingPunct="1">
              <a:lnSpc>
                <a:spcPct val="80000"/>
              </a:lnSpc>
            </a:pPr>
            <a:r>
              <a:rPr lang="es-AR" altLang="en-US" sz="800">
                <a:latin typeface="Arial" panose="020B0604020202020204" pitchFamily="34" charset="0"/>
                <a:cs typeface="Arial" panose="020B0604020202020204" pitchFamily="34" charset="0"/>
              </a:rPr>
              <a:t>If sqlConn.State.ToString() = "Open" Then</a:t>
            </a:r>
          </a:p>
          <a:p>
            <a:pPr eaLnBrk="1" hangingPunct="1">
              <a:lnSpc>
                <a:spcPct val="80000"/>
              </a:lnSpc>
            </a:pPr>
            <a:r>
              <a:rPr lang="es-AR" altLang="en-US" sz="800">
                <a:latin typeface="Arial" panose="020B0604020202020204" pitchFamily="34" charset="0"/>
                <a:cs typeface="Arial" panose="020B0604020202020204" pitchFamily="34" charset="0"/>
              </a:rPr>
              <a:t>'Perform data operations</a:t>
            </a:r>
          </a:p>
          <a:p>
            <a:pPr eaLnBrk="1" hangingPunct="1">
              <a:lnSpc>
                <a:spcPct val="80000"/>
              </a:lnSpc>
            </a:pPr>
            <a:r>
              <a:rPr lang="es-AR" altLang="en-US" sz="800">
                <a:latin typeface="Arial" panose="020B0604020202020204" pitchFamily="34" charset="0"/>
                <a:cs typeface="Arial" panose="020B0604020202020204" pitchFamily="34" charset="0"/>
              </a:rPr>
              <a:t>End If</a:t>
            </a:r>
          </a:p>
          <a:p>
            <a:pPr eaLnBrk="1" hangingPunct="1">
              <a:lnSpc>
                <a:spcPct val="80000"/>
              </a:lnSpc>
            </a:pPr>
            <a:r>
              <a:rPr lang="es-AR" altLang="en-US" sz="800" b="1">
                <a:latin typeface="Arial" panose="020B0604020202020204" pitchFamily="34" charset="0"/>
                <a:cs typeface="Arial" panose="020B0604020202020204" pitchFamily="34" charset="0"/>
              </a:rPr>
              <a:t>//[Visual C#]</a:t>
            </a:r>
          </a:p>
          <a:p>
            <a:pPr eaLnBrk="1" hangingPunct="1">
              <a:lnSpc>
                <a:spcPct val="80000"/>
              </a:lnSpc>
            </a:pPr>
            <a:r>
              <a:rPr lang="es-AR" altLang="en-US" sz="800">
                <a:latin typeface="Arial" panose="020B0604020202020204" pitchFamily="34" charset="0"/>
                <a:cs typeface="Arial" panose="020B0604020202020204" pitchFamily="34" charset="0"/>
              </a:rPr>
              <a:t>string dbString =</a:t>
            </a:r>
          </a:p>
          <a:p>
            <a:pPr eaLnBrk="1" hangingPunct="1">
              <a:lnSpc>
                <a:spcPct val="80000"/>
              </a:lnSpc>
            </a:pPr>
            <a:r>
              <a:rPr lang="es-AR" altLang="en-US" sz="800">
                <a:latin typeface="Arial" panose="020B0604020202020204" pitchFamily="34" charset="0"/>
                <a:cs typeface="Arial" panose="020B0604020202020204" pitchFamily="34" charset="0"/>
              </a:rPr>
              <a:t>ConfigurationManager.ConnectionStrings</a:t>
            </a:r>
          </a:p>
          <a:p>
            <a:pPr eaLnBrk="1" hangingPunct="1">
              <a:lnSpc>
                <a:spcPct val="80000"/>
              </a:lnSpc>
            </a:pPr>
            <a:r>
              <a:rPr lang="es-AR" altLang="en-US" sz="800">
                <a:latin typeface="Arial" panose="020B0604020202020204" pitchFamily="34" charset="0"/>
                <a:cs typeface="Arial" panose="020B0604020202020204" pitchFamily="34" charset="0"/>
              </a:rPr>
              <a:t>["AppConnString"].ConnectionString;</a:t>
            </a:r>
          </a:p>
          <a:p>
            <a:pPr eaLnBrk="1" hangingPunct="1">
              <a:lnSpc>
                <a:spcPct val="80000"/>
              </a:lnSpc>
            </a:pPr>
            <a:r>
              <a:rPr lang="es-AR" altLang="en-US" sz="800">
                <a:latin typeface="Arial" panose="020B0604020202020204" pitchFamily="34" charset="0"/>
                <a:cs typeface="Arial" panose="020B0604020202020204" pitchFamily="34" charset="0"/>
              </a:rPr>
              <a:t>System.Data.SqlClient.SqlConnection sqlConn = new</a:t>
            </a:r>
          </a:p>
          <a:p>
            <a:pPr eaLnBrk="1" hangingPunct="1">
              <a:lnSpc>
                <a:spcPct val="80000"/>
              </a:lnSpc>
            </a:pPr>
            <a:r>
              <a:rPr lang="es-AR" altLang="en-US" sz="800">
                <a:latin typeface="Arial" panose="020B0604020202020204" pitchFamily="34" charset="0"/>
                <a:cs typeface="Arial" panose="020B0604020202020204" pitchFamily="34" charset="0"/>
              </a:rPr>
              <a:t>System.Data.SqlClient.SqlConnection(dbString);</a:t>
            </a:r>
          </a:p>
          <a:p>
            <a:pPr eaLnBrk="1" hangingPunct="1">
              <a:lnSpc>
                <a:spcPct val="80000"/>
              </a:lnSpc>
            </a:pPr>
            <a:r>
              <a:rPr lang="es-AR" altLang="en-US" sz="800">
                <a:latin typeface="Arial" panose="020B0604020202020204" pitchFamily="34" charset="0"/>
                <a:cs typeface="Arial" panose="020B0604020202020204" pitchFamily="34" charset="0"/>
              </a:rPr>
              <a:t>sqlConn.Open();</a:t>
            </a:r>
          </a:p>
          <a:p>
            <a:pPr eaLnBrk="1" hangingPunct="1">
              <a:lnSpc>
                <a:spcPct val="80000"/>
              </a:lnSpc>
            </a:pPr>
            <a:r>
              <a:rPr lang="es-AR" altLang="en-US" sz="800">
                <a:latin typeface="Arial" panose="020B0604020202020204" pitchFamily="34" charset="0"/>
                <a:cs typeface="Arial" panose="020B0604020202020204" pitchFamily="34" charset="0"/>
              </a:rPr>
              <a:t>if (sqlConn.State.ToString() == "Open")</a:t>
            </a:r>
          </a:p>
          <a:p>
            <a:pPr eaLnBrk="1" hangingPunct="1">
              <a:lnSpc>
                <a:spcPct val="80000"/>
              </a:lnSpc>
            </a:pPr>
            <a:r>
              <a:rPr lang="es-AR" altLang="en-US" sz="800">
                <a:latin typeface="Arial" panose="020B0604020202020204" pitchFamily="34" charset="0"/>
                <a:cs typeface="Arial" panose="020B0604020202020204" pitchFamily="34" charset="0"/>
              </a:rPr>
              <a:t>{</a:t>
            </a:r>
          </a:p>
          <a:p>
            <a:pPr eaLnBrk="1" hangingPunct="1">
              <a:lnSpc>
                <a:spcPct val="80000"/>
              </a:lnSpc>
            </a:pPr>
            <a:r>
              <a:rPr lang="es-AR" altLang="en-US" sz="800">
                <a:latin typeface="Arial" panose="020B0604020202020204" pitchFamily="34" charset="0"/>
                <a:cs typeface="Arial" panose="020B0604020202020204" pitchFamily="34" charset="0"/>
              </a:rPr>
              <a:t>//Perform data operations</a:t>
            </a:r>
          </a:p>
          <a:p>
            <a:pPr eaLnBrk="1" hangingPunct="1">
              <a:lnSpc>
                <a:spcPct val="80000"/>
              </a:lnSpc>
            </a:pPr>
            <a:r>
              <a:rPr lang="es-AR" altLang="en-US" sz="800">
                <a:latin typeface="Arial" panose="020B0604020202020204" pitchFamily="34" charset="0"/>
                <a:cs typeface="Arial" panose="020B0604020202020204" pitchFamily="34" charset="0"/>
              </a:rPr>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F106EA6D-CDD7-443C-AEC0-C7F664D0EB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09F4CB81-21B3-446C-9AE2-C0D87AD088AB}" type="slidenum">
              <a:rPr lang="es-AR" altLang="en-US" b="0">
                <a:solidFill>
                  <a:schemeClr val="tx1"/>
                </a:solidFill>
              </a:rPr>
              <a:pPr eaLnBrk="1" hangingPunct="1"/>
              <a:t>22</a:t>
            </a:fld>
            <a:endParaRPr lang="es-AR" altLang="en-US" b="0">
              <a:solidFill>
                <a:schemeClr val="tx1"/>
              </a:solidFill>
            </a:endParaRPr>
          </a:p>
        </p:txBody>
      </p:sp>
      <p:sp>
        <p:nvSpPr>
          <p:cNvPr id="79875" name="Rectangle 2">
            <a:extLst>
              <a:ext uri="{FF2B5EF4-FFF2-40B4-BE49-F238E27FC236}">
                <a16:creationId xmlns:a16="http://schemas.microsoft.com/office/drawing/2014/main" id="{32454729-BF34-4F26-A845-3640BB1B5D90}"/>
              </a:ext>
            </a:extLst>
          </p:cNvPr>
          <p:cNvSpPr>
            <a:spLocks noRot="1" noChangeArrowheads="1" noTextEdit="1"/>
          </p:cNvSpPr>
          <p:nvPr>
            <p:ph type="sldImg"/>
          </p:nvPr>
        </p:nvSpPr>
        <p:spPr>
          <a:xfrm>
            <a:off x="4325938" y="73025"/>
            <a:ext cx="2466975" cy="1851025"/>
          </a:xfrm>
          <a:ln/>
        </p:spPr>
      </p:sp>
      <p:sp>
        <p:nvSpPr>
          <p:cNvPr id="79876" name="Rectangle 3">
            <a:extLst>
              <a:ext uri="{FF2B5EF4-FFF2-40B4-BE49-F238E27FC236}">
                <a16:creationId xmlns:a16="http://schemas.microsoft.com/office/drawing/2014/main" id="{13EECCAF-E177-40FF-A7D9-45F2C5A13B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C9225076-2B13-471D-81D2-B8F2CEC1B4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F537A4C8-5A62-41C4-B784-FE719E53ADA5}" type="slidenum">
              <a:rPr lang="es-AR" altLang="en-US" b="0">
                <a:solidFill>
                  <a:schemeClr val="tx1"/>
                </a:solidFill>
              </a:rPr>
              <a:pPr eaLnBrk="1" hangingPunct="1"/>
              <a:t>23</a:t>
            </a:fld>
            <a:endParaRPr lang="es-AR" altLang="en-US" b="0">
              <a:solidFill>
                <a:schemeClr val="tx1"/>
              </a:solidFill>
            </a:endParaRPr>
          </a:p>
        </p:txBody>
      </p:sp>
      <p:sp>
        <p:nvSpPr>
          <p:cNvPr id="80899" name="Rectangle 2">
            <a:extLst>
              <a:ext uri="{FF2B5EF4-FFF2-40B4-BE49-F238E27FC236}">
                <a16:creationId xmlns:a16="http://schemas.microsoft.com/office/drawing/2014/main" id="{75F72296-495F-4909-BBB3-4F05DAF77627}"/>
              </a:ext>
            </a:extLst>
          </p:cNvPr>
          <p:cNvSpPr>
            <a:spLocks noRot="1" noChangeArrowheads="1" noTextEdit="1"/>
          </p:cNvSpPr>
          <p:nvPr>
            <p:ph type="sldImg"/>
          </p:nvPr>
        </p:nvSpPr>
        <p:spPr>
          <a:xfrm>
            <a:off x="4325938" y="73025"/>
            <a:ext cx="2466975" cy="1851025"/>
          </a:xfrm>
          <a:ln/>
        </p:spPr>
      </p:sp>
      <p:sp>
        <p:nvSpPr>
          <p:cNvPr id="80900" name="Rectangle 3">
            <a:extLst>
              <a:ext uri="{FF2B5EF4-FFF2-40B4-BE49-F238E27FC236}">
                <a16:creationId xmlns:a16="http://schemas.microsoft.com/office/drawing/2014/main" id="{4720B54F-CF83-4920-B02B-FB13622B33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DDE0D971-E6E1-4D28-8BF9-B2D33348AF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9CB9A59D-87B8-4036-BDF8-CF890EFEB3B1}" type="slidenum">
              <a:rPr lang="es-AR" altLang="en-US" b="0">
                <a:solidFill>
                  <a:schemeClr val="tx1"/>
                </a:solidFill>
              </a:rPr>
              <a:pPr eaLnBrk="1" hangingPunct="1"/>
              <a:t>24</a:t>
            </a:fld>
            <a:endParaRPr lang="es-AR" altLang="en-US" b="0">
              <a:solidFill>
                <a:schemeClr val="tx1"/>
              </a:solidFill>
            </a:endParaRPr>
          </a:p>
        </p:txBody>
      </p:sp>
      <p:sp>
        <p:nvSpPr>
          <p:cNvPr id="81923" name="Rectangle 2">
            <a:extLst>
              <a:ext uri="{FF2B5EF4-FFF2-40B4-BE49-F238E27FC236}">
                <a16:creationId xmlns:a16="http://schemas.microsoft.com/office/drawing/2014/main" id="{616F6B30-2B53-4FA8-8987-EF8F7B99B43E}"/>
              </a:ext>
            </a:extLst>
          </p:cNvPr>
          <p:cNvSpPr>
            <a:spLocks noRot="1" noChangeArrowheads="1" noTextEdit="1"/>
          </p:cNvSpPr>
          <p:nvPr>
            <p:ph type="sldImg"/>
          </p:nvPr>
        </p:nvSpPr>
        <p:spPr>
          <a:xfrm>
            <a:off x="4325938" y="73025"/>
            <a:ext cx="2466975" cy="1851025"/>
          </a:xfrm>
          <a:ln/>
        </p:spPr>
      </p:sp>
      <p:sp>
        <p:nvSpPr>
          <p:cNvPr id="81924" name="Rectangle 3">
            <a:extLst>
              <a:ext uri="{FF2B5EF4-FFF2-40B4-BE49-F238E27FC236}">
                <a16:creationId xmlns:a16="http://schemas.microsoft.com/office/drawing/2014/main" id="{536E785E-3B5C-423D-8D09-3F20966D85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7BFB427B-3D13-44E3-A6D0-7EDB17147E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6B8A9943-4CFF-48CC-AF91-CE877B3D120D}" type="slidenum">
              <a:rPr lang="es-AR" altLang="en-US" b="0">
                <a:solidFill>
                  <a:schemeClr val="tx1"/>
                </a:solidFill>
              </a:rPr>
              <a:pPr eaLnBrk="1" hangingPunct="1"/>
              <a:t>25</a:t>
            </a:fld>
            <a:endParaRPr lang="es-AR" altLang="en-US" b="0">
              <a:solidFill>
                <a:schemeClr val="tx1"/>
              </a:solidFill>
            </a:endParaRPr>
          </a:p>
        </p:txBody>
      </p:sp>
      <p:sp>
        <p:nvSpPr>
          <p:cNvPr id="82947" name="Rectangle 2">
            <a:extLst>
              <a:ext uri="{FF2B5EF4-FFF2-40B4-BE49-F238E27FC236}">
                <a16:creationId xmlns:a16="http://schemas.microsoft.com/office/drawing/2014/main" id="{FD6C72B0-8636-46E6-B29B-36D723C5D304}"/>
              </a:ext>
            </a:extLst>
          </p:cNvPr>
          <p:cNvSpPr>
            <a:spLocks noRot="1" noChangeArrowheads="1" noTextEdit="1"/>
          </p:cNvSpPr>
          <p:nvPr>
            <p:ph type="sldImg"/>
          </p:nvPr>
        </p:nvSpPr>
        <p:spPr>
          <a:xfrm>
            <a:off x="4325938" y="73025"/>
            <a:ext cx="2466975" cy="1851025"/>
          </a:xfrm>
          <a:ln/>
        </p:spPr>
      </p:sp>
      <p:sp>
        <p:nvSpPr>
          <p:cNvPr id="82948" name="Rectangle 3">
            <a:extLst>
              <a:ext uri="{FF2B5EF4-FFF2-40B4-BE49-F238E27FC236}">
                <a16:creationId xmlns:a16="http://schemas.microsoft.com/office/drawing/2014/main" id="{AFCA9665-6B9C-4563-B19D-C12067A833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s-AR" altLang="en-US" sz="800" b="1">
                <a:latin typeface="Arial" panose="020B0604020202020204" pitchFamily="34" charset="0"/>
                <a:cs typeface="Arial" panose="020B0604020202020204" pitchFamily="34" charset="0"/>
              </a:rPr>
              <a:t>Providers</a:t>
            </a:r>
          </a:p>
          <a:p>
            <a:pPr eaLnBrk="1" hangingPunct="1">
              <a:lnSpc>
                <a:spcPct val="80000"/>
              </a:lnSpc>
            </a:pPr>
            <a:r>
              <a:rPr lang="es-AR" altLang="en-US" sz="800">
                <a:latin typeface="Arial" panose="020B0604020202020204" pitchFamily="34" charset="0"/>
                <a:cs typeface="Arial" panose="020B0604020202020204" pitchFamily="34" charset="0"/>
              </a:rPr>
              <a:t>A provider is a class that can communicate with a specific type of database or</a:t>
            </a:r>
          </a:p>
          <a:p>
            <a:pPr eaLnBrk="1" hangingPunct="1">
              <a:lnSpc>
                <a:spcPct val="80000"/>
              </a:lnSpc>
            </a:pPr>
            <a:r>
              <a:rPr lang="es-AR" altLang="en-US" sz="800">
                <a:latin typeface="Arial" panose="020B0604020202020204" pitchFamily="34" charset="0"/>
                <a:cs typeface="Arial" panose="020B0604020202020204" pitchFamily="34" charset="0"/>
              </a:rPr>
              <a:t>data store. For example, one provider might be able to communicate with a</a:t>
            </a:r>
          </a:p>
          <a:p>
            <a:pPr eaLnBrk="1" hangingPunct="1">
              <a:lnSpc>
                <a:spcPct val="80000"/>
              </a:lnSpc>
            </a:pPr>
            <a:r>
              <a:rPr lang="es-AR" altLang="en-US" sz="800">
                <a:latin typeface="Arial" panose="020B0604020202020204" pitchFamily="34" charset="0"/>
                <a:cs typeface="Arial" panose="020B0604020202020204" pitchFamily="34" charset="0"/>
              </a:rPr>
              <a:t>Microsoft SQL Server™ database, and another provider might be able to</a:t>
            </a:r>
          </a:p>
          <a:p>
            <a:pPr eaLnBrk="1" hangingPunct="1">
              <a:lnSpc>
                <a:spcPct val="80000"/>
              </a:lnSpc>
            </a:pPr>
            <a:r>
              <a:rPr lang="es-AR" altLang="en-US" sz="800">
                <a:latin typeface="Arial" panose="020B0604020202020204" pitchFamily="34" charset="0"/>
                <a:cs typeface="Arial" panose="020B0604020202020204" pitchFamily="34" charset="0"/>
              </a:rPr>
              <a:t>communicate with a Microsoft Office Access database.</a:t>
            </a:r>
          </a:p>
          <a:p>
            <a:pPr eaLnBrk="1" hangingPunct="1">
              <a:lnSpc>
                <a:spcPct val="80000"/>
              </a:lnSpc>
            </a:pPr>
            <a:r>
              <a:rPr lang="es-AR" altLang="en-US" sz="800">
                <a:latin typeface="Arial" panose="020B0604020202020204" pitchFamily="34" charset="0"/>
                <a:cs typeface="Arial" panose="020B0604020202020204" pitchFamily="34" charset="0"/>
              </a:rPr>
              <a:t>In ASP.NET, you can choose from a number of providers that between them</a:t>
            </a:r>
          </a:p>
          <a:p>
            <a:pPr eaLnBrk="1" hangingPunct="1">
              <a:lnSpc>
                <a:spcPct val="80000"/>
              </a:lnSpc>
            </a:pPr>
            <a:r>
              <a:rPr lang="es-AR" altLang="en-US" sz="800">
                <a:latin typeface="Arial" panose="020B0604020202020204" pitchFamily="34" charset="0"/>
                <a:cs typeface="Arial" panose="020B0604020202020204" pitchFamily="34" charset="0"/>
              </a:rPr>
              <a:t>can communicate with a wide variety of data stores. The providers include:</a:t>
            </a:r>
          </a:p>
          <a:p>
            <a:pPr eaLnBrk="1" hangingPunct="1">
              <a:lnSpc>
                <a:spcPct val="80000"/>
              </a:lnSpc>
            </a:pPr>
            <a:r>
              <a:rPr lang="es-AR" altLang="en-US" sz="800">
                <a:latin typeface="Arial" panose="020B0604020202020204" pitchFamily="34" charset="0"/>
                <a:cs typeface="Arial" panose="020B0604020202020204" pitchFamily="34" charset="0"/>
              </a:rPr>
              <a:t>􀂄 The .NET Framework Data Provider for SQL Server in the</a:t>
            </a:r>
          </a:p>
          <a:p>
            <a:pPr eaLnBrk="1" hangingPunct="1">
              <a:lnSpc>
                <a:spcPct val="80000"/>
              </a:lnSpc>
            </a:pPr>
            <a:r>
              <a:rPr lang="es-AR" altLang="en-US" sz="800" b="1">
                <a:latin typeface="Arial" panose="020B0604020202020204" pitchFamily="34" charset="0"/>
                <a:cs typeface="Arial" panose="020B0604020202020204" pitchFamily="34" charset="0"/>
              </a:rPr>
              <a:t>System.Data.SqlClient </a:t>
            </a:r>
            <a:r>
              <a:rPr lang="es-AR" altLang="en-US" sz="800">
                <a:latin typeface="Arial" panose="020B0604020202020204" pitchFamily="34" charset="0"/>
                <a:cs typeface="Arial" panose="020B0604020202020204" pitchFamily="34" charset="0"/>
              </a:rPr>
              <a:t>namespace.</a:t>
            </a:r>
          </a:p>
          <a:p>
            <a:pPr eaLnBrk="1" hangingPunct="1">
              <a:lnSpc>
                <a:spcPct val="80000"/>
              </a:lnSpc>
            </a:pPr>
            <a:r>
              <a:rPr lang="es-AR" altLang="en-US" sz="800">
                <a:latin typeface="Arial" panose="020B0604020202020204" pitchFamily="34" charset="0"/>
                <a:cs typeface="Arial" panose="020B0604020202020204" pitchFamily="34" charset="0"/>
              </a:rPr>
              <a:t>􀂄 The .NET Framework Data Provider for OLE DB in the</a:t>
            </a:r>
          </a:p>
          <a:p>
            <a:pPr eaLnBrk="1" hangingPunct="1">
              <a:lnSpc>
                <a:spcPct val="80000"/>
              </a:lnSpc>
            </a:pPr>
            <a:r>
              <a:rPr lang="es-AR" altLang="en-US" sz="800" b="1">
                <a:latin typeface="Arial" panose="020B0604020202020204" pitchFamily="34" charset="0"/>
                <a:cs typeface="Arial" panose="020B0604020202020204" pitchFamily="34" charset="0"/>
              </a:rPr>
              <a:t>System.Data.OleDb </a:t>
            </a:r>
            <a:r>
              <a:rPr lang="es-AR" altLang="en-US" sz="800">
                <a:latin typeface="Arial" panose="020B0604020202020204" pitchFamily="34" charset="0"/>
                <a:cs typeface="Arial" panose="020B0604020202020204" pitchFamily="34" charset="0"/>
              </a:rPr>
              <a:t>namespace.</a:t>
            </a:r>
          </a:p>
          <a:p>
            <a:pPr eaLnBrk="1" hangingPunct="1">
              <a:lnSpc>
                <a:spcPct val="80000"/>
              </a:lnSpc>
            </a:pPr>
            <a:r>
              <a:rPr lang="es-AR" altLang="en-US" sz="800">
                <a:latin typeface="Arial" panose="020B0604020202020204" pitchFamily="34" charset="0"/>
                <a:cs typeface="Arial" panose="020B0604020202020204" pitchFamily="34" charset="0"/>
              </a:rPr>
              <a:t>􀂄 The .NET Framework Data Provider for ODBC in the </a:t>
            </a:r>
            <a:r>
              <a:rPr lang="es-AR" altLang="en-US" sz="800" b="1">
                <a:latin typeface="Arial" panose="020B0604020202020204" pitchFamily="34" charset="0"/>
                <a:cs typeface="Arial" panose="020B0604020202020204" pitchFamily="34" charset="0"/>
              </a:rPr>
              <a:t>System.Data.Odbc</a:t>
            </a:r>
          </a:p>
          <a:p>
            <a:pPr eaLnBrk="1" hangingPunct="1">
              <a:lnSpc>
                <a:spcPct val="80000"/>
              </a:lnSpc>
            </a:pPr>
            <a:r>
              <a:rPr lang="es-AR" altLang="en-US" sz="800">
                <a:latin typeface="Arial" panose="020B0604020202020204" pitchFamily="34" charset="0"/>
                <a:cs typeface="Arial" panose="020B0604020202020204" pitchFamily="34" charset="0"/>
              </a:rPr>
              <a:t>namespace.</a:t>
            </a:r>
          </a:p>
          <a:p>
            <a:pPr eaLnBrk="1" hangingPunct="1">
              <a:lnSpc>
                <a:spcPct val="80000"/>
              </a:lnSpc>
            </a:pPr>
            <a:r>
              <a:rPr lang="es-AR" altLang="en-US" sz="800">
                <a:latin typeface="Arial" panose="020B0604020202020204" pitchFamily="34" charset="0"/>
                <a:cs typeface="Arial" panose="020B0604020202020204" pitchFamily="34" charset="0"/>
              </a:rPr>
              <a:t>􀂄 The .NET Framework Data Provider for Oracle in the</a:t>
            </a:r>
          </a:p>
          <a:p>
            <a:pPr eaLnBrk="1" hangingPunct="1">
              <a:lnSpc>
                <a:spcPct val="80000"/>
              </a:lnSpc>
            </a:pPr>
            <a:r>
              <a:rPr lang="es-AR" altLang="en-US" sz="800" b="1">
                <a:latin typeface="Arial" panose="020B0604020202020204" pitchFamily="34" charset="0"/>
                <a:cs typeface="Arial" panose="020B0604020202020204" pitchFamily="34" charset="0"/>
              </a:rPr>
              <a:t>System.Data.OracleClient </a:t>
            </a:r>
            <a:r>
              <a:rPr lang="es-AR" altLang="en-US" sz="800">
                <a:latin typeface="Arial" panose="020B0604020202020204" pitchFamily="34" charset="0"/>
                <a:cs typeface="Arial" panose="020B0604020202020204" pitchFamily="34" charset="0"/>
              </a:rPr>
              <a:t>namespace.</a:t>
            </a:r>
          </a:p>
          <a:p>
            <a:pPr eaLnBrk="1" hangingPunct="1">
              <a:lnSpc>
                <a:spcPct val="80000"/>
              </a:lnSpc>
            </a:pPr>
            <a:r>
              <a:rPr lang="es-AR" altLang="en-US" sz="800">
                <a:latin typeface="Arial" panose="020B0604020202020204" pitchFamily="34" charset="0"/>
                <a:cs typeface="Arial" panose="020B0604020202020204" pitchFamily="34" charset="0"/>
              </a:rPr>
              <a:t>You can indicate your provider in the Web.config file as part of a connection</a:t>
            </a:r>
          </a:p>
          <a:p>
            <a:pPr eaLnBrk="1" hangingPunct="1">
              <a:lnSpc>
                <a:spcPct val="80000"/>
              </a:lnSpc>
            </a:pPr>
            <a:r>
              <a:rPr lang="es-AR" altLang="en-US" sz="800">
                <a:latin typeface="Arial" panose="020B0604020202020204" pitchFamily="34" charset="0"/>
                <a:cs typeface="Arial" panose="020B0604020202020204" pitchFamily="34" charset="0"/>
              </a:rPr>
              <a:t>string, as a property of a specific data source control instance on your page, or</a:t>
            </a:r>
          </a:p>
          <a:p>
            <a:pPr eaLnBrk="1" hangingPunct="1">
              <a:lnSpc>
                <a:spcPct val="80000"/>
              </a:lnSpc>
            </a:pPr>
            <a:r>
              <a:rPr lang="es-AR" altLang="en-US" sz="800">
                <a:latin typeface="Arial" panose="020B0604020202020204" pitchFamily="34" charset="0"/>
                <a:cs typeface="Arial" panose="020B0604020202020204" pitchFamily="34" charset="0"/>
              </a:rPr>
              <a:t>both.</a:t>
            </a:r>
          </a:p>
          <a:p>
            <a:pPr eaLnBrk="1" hangingPunct="1">
              <a:lnSpc>
                <a:spcPct val="80000"/>
              </a:lnSpc>
            </a:pPr>
            <a:endParaRPr lang="es-AR" altLang="en-US" sz="800" b="1">
              <a:latin typeface="Arial" panose="020B0604020202020204" pitchFamily="34" charset="0"/>
              <a:cs typeface="Arial" panose="020B0604020202020204" pitchFamily="34" charset="0"/>
            </a:endParaRPr>
          </a:p>
          <a:p>
            <a:pPr eaLnBrk="1" hangingPunct="1">
              <a:lnSpc>
                <a:spcPct val="80000"/>
              </a:lnSpc>
            </a:pPr>
            <a:r>
              <a:rPr lang="es-AR" altLang="en-US" sz="800" b="1">
                <a:latin typeface="Arial" panose="020B0604020202020204" pitchFamily="34" charset="0"/>
                <a:cs typeface="Arial" panose="020B0604020202020204" pitchFamily="34" charset="0"/>
              </a:rPr>
              <a:t>Connection String Storage</a:t>
            </a:r>
          </a:p>
          <a:p>
            <a:pPr eaLnBrk="1" hangingPunct="1">
              <a:lnSpc>
                <a:spcPct val="80000"/>
              </a:lnSpc>
            </a:pPr>
            <a:endParaRPr lang="es-AR" altLang="en-US" sz="800" b="1">
              <a:latin typeface="Arial" panose="020B0604020202020204" pitchFamily="34" charset="0"/>
              <a:cs typeface="Arial" panose="020B0604020202020204" pitchFamily="34" charset="0"/>
            </a:endParaRPr>
          </a:p>
          <a:p>
            <a:pPr eaLnBrk="1" hangingPunct="1">
              <a:lnSpc>
                <a:spcPct val="80000"/>
              </a:lnSpc>
            </a:pPr>
            <a:r>
              <a:rPr lang="es-AR" altLang="en-US" sz="800" b="1">
                <a:latin typeface="Arial" panose="020B0604020202020204" pitchFamily="34" charset="0"/>
                <a:cs typeface="Arial" panose="020B0604020202020204" pitchFamily="34" charset="0"/>
              </a:rPr>
              <a:t>Example</a:t>
            </a:r>
          </a:p>
          <a:p>
            <a:pPr eaLnBrk="1" hangingPunct="1">
              <a:lnSpc>
                <a:spcPct val="80000"/>
              </a:lnSpc>
            </a:pPr>
            <a:r>
              <a:rPr lang="es-AR" altLang="en-US" b="1">
                <a:latin typeface="Arial" panose="020B0604020202020204" pitchFamily="34" charset="0"/>
                <a:cs typeface="Arial" panose="020B0604020202020204" pitchFamily="34" charset="0"/>
              </a:rPr>
              <a:t>	&lt;!-- CONNECTION STRINGS --&gt;</a:t>
            </a:r>
          </a:p>
          <a:p>
            <a:pPr eaLnBrk="1" hangingPunct="1">
              <a:lnSpc>
                <a:spcPct val="80000"/>
              </a:lnSpc>
            </a:pPr>
            <a:r>
              <a:rPr lang="es-AR" altLang="en-US" b="1">
                <a:latin typeface="Arial" panose="020B0604020202020204" pitchFamily="34" charset="0"/>
                <a:cs typeface="Arial" panose="020B0604020202020204" pitchFamily="34" charset="0"/>
              </a:rPr>
              <a:t>	&lt;connectionStrings&gt;</a:t>
            </a:r>
          </a:p>
          <a:p>
            <a:pPr eaLnBrk="1" hangingPunct="1">
              <a:lnSpc>
                <a:spcPct val="80000"/>
              </a:lnSpc>
            </a:pPr>
            <a:r>
              <a:rPr lang="es-AR" altLang="en-US" b="1">
                <a:latin typeface="Arial" panose="020B0604020202020204" pitchFamily="34" charset="0"/>
                <a:cs typeface="Arial" panose="020B0604020202020204" pitchFamily="34" charset="0"/>
              </a:rPr>
              <a:t>		&lt;add name=“Nortwinds" providerName="System.Data.SqlClient" connectionString="server=localhost; database= Nortwinds; Integrated Security=true"/&gt;</a:t>
            </a:r>
          </a:p>
          <a:p>
            <a:pPr eaLnBrk="1" hangingPunct="1">
              <a:lnSpc>
                <a:spcPct val="80000"/>
              </a:lnSpc>
            </a:pPr>
            <a:r>
              <a:rPr lang="es-AR" altLang="en-US" b="1">
                <a:latin typeface="Arial" panose="020B0604020202020204" pitchFamily="34" charset="0"/>
                <a:cs typeface="Arial" panose="020B0604020202020204" pitchFamily="34" charset="0"/>
              </a:rPr>
              <a:t>		&lt;add name="ErrorDB" providerName="System.Data.SqlClient" connectionString="server=Machine_Name,Port_Number; database= Nortwinds; Integrated Security=false; user=sa; password=sa"/&gt;</a:t>
            </a:r>
          </a:p>
          <a:p>
            <a:pPr eaLnBrk="1" hangingPunct="1">
              <a:lnSpc>
                <a:spcPct val="80000"/>
              </a:lnSpc>
            </a:pPr>
            <a:r>
              <a:rPr lang="es-AR" altLang="en-US" b="1">
                <a:latin typeface="Arial" panose="020B0604020202020204" pitchFamily="34" charset="0"/>
                <a:cs typeface="Arial" panose="020B0604020202020204" pitchFamily="34" charset="0"/>
              </a:rPr>
              <a:t>	&lt;/connectionStrings&gt;</a:t>
            </a:r>
          </a:p>
          <a:p>
            <a:pPr eaLnBrk="1" hangingPunct="1">
              <a:lnSpc>
                <a:spcPct val="80000"/>
              </a:lnSpc>
            </a:pPr>
            <a:endParaRPr lang="es-AR" altLang="en-US" sz="800" b="1">
              <a:latin typeface="Arial" panose="020B0604020202020204" pitchFamily="34" charset="0"/>
              <a:cs typeface="Arial" panose="020B0604020202020204" pitchFamily="34" charset="0"/>
            </a:endParaRPr>
          </a:p>
          <a:p>
            <a:pPr eaLnBrk="1" hangingPunct="1">
              <a:lnSpc>
                <a:spcPct val="80000"/>
              </a:lnSpc>
            </a:pPr>
            <a:r>
              <a:rPr lang="es-AR" altLang="en-US" sz="800">
                <a:latin typeface="Arial" panose="020B0604020202020204" pitchFamily="34" charset="0"/>
                <a:cs typeface="Arial" panose="020B0604020202020204" pitchFamily="34" charset="0"/>
              </a:rPr>
              <a:t>For organizational purposes, it is good practice to place connection strings in</a:t>
            </a:r>
          </a:p>
          <a:p>
            <a:pPr eaLnBrk="1" hangingPunct="1">
              <a:lnSpc>
                <a:spcPct val="80000"/>
              </a:lnSpc>
            </a:pPr>
            <a:r>
              <a:rPr lang="es-AR" altLang="en-US" sz="800">
                <a:latin typeface="Arial" panose="020B0604020202020204" pitchFamily="34" charset="0"/>
                <a:cs typeface="Arial" panose="020B0604020202020204" pitchFamily="34" charset="0"/>
              </a:rPr>
              <a:t>the Web.config file. Within the </a:t>
            </a:r>
            <a:r>
              <a:rPr lang="es-AR" altLang="en-US" sz="800" b="1">
                <a:latin typeface="Arial" panose="020B0604020202020204" pitchFamily="34" charset="0"/>
                <a:cs typeface="Arial" panose="020B0604020202020204" pitchFamily="34" charset="0"/>
              </a:rPr>
              <a:t>&lt;configuration&gt; </a:t>
            </a:r>
            <a:r>
              <a:rPr lang="es-AR" altLang="en-US" sz="800">
                <a:latin typeface="Arial" panose="020B0604020202020204" pitchFamily="34" charset="0"/>
                <a:cs typeface="Arial" panose="020B0604020202020204" pitchFamily="34" charset="0"/>
              </a:rPr>
              <a:t>element, you can create a</a:t>
            </a:r>
          </a:p>
          <a:p>
            <a:pPr eaLnBrk="1" hangingPunct="1">
              <a:lnSpc>
                <a:spcPct val="80000"/>
              </a:lnSpc>
            </a:pPr>
            <a:r>
              <a:rPr lang="es-AR" altLang="en-US" sz="800">
                <a:latin typeface="Arial" panose="020B0604020202020204" pitchFamily="34" charset="0"/>
                <a:cs typeface="Arial" panose="020B0604020202020204" pitchFamily="34" charset="0"/>
              </a:rPr>
              <a:t>child element named </a:t>
            </a:r>
            <a:r>
              <a:rPr lang="es-AR" altLang="en-US" sz="800" b="1">
                <a:latin typeface="Arial" panose="020B0604020202020204" pitchFamily="34" charset="0"/>
                <a:cs typeface="Arial" panose="020B0604020202020204" pitchFamily="34" charset="0"/>
              </a:rPr>
              <a:t>&lt;connectionStrings&gt; </a:t>
            </a:r>
            <a:r>
              <a:rPr lang="es-AR" altLang="en-US" sz="800">
                <a:latin typeface="Arial" panose="020B0604020202020204" pitchFamily="34" charset="0"/>
                <a:cs typeface="Arial" panose="020B0604020202020204" pitchFamily="34" charset="0"/>
              </a:rPr>
              <a:t>and place your connection strings</a:t>
            </a:r>
          </a:p>
          <a:p>
            <a:pPr eaLnBrk="1" hangingPunct="1">
              <a:lnSpc>
                <a:spcPct val="80000"/>
              </a:lnSpc>
            </a:pPr>
            <a:r>
              <a:rPr lang="es-AR" altLang="en-US" sz="800">
                <a:latin typeface="Arial" panose="020B0604020202020204" pitchFamily="34" charset="0"/>
                <a:cs typeface="Arial" panose="020B0604020202020204" pitchFamily="34" charset="0"/>
              </a:rPr>
              <a:t>there:</a:t>
            </a:r>
          </a:p>
          <a:p>
            <a:pPr eaLnBrk="1" hangingPunct="1">
              <a:lnSpc>
                <a:spcPct val="80000"/>
              </a:lnSpc>
            </a:pPr>
            <a:r>
              <a:rPr lang="es-AR" altLang="en-US" sz="800">
                <a:latin typeface="Arial" panose="020B0604020202020204" pitchFamily="34" charset="0"/>
                <a:cs typeface="Arial" panose="020B0604020202020204" pitchFamily="34" charset="0"/>
              </a:rPr>
              <a:t>&lt;connectionStrings&gt;</a:t>
            </a:r>
          </a:p>
          <a:p>
            <a:pPr eaLnBrk="1" hangingPunct="1">
              <a:lnSpc>
                <a:spcPct val="80000"/>
              </a:lnSpc>
            </a:pPr>
            <a:r>
              <a:rPr lang="es-AR" altLang="en-US" sz="800">
                <a:latin typeface="Arial" panose="020B0604020202020204" pitchFamily="34" charset="0"/>
                <a:cs typeface="Arial" panose="020B0604020202020204" pitchFamily="34" charset="0"/>
              </a:rPr>
              <a:t>&lt;add name="AppConnString"</a:t>
            </a:r>
          </a:p>
          <a:p>
            <a:pPr eaLnBrk="1" hangingPunct="1">
              <a:lnSpc>
                <a:spcPct val="80000"/>
              </a:lnSpc>
            </a:pPr>
            <a:r>
              <a:rPr lang="es-AR" altLang="en-US" sz="800">
                <a:latin typeface="Arial" panose="020B0604020202020204" pitchFamily="34" charset="0"/>
                <a:cs typeface="Arial" panose="020B0604020202020204" pitchFamily="34" charset="0"/>
              </a:rPr>
              <a:t>connectionString=" Server=MyDataServer;User ID=dbuser;</a:t>
            </a:r>
          </a:p>
          <a:p>
            <a:pPr eaLnBrk="1" hangingPunct="1">
              <a:lnSpc>
                <a:spcPct val="80000"/>
              </a:lnSpc>
            </a:pPr>
            <a:r>
              <a:rPr lang="es-AR" altLang="en-US" sz="800">
                <a:latin typeface="Arial" panose="020B0604020202020204" pitchFamily="34" charset="0"/>
                <a:cs typeface="Arial" panose="020B0604020202020204" pitchFamily="34" charset="0"/>
              </a:rPr>
              <a:t>Password=dbpass;Database=Northwind;Persist Security Info=True"</a:t>
            </a:r>
          </a:p>
          <a:p>
            <a:pPr eaLnBrk="1" hangingPunct="1">
              <a:lnSpc>
                <a:spcPct val="80000"/>
              </a:lnSpc>
            </a:pPr>
            <a:r>
              <a:rPr lang="es-AR" altLang="en-US" sz="800">
                <a:latin typeface="Arial" panose="020B0604020202020204" pitchFamily="34" charset="0"/>
                <a:cs typeface="Arial" panose="020B0604020202020204" pitchFamily="34" charset="0"/>
              </a:rPr>
              <a:t>providerName="System.Data.SqlClient" /&gt;</a:t>
            </a:r>
          </a:p>
          <a:p>
            <a:pPr eaLnBrk="1" hangingPunct="1">
              <a:lnSpc>
                <a:spcPct val="80000"/>
              </a:lnSpc>
            </a:pPr>
            <a:r>
              <a:rPr lang="es-AR" altLang="en-US" sz="800">
                <a:latin typeface="Arial" panose="020B0604020202020204" pitchFamily="34" charset="0"/>
                <a:cs typeface="Arial" panose="020B0604020202020204" pitchFamily="34" charset="0"/>
              </a:rPr>
              <a:t>&lt;/connectionStrings&gt;</a:t>
            </a:r>
          </a:p>
          <a:p>
            <a:pPr eaLnBrk="1" hangingPunct="1">
              <a:lnSpc>
                <a:spcPct val="80000"/>
              </a:lnSpc>
            </a:pPr>
            <a:r>
              <a:rPr lang="es-AR" altLang="en-US" sz="800">
                <a:latin typeface="Arial" panose="020B0604020202020204" pitchFamily="34" charset="0"/>
                <a:cs typeface="Arial" panose="020B0604020202020204" pitchFamily="34" charset="0"/>
              </a:rPr>
              <a:t>In this example, the name and provider are both supplied, and any data source</a:t>
            </a:r>
          </a:p>
          <a:p>
            <a:pPr eaLnBrk="1" hangingPunct="1">
              <a:lnSpc>
                <a:spcPct val="80000"/>
              </a:lnSpc>
            </a:pPr>
            <a:r>
              <a:rPr lang="es-AR" altLang="en-US" sz="800">
                <a:latin typeface="Arial" panose="020B0604020202020204" pitchFamily="34" charset="0"/>
                <a:cs typeface="Arial" panose="020B0604020202020204" pitchFamily="34" charset="0"/>
              </a:rPr>
              <a:t>control can use values from the Web.config file. One advantage to this process</a:t>
            </a:r>
          </a:p>
          <a:p>
            <a:pPr eaLnBrk="1" hangingPunct="1">
              <a:lnSpc>
                <a:spcPct val="80000"/>
              </a:lnSpc>
            </a:pPr>
            <a:r>
              <a:rPr lang="es-AR" altLang="en-US" sz="800">
                <a:latin typeface="Arial" panose="020B0604020202020204" pitchFamily="34" charset="0"/>
                <a:cs typeface="Arial" panose="020B0604020202020204" pitchFamily="34" charset="0"/>
              </a:rPr>
              <a:t>is that you can easily change the server name, database, or authentication</a:t>
            </a:r>
          </a:p>
          <a:p>
            <a:pPr eaLnBrk="1" hangingPunct="1">
              <a:lnSpc>
                <a:spcPct val="80000"/>
              </a:lnSpc>
            </a:pPr>
            <a:r>
              <a:rPr lang="es-AR" altLang="en-US" sz="800">
                <a:latin typeface="Arial" panose="020B0604020202020204" pitchFamily="34" charset="0"/>
                <a:cs typeface="Arial" panose="020B0604020202020204" pitchFamily="34" charset="0"/>
              </a:rPr>
              <a:t>information without editing individual Web pages.</a:t>
            </a:r>
          </a:p>
          <a:p>
            <a:pPr eaLnBrk="1" hangingPunct="1">
              <a:lnSpc>
                <a:spcPct val="80000"/>
              </a:lnSpc>
            </a:pPr>
            <a:endParaRPr lang="es-AR" altLang="en-US" sz="800">
              <a:latin typeface="Arial" panose="020B0604020202020204" pitchFamily="34" charset="0"/>
              <a:cs typeface="Arial" panose="020B0604020202020204" pitchFamily="34" charset="0"/>
            </a:endParaRPr>
          </a:p>
          <a:p>
            <a:pPr eaLnBrk="1" hangingPunct="1">
              <a:lnSpc>
                <a:spcPct val="80000"/>
              </a:lnSpc>
            </a:pPr>
            <a:r>
              <a:rPr lang="es-AR" altLang="en-US" sz="800" b="1">
                <a:latin typeface="Arial" panose="020B0604020202020204" pitchFamily="34" charset="0"/>
                <a:cs typeface="Arial" panose="020B0604020202020204" pitchFamily="34" charset="0"/>
              </a:rPr>
              <a:t>Retrieving Connection Strings Programmatically</a:t>
            </a:r>
          </a:p>
          <a:p>
            <a:pPr eaLnBrk="1" hangingPunct="1">
              <a:lnSpc>
                <a:spcPct val="80000"/>
              </a:lnSpc>
            </a:pPr>
            <a:r>
              <a:rPr lang="es-AR" altLang="en-US" sz="800">
                <a:latin typeface="Arial" panose="020B0604020202020204" pitchFamily="34" charset="0"/>
                <a:cs typeface="Arial" panose="020B0604020202020204" pitchFamily="34" charset="0"/>
              </a:rPr>
              <a:t>You can programmatically retrieve connection strings from the Web.config file</a:t>
            </a:r>
          </a:p>
          <a:p>
            <a:pPr eaLnBrk="1" hangingPunct="1">
              <a:lnSpc>
                <a:spcPct val="80000"/>
              </a:lnSpc>
            </a:pPr>
            <a:r>
              <a:rPr lang="es-AR" altLang="en-US" sz="800">
                <a:latin typeface="Arial" panose="020B0604020202020204" pitchFamily="34" charset="0"/>
                <a:cs typeface="Arial" panose="020B0604020202020204" pitchFamily="34" charset="0"/>
              </a:rPr>
              <a:t>at run time and use them in conjunction with data source controls or ADO.NET</a:t>
            </a:r>
          </a:p>
          <a:p>
            <a:pPr eaLnBrk="1" hangingPunct="1">
              <a:lnSpc>
                <a:spcPct val="80000"/>
              </a:lnSpc>
            </a:pPr>
            <a:r>
              <a:rPr lang="es-AR" altLang="en-US" sz="800">
                <a:latin typeface="Arial" panose="020B0604020202020204" pitchFamily="34" charset="0"/>
                <a:cs typeface="Arial" panose="020B0604020202020204" pitchFamily="34" charset="0"/>
              </a:rPr>
              <a:t>objects. The following examples show how to retrieve a connection string and</a:t>
            </a:r>
          </a:p>
          <a:p>
            <a:pPr eaLnBrk="1" hangingPunct="1">
              <a:lnSpc>
                <a:spcPct val="80000"/>
              </a:lnSpc>
            </a:pPr>
            <a:r>
              <a:rPr lang="es-AR" altLang="en-US" sz="800">
                <a:latin typeface="Arial" panose="020B0604020202020204" pitchFamily="34" charset="0"/>
                <a:cs typeface="Arial" panose="020B0604020202020204" pitchFamily="34" charset="0"/>
              </a:rPr>
              <a:t>use it to open an ADO.NET </a:t>
            </a:r>
            <a:r>
              <a:rPr lang="es-AR" altLang="en-US" sz="800" b="1">
                <a:latin typeface="Arial" panose="020B0604020202020204" pitchFamily="34" charset="0"/>
                <a:cs typeface="Arial" panose="020B0604020202020204" pitchFamily="34" charset="0"/>
              </a:rPr>
              <a:t>Connection </a:t>
            </a:r>
            <a:r>
              <a:rPr lang="es-AR" altLang="en-US" sz="800">
                <a:latin typeface="Arial" panose="020B0604020202020204" pitchFamily="34" charset="0"/>
                <a:cs typeface="Arial" panose="020B0604020202020204" pitchFamily="34" charset="0"/>
              </a:rPr>
              <a:t>object:</a:t>
            </a:r>
          </a:p>
          <a:p>
            <a:pPr eaLnBrk="1" hangingPunct="1">
              <a:lnSpc>
                <a:spcPct val="80000"/>
              </a:lnSpc>
            </a:pPr>
            <a:r>
              <a:rPr lang="es-AR" altLang="en-US" sz="800" b="1">
                <a:latin typeface="Arial" panose="020B0604020202020204" pitchFamily="34" charset="0"/>
                <a:cs typeface="Arial" panose="020B0604020202020204" pitchFamily="34" charset="0"/>
              </a:rPr>
              <a:t>'[Visual Basic]</a:t>
            </a:r>
          </a:p>
          <a:p>
            <a:pPr eaLnBrk="1" hangingPunct="1">
              <a:lnSpc>
                <a:spcPct val="80000"/>
              </a:lnSpc>
            </a:pPr>
            <a:r>
              <a:rPr lang="es-AR" altLang="en-US" sz="800">
                <a:latin typeface="Arial" panose="020B0604020202020204" pitchFamily="34" charset="0"/>
                <a:cs typeface="Arial" panose="020B0604020202020204" pitchFamily="34" charset="0"/>
              </a:rPr>
              <a:t>Dim dbString As String = _</a:t>
            </a:r>
          </a:p>
          <a:p>
            <a:pPr eaLnBrk="1" hangingPunct="1">
              <a:lnSpc>
                <a:spcPct val="80000"/>
              </a:lnSpc>
            </a:pPr>
            <a:r>
              <a:rPr lang="es-AR" altLang="en-US" sz="800">
                <a:latin typeface="Arial" panose="020B0604020202020204" pitchFamily="34" charset="0"/>
                <a:cs typeface="Arial" panose="020B0604020202020204" pitchFamily="34" charset="0"/>
              </a:rPr>
              <a:t>ConfigurationManager.ConnectionStrings _</a:t>
            </a:r>
          </a:p>
          <a:p>
            <a:pPr eaLnBrk="1" hangingPunct="1">
              <a:lnSpc>
                <a:spcPct val="80000"/>
              </a:lnSpc>
            </a:pPr>
            <a:r>
              <a:rPr lang="es-AR" altLang="en-US" sz="800">
                <a:latin typeface="Arial" panose="020B0604020202020204" pitchFamily="34" charset="0"/>
                <a:cs typeface="Arial" panose="020B0604020202020204" pitchFamily="34" charset="0"/>
              </a:rPr>
              <a:t>("AppConnString").ConnectionString</a:t>
            </a:r>
          </a:p>
          <a:p>
            <a:pPr eaLnBrk="1" hangingPunct="1">
              <a:lnSpc>
                <a:spcPct val="80000"/>
              </a:lnSpc>
            </a:pPr>
            <a:r>
              <a:rPr lang="es-AR" altLang="en-US" sz="800">
                <a:latin typeface="Arial" panose="020B0604020202020204" pitchFamily="34" charset="0"/>
                <a:cs typeface="Arial" panose="020B0604020202020204" pitchFamily="34" charset="0"/>
              </a:rPr>
              <a:t>Dim sqlConn As System.Data.SqlClient.SqlConnection = _</a:t>
            </a:r>
          </a:p>
          <a:p>
            <a:pPr eaLnBrk="1" hangingPunct="1">
              <a:lnSpc>
                <a:spcPct val="80000"/>
              </a:lnSpc>
            </a:pPr>
            <a:r>
              <a:rPr lang="es-AR" altLang="en-US" sz="800">
                <a:latin typeface="Arial" panose="020B0604020202020204" pitchFamily="34" charset="0"/>
                <a:cs typeface="Arial" panose="020B0604020202020204" pitchFamily="34" charset="0"/>
              </a:rPr>
              <a:t>New System.Data.SqlClient.SqlConnection(dbString)</a:t>
            </a:r>
          </a:p>
          <a:p>
            <a:pPr eaLnBrk="1" hangingPunct="1">
              <a:lnSpc>
                <a:spcPct val="80000"/>
              </a:lnSpc>
            </a:pPr>
            <a:r>
              <a:rPr lang="es-AR" altLang="en-US" sz="800">
                <a:latin typeface="Arial" panose="020B0604020202020204" pitchFamily="34" charset="0"/>
                <a:cs typeface="Arial" panose="020B0604020202020204" pitchFamily="34" charset="0"/>
              </a:rPr>
              <a:t>sqlConn.Open()</a:t>
            </a:r>
          </a:p>
          <a:p>
            <a:pPr eaLnBrk="1" hangingPunct="1">
              <a:lnSpc>
                <a:spcPct val="80000"/>
              </a:lnSpc>
            </a:pPr>
            <a:r>
              <a:rPr lang="es-AR" altLang="en-US" sz="800">
                <a:latin typeface="Arial" panose="020B0604020202020204" pitchFamily="34" charset="0"/>
                <a:cs typeface="Arial" panose="020B0604020202020204" pitchFamily="34" charset="0"/>
              </a:rPr>
              <a:t>If sqlConn.State.ToString() = "Open" Then</a:t>
            </a:r>
          </a:p>
          <a:p>
            <a:pPr eaLnBrk="1" hangingPunct="1">
              <a:lnSpc>
                <a:spcPct val="80000"/>
              </a:lnSpc>
            </a:pPr>
            <a:r>
              <a:rPr lang="es-AR" altLang="en-US" sz="800">
                <a:latin typeface="Arial" panose="020B0604020202020204" pitchFamily="34" charset="0"/>
                <a:cs typeface="Arial" panose="020B0604020202020204" pitchFamily="34" charset="0"/>
              </a:rPr>
              <a:t>'Perform data operations</a:t>
            </a:r>
          </a:p>
          <a:p>
            <a:pPr eaLnBrk="1" hangingPunct="1">
              <a:lnSpc>
                <a:spcPct val="80000"/>
              </a:lnSpc>
            </a:pPr>
            <a:r>
              <a:rPr lang="es-AR" altLang="en-US" sz="800">
                <a:latin typeface="Arial" panose="020B0604020202020204" pitchFamily="34" charset="0"/>
                <a:cs typeface="Arial" panose="020B0604020202020204" pitchFamily="34" charset="0"/>
              </a:rPr>
              <a:t>End If</a:t>
            </a:r>
          </a:p>
          <a:p>
            <a:pPr eaLnBrk="1" hangingPunct="1">
              <a:lnSpc>
                <a:spcPct val="80000"/>
              </a:lnSpc>
            </a:pPr>
            <a:r>
              <a:rPr lang="es-AR" altLang="en-US" sz="800" b="1">
                <a:latin typeface="Arial" panose="020B0604020202020204" pitchFamily="34" charset="0"/>
                <a:cs typeface="Arial" panose="020B0604020202020204" pitchFamily="34" charset="0"/>
              </a:rPr>
              <a:t>//[Visual C#]</a:t>
            </a:r>
          </a:p>
          <a:p>
            <a:pPr eaLnBrk="1" hangingPunct="1">
              <a:lnSpc>
                <a:spcPct val="80000"/>
              </a:lnSpc>
            </a:pPr>
            <a:r>
              <a:rPr lang="es-AR" altLang="en-US" sz="800">
                <a:latin typeface="Arial" panose="020B0604020202020204" pitchFamily="34" charset="0"/>
                <a:cs typeface="Arial" panose="020B0604020202020204" pitchFamily="34" charset="0"/>
              </a:rPr>
              <a:t>string dbString =</a:t>
            </a:r>
          </a:p>
          <a:p>
            <a:pPr eaLnBrk="1" hangingPunct="1">
              <a:lnSpc>
                <a:spcPct val="80000"/>
              </a:lnSpc>
            </a:pPr>
            <a:r>
              <a:rPr lang="es-AR" altLang="en-US" sz="800">
                <a:latin typeface="Arial" panose="020B0604020202020204" pitchFamily="34" charset="0"/>
                <a:cs typeface="Arial" panose="020B0604020202020204" pitchFamily="34" charset="0"/>
              </a:rPr>
              <a:t>ConfigurationManager.ConnectionStrings</a:t>
            </a:r>
          </a:p>
          <a:p>
            <a:pPr eaLnBrk="1" hangingPunct="1">
              <a:lnSpc>
                <a:spcPct val="80000"/>
              </a:lnSpc>
            </a:pPr>
            <a:r>
              <a:rPr lang="es-AR" altLang="en-US" sz="800">
                <a:latin typeface="Arial" panose="020B0604020202020204" pitchFamily="34" charset="0"/>
                <a:cs typeface="Arial" panose="020B0604020202020204" pitchFamily="34" charset="0"/>
              </a:rPr>
              <a:t>["AppConnString"].ConnectionString;</a:t>
            </a:r>
          </a:p>
          <a:p>
            <a:pPr eaLnBrk="1" hangingPunct="1">
              <a:lnSpc>
                <a:spcPct val="80000"/>
              </a:lnSpc>
            </a:pPr>
            <a:r>
              <a:rPr lang="es-AR" altLang="en-US" sz="800">
                <a:latin typeface="Arial" panose="020B0604020202020204" pitchFamily="34" charset="0"/>
                <a:cs typeface="Arial" panose="020B0604020202020204" pitchFamily="34" charset="0"/>
              </a:rPr>
              <a:t>System.Data.SqlClient.SqlConnection sqlConn = new</a:t>
            </a:r>
          </a:p>
          <a:p>
            <a:pPr eaLnBrk="1" hangingPunct="1">
              <a:lnSpc>
                <a:spcPct val="80000"/>
              </a:lnSpc>
            </a:pPr>
            <a:r>
              <a:rPr lang="es-AR" altLang="en-US" sz="800">
                <a:latin typeface="Arial" panose="020B0604020202020204" pitchFamily="34" charset="0"/>
                <a:cs typeface="Arial" panose="020B0604020202020204" pitchFamily="34" charset="0"/>
              </a:rPr>
              <a:t>System.Data.SqlClient.SqlConnection(dbString);</a:t>
            </a:r>
          </a:p>
          <a:p>
            <a:pPr eaLnBrk="1" hangingPunct="1">
              <a:lnSpc>
                <a:spcPct val="80000"/>
              </a:lnSpc>
            </a:pPr>
            <a:r>
              <a:rPr lang="es-AR" altLang="en-US" sz="800">
                <a:latin typeface="Arial" panose="020B0604020202020204" pitchFamily="34" charset="0"/>
                <a:cs typeface="Arial" panose="020B0604020202020204" pitchFamily="34" charset="0"/>
              </a:rPr>
              <a:t>sqlConn.Open();</a:t>
            </a:r>
          </a:p>
          <a:p>
            <a:pPr eaLnBrk="1" hangingPunct="1">
              <a:lnSpc>
                <a:spcPct val="80000"/>
              </a:lnSpc>
            </a:pPr>
            <a:r>
              <a:rPr lang="es-AR" altLang="en-US" sz="800">
                <a:latin typeface="Arial" panose="020B0604020202020204" pitchFamily="34" charset="0"/>
                <a:cs typeface="Arial" panose="020B0604020202020204" pitchFamily="34" charset="0"/>
              </a:rPr>
              <a:t>if (sqlConn.State.ToString() == "Open")</a:t>
            </a:r>
          </a:p>
          <a:p>
            <a:pPr eaLnBrk="1" hangingPunct="1">
              <a:lnSpc>
                <a:spcPct val="80000"/>
              </a:lnSpc>
            </a:pPr>
            <a:r>
              <a:rPr lang="es-AR" altLang="en-US" sz="800">
                <a:latin typeface="Arial" panose="020B0604020202020204" pitchFamily="34" charset="0"/>
                <a:cs typeface="Arial" panose="020B0604020202020204" pitchFamily="34" charset="0"/>
              </a:rPr>
              <a:t>{</a:t>
            </a:r>
          </a:p>
          <a:p>
            <a:pPr eaLnBrk="1" hangingPunct="1">
              <a:lnSpc>
                <a:spcPct val="80000"/>
              </a:lnSpc>
            </a:pPr>
            <a:r>
              <a:rPr lang="es-AR" altLang="en-US" sz="800">
                <a:latin typeface="Arial" panose="020B0604020202020204" pitchFamily="34" charset="0"/>
                <a:cs typeface="Arial" panose="020B0604020202020204" pitchFamily="34" charset="0"/>
              </a:rPr>
              <a:t>//Perform data operations</a:t>
            </a:r>
          </a:p>
          <a:p>
            <a:pPr eaLnBrk="1" hangingPunct="1">
              <a:lnSpc>
                <a:spcPct val="80000"/>
              </a:lnSpc>
            </a:pPr>
            <a:r>
              <a:rPr lang="es-AR" altLang="en-US" sz="800">
                <a:latin typeface="Arial" panose="020B0604020202020204" pitchFamily="34" charset="0"/>
                <a:cs typeface="Arial" panose="020B0604020202020204" pitchFamily="34" charset="0"/>
              </a:rPr>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2F71A6CF-7C9D-4A8E-8B0F-490CA7C19B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B9FD3EE1-CEA4-40BD-849D-01C4ED0E16E7}" type="slidenum">
              <a:rPr lang="es-AR" altLang="en-US" b="0">
                <a:solidFill>
                  <a:schemeClr val="tx1"/>
                </a:solidFill>
              </a:rPr>
              <a:pPr eaLnBrk="1" hangingPunct="1"/>
              <a:t>26</a:t>
            </a:fld>
            <a:endParaRPr lang="es-AR" altLang="en-US" b="0">
              <a:solidFill>
                <a:schemeClr val="tx1"/>
              </a:solidFill>
            </a:endParaRPr>
          </a:p>
        </p:txBody>
      </p:sp>
      <p:sp>
        <p:nvSpPr>
          <p:cNvPr id="83971" name="Rectangle 2">
            <a:extLst>
              <a:ext uri="{FF2B5EF4-FFF2-40B4-BE49-F238E27FC236}">
                <a16:creationId xmlns:a16="http://schemas.microsoft.com/office/drawing/2014/main" id="{E5B09FA9-AD8B-44F2-9493-CCD1A8342373}"/>
              </a:ext>
            </a:extLst>
          </p:cNvPr>
          <p:cNvSpPr>
            <a:spLocks noRot="1" noChangeArrowheads="1" noTextEdit="1"/>
          </p:cNvSpPr>
          <p:nvPr>
            <p:ph type="sldImg"/>
          </p:nvPr>
        </p:nvSpPr>
        <p:spPr>
          <a:xfrm>
            <a:off x="4325938" y="73025"/>
            <a:ext cx="2466975" cy="1851025"/>
          </a:xfrm>
          <a:ln/>
        </p:spPr>
      </p:sp>
      <p:sp>
        <p:nvSpPr>
          <p:cNvPr id="83972" name="Rectangle 3">
            <a:extLst>
              <a:ext uri="{FF2B5EF4-FFF2-40B4-BE49-F238E27FC236}">
                <a16:creationId xmlns:a16="http://schemas.microsoft.com/office/drawing/2014/main" id="{32D433AD-7B90-4091-B0FF-36676A2340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en-US" sz="800" b="1" dirty="0">
                <a:latin typeface="Arial" panose="020B0604020202020204" pitchFamily="34" charset="0"/>
                <a:cs typeface="Arial" panose="020B0604020202020204" pitchFamily="34" charset="0"/>
              </a:rPr>
              <a:t>Commands</a:t>
            </a:r>
          </a:p>
          <a:p>
            <a:pPr eaLnBrk="1" hangingPunct="1">
              <a:lnSpc>
                <a:spcPct val="80000"/>
              </a:lnSpc>
            </a:pPr>
            <a:r>
              <a:rPr lang="en-US" altLang="en-US" sz="800" dirty="0" err="1">
                <a:latin typeface="Arial" panose="020B0604020202020204" pitchFamily="34" charset="0"/>
                <a:cs typeface="Arial" panose="020B0604020202020204" pitchFamily="34" charset="0"/>
              </a:rPr>
              <a:t>Anteriormente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hemos</a:t>
            </a:r>
            <a:r>
              <a:rPr lang="en-US" altLang="en-US" sz="800" dirty="0">
                <a:latin typeface="Arial" panose="020B0604020202020204" pitchFamily="34" charset="0"/>
                <a:cs typeface="Arial" panose="020B0604020202020204" pitchFamily="34" charset="0"/>
              </a:rPr>
              <a:t> visto que los </a:t>
            </a:r>
            <a:r>
              <a:rPr lang="en-US" altLang="en-US" sz="800" dirty="0" err="1">
                <a:latin typeface="Arial" panose="020B0604020202020204" pitchFamily="34" charset="0"/>
                <a:cs typeface="Arial" panose="020B0604020202020204" pitchFamily="34" charset="0"/>
              </a:rPr>
              <a:t>DataAdapters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tienen</a:t>
            </a:r>
            <a:r>
              <a:rPr lang="en-US" altLang="en-US" sz="800" dirty="0">
                <a:latin typeface="Arial" panose="020B0604020202020204" pitchFamily="34" charset="0"/>
                <a:cs typeface="Arial" panose="020B0604020202020204" pitchFamily="34" charset="0"/>
              </a:rPr>
              <a:t> 4 </a:t>
            </a:r>
            <a:r>
              <a:rPr lang="en-US" altLang="en-US" sz="800" dirty="0" err="1">
                <a:latin typeface="Arial" panose="020B0604020202020204" pitchFamily="34" charset="0"/>
                <a:cs typeface="Arial" panose="020B0604020202020204" pitchFamily="34" charset="0"/>
              </a:rPr>
              <a:t>propiedades</a:t>
            </a:r>
            <a:r>
              <a:rPr lang="en-US" altLang="en-US" sz="800" dirty="0">
                <a:latin typeface="Arial" panose="020B0604020202020204" pitchFamily="34" charset="0"/>
                <a:cs typeface="Arial" panose="020B0604020202020204" pitchFamily="34" charset="0"/>
              </a:rPr>
              <a:t> del </a:t>
            </a:r>
            <a:r>
              <a:rPr lang="en-US" altLang="en-US" sz="800" dirty="0" err="1">
                <a:latin typeface="Arial" panose="020B0604020202020204" pitchFamily="34" charset="0"/>
                <a:cs typeface="Arial" panose="020B0604020202020204" pitchFamily="34" charset="0"/>
              </a:rPr>
              <a:t>tipo</a:t>
            </a:r>
            <a:r>
              <a:rPr lang="en-US" altLang="en-US" sz="800" dirty="0">
                <a:latin typeface="Arial" panose="020B0604020202020204" pitchFamily="34" charset="0"/>
                <a:cs typeface="Arial" panose="020B0604020202020204" pitchFamily="34" charset="0"/>
              </a:rPr>
              <a:t> Command que </a:t>
            </a:r>
            <a:r>
              <a:rPr lang="en-US" altLang="en-US" sz="800" dirty="0" err="1">
                <a:latin typeface="Arial" panose="020B0604020202020204" pitchFamily="34" charset="0"/>
                <a:cs typeface="Arial" panose="020B0604020202020204" pitchFamily="34" charset="0"/>
              </a:rPr>
              <a:t>pueden</a:t>
            </a:r>
            <a:r>
              <a:rPr lang="en-US" altLang="en-US" sz="800" dirty="0">
                <a:latin typeface="Arial" panose="020B0604020202020204" pitchFamily="34" charset="0"/>
                <a:cs typeface="Arial" panose="020B0604020202020204" pitchFamily="34" charset="0"/>
              </a:rPr>
              <a:t> ser 4: Select, Update, Insert y Delete. </a:t>
            </a:r>
            <a:r>
              <a:rPr lang="en-US" altLang="en-US" sz="800" dirty="0" err="1">
                <a:latin typeface="Arial" panose="020B0604020202020204" pitchFamily="34" charset="0"/>
                <a:cs typeface="Arial" panose="020B0604020202020204" pitchFamily="34" charset="0"/>
              </a:rPr>
              <a:t>Cada</a:t>
            </a:r>
            <a:r>
              <a:rPr lang="en-US" altLang="en-US" sz="800" dirty="0">
                <a:latin typeface="Arial" panose="020B0604020202020204" pitchFamily="34" charset="0"/>
                <a:cs typeface="Arial" panose="020B0604020202020204" pitchFamily="34" charset="0"/>
              </a:rPr>
              <a:t> uno de </a:t>
            </a:r>
            <a:r>
              <a:rPr lang="en-US" altLang="en-US" sz="800" dirty="0" err="1">
                <a:latin typeface="Arial" panose="020B0604020202020204" pitchFamily="34" charset="0"/>
                <a:cs typeface="Arial" panose="020B0604020202020204" pitchFamily="34" charset="0"/>
              </a:rPr>
              <a:t>ellos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contendrá</a:t>
            </a:r>
            <a:r>
              <a:rPr lang="en-US" altLang="en-US" sz="800" dirty="0">
                <a:latin typeface="Arial" panose="020B0604020202020204" pitchFamily="34" charset="0"/>
                <a:cs typeface="Arial" panose="020B0604020202020204" pitchFamily="34" charset="0"/>
              </a:rPr>
              <a:t> una </a:t>
            </a:r>
            <a:r>
              <a:rPr lang="en-US" altLang="en-US" sz="800" dirty="0" err="1">
                <a:latin typeface="Arial" panose="020B0604020202020204" pitchFamily="34" charset="0"/>
                <a:cs typeface="Arial" panose="020B0604020202020204" pitchFamily="34" charset="0"/>
              </a:rPr>
              <a:t>sentencia</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Transac</a:t>
            </a:r>
            <a:r>
              <a:rPr lang="en-US" altLang="en-US" sz="800" dirty="0">
                <a:latin typeface="Arial" panose="020B0604020202020204" pitchFamily="34" charset="0"/>
                <a:cs typeface="Arial" panose="020B0604020202020204" pitchFamily="34" charset="0"/>
              </a:rPr>
              <a:t> que le </a:t>
            </a:r>
            <a:r>
              <a:rPr lang="en-US" altLang="en-US" sz="800" dirty="0" err="1">
                <a:latin typeface="Arial" panose="020B0604020202020204" pitchFamily="34" charset="0"/>
                <a:cs typeface="Arial" panose="020B0604020202020204" pitchFamily="34" charset="0"/>
              </a:rPr>
              <a:t>dirá</a:t>
            </a:r>
            <a:r>
              <a:rPr lang="en-US" altLang="en-US" sz="800" dirty="0">
                <a:latin typeface="Arial" panose="020B0604020202020204" pitchFamily="34" charset="0"/>
                <a:cs typeface="Arial" panose="020B0604020202020204" pitchFamily="34" charset="0"/>
              </a:rPr>
              <a:t> al Adapter </a:t>
            </a:r>
            <a:r>
              <a:rPr lang="en-US" altLang="en-US" sz="800" dirty="0" err="1">
                <a:latin typeface="Arial" panose="020B0604020202020204" pitchFamily="34" charset="0"/>
                <a:cs typeface="Arial" panose="020B0604020202020204" pitchFamily="34" charset="0"/>
              </a:rPr>
              <a:t>como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borrar</a:t>
            </a:r>
            <a:r>
              <a:rPr lang="en-US" altLang="en-US" sz="800" dirty="0">
                <a:latin typeface="Arial" panose="020B0604020202020204" pitchFamily="34" charset="0"/>
                <a:cs typeface="Arial" panose="020B0604020202020204" pitchFamily="34" charset="0"/>
              </a:rPr>
              <a:t> o </a:t>
            </a:r>
            <a:r>
              <a:rPr lang="en-US" altLang="en-US" sz="800" dirty="0" err="1">
                <a:latin typeface="Arial" panose="020B0604020202020204" pitchFamily="34" charset="0"/>
                <a:cs typeface="Arial" panose="020B0604020202020204" pitchFamily="34" charset="0"/>
              </a:rPr>
              <a:t>como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insertar</a:t>
            </a:r>
            <a:r>
              <a:rPr lang="en-US" altLang="en-US" sz="800" dirty="0">
                <a:latin typeface="Arial" panose="020B0604020202020204" pitchFamily="34" charset="0"/>
                <a:cs typeface="Arial" panose="020B0604020202020204" pitchFamily="34" charset="0"/>
              </a:rPr>
              <a:t> un campo </a:t>
            </a:r>
            <a:r>
              <a:rPr lang="en-US" altLang="en-US" sz="800" dirty="0" err="1">
                <a:latin typeface="Arial" panose="020B0604020202020204" pitchFamily="34" charset="0"/>
                <a:cs typeface="Arial" panose="020B0604020202020204" pitchFamily="34" charset="0"/>
              </a:rPr>
              <a:t>en</a:t>
            </a:r>
            <a:r>
              <a:rPr lang="en-US" altLang="en-US" sz="800" dirty="0">
                <a:latin typeface="Arial" panose="020B0604020202020204" pitchFamily="34" charset="0"/>
                <a:cs typeface="Arial" panose="020B0604020202020204" pitchFamily="34" charset="0"/>
              </a:rPr>
              <a:t> la base de </a:t>
            </a:r>
            <a:r>
              <a:rPr lang="en-US" altLang="en-US" sz="800" dirty="0" err="1">
                <a:latin typeface="Arial" panose="020B0604020202020204" pitchFamily="34" charset="0"/>
                <a:cs typeface="Arial" panose="020B0604020202020204" pitchFamily="34" charset="0"/>
              </a:rPr>
              <a:t>datos</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origen</a:t>
            </a:r>
            <a:r>
              <a:rPr lang="en-US" altLang="en-US" sz="800" dirty="0">
                <a:latin typeface="Arial" panose="020B0604020202020204" pitchFamily="34" charset="0"/>
                <a:cs typeface="Arial" panose="020B0604020202020204" pitchFamily="34" charset="0"/>
              </a:rPr>
              <a:t>.</a:t>
            </a:r>
            <a:br>
              <a:rPr lang="en-US" altLang="en-US" sz="800" dirty="0">
                <a:latin typeface="Arial" panose="020B0604020202020204" pitchFamily="34" charset="0"/>
                <a:cs typeface="Arial" panose="020B0604020202020204" pitchFamily="34" charset="0"/>
              </a:rPr>
            </a:br>
            <a:br>
              <a:rPr lang="en-US" altLang="en-US" sz="800" dirty="0">
                <a:latin typeface="Arial" panose="020B0604020202020204" pitchFamily="34" charset="0"/>
                <a:cs typeface="Arial" panose="020B0604020202020204" pitchFamily="34" charset="0"/>
              </a:rPr>
            </a:br>
            <a:r>
              <a:rPr lang="en-US" altLang="en-US" sz="800" dirty="0" err="1">
                <a:latin typeface="Arial" panose="020B0604020202020204" pitchFamily="34" charset="0"/>
                <a:cs typeface="Arial" panose="020B0604020202020204" pitchFamily="34" charset="0"/>
              </a:rPr>
              <a:t>Ahora</a:t>
            </a:r>
            <a:r>
              <a:rPr lang="en-US" altLang="en-US" sz="800" dirty="0">
                <a:latin typeface="Arial" panose="020B0604020202020204" pitchFamily="34" charset="0"/>
                <a:cs typeface="Arial" panose="020B0604020202020204" pitchFamily="34" charset="0"/>
              </a:rPr>
              <a:t> bien, </a:t>
            </a:r>
            <a:r>
              <a:rPr lang="en-US" altLang="en-US" sz="800" dirty="0" err="1">
                <a:latin typeface="Arial" panose="020B0604020202020204" pitchFamily="34" charset="0"/>
                <a:cs typeface="Arial" panose="020B0604020202020204" pitchFamily="34" charset="0"/>
              </a:rPr>
              <a:t>ya</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dijimos</a:t>
            </a:r>
            <a:r>
              <a:rPr lang="en-US" altLang="en-US" sz="800" dirty="0">
                <a:latin typeface="Arial" panose="020B0604020202020204" pitchFamily="34" charset="0"/>
                <a:cs typeface="Arial" panose="020B0604020202020204" pitchFamily="34" charset="0"/>
              </a:rPr>
              <a:t> que para la gran </a:t>
            </a:r>
            <a:r>
              <a:rPr lang="en-US" altLang="en-US" sz="800" dirty="0" err="1">
                <a:latin typeface="Arial" panose="020B0604020202020204" pitchFamily="34" charset="0"/>
                <a:cs typeface="Arial" panose="020B0604020202020204" pitchFamily="34" charset="0"/>
              </a:rPr>
              <a:t>mayoría</a:t>
            </a:r>
            <a:r>
              <a:rPr lang="en-US" altLang="en-US" sz="800" dirty="0">
                <a:latin typeface="Arial" panose="020B0604020202020204" pitchFamily="34" charset="0"/>
                <a:cs typeface="Arial" panose="020B0604020202020204" pitchFamily="34" charset="0"/>
              </a:rPr>
              <a:t> de los </a:t>
            </a:r>
            <a:r>
              <a:rPr lang="en-US" altLang="en-US" sz="800" dirty="0" err="1">
                <a:latin typeface="Arial" panose="020B0604020202020204" pitchFamily="34" charset="0"/>
                <a:cs typeface="Arial" panose="020B0604020202020204" pitchFamily="34" charset="0"/>
              </a:rPr>
              <a:t>motores</a:t>
            </a:r>
            <a:r>
              <a:rPr lang="en-US" altLang="en-US" sz="800" dirty="0">
                <a:latin typeface="Arial" panose="020B0604020202020204" pitchFamily="34" charset="0"/>
                <a:cs typeface="Arial" panose="020B0604020202020204" pitchFamily="34" charset="0"/>
              </a:rPr>
              <a:t> de Bases de </a:t>
            </a:r>
            <a:r>
              <a:rPr lang="en-US" altLang="en-US" sz="800" dirty="0" err="1">
                <a:latin typeface="Arial" panose="020B0604020202020204" pitchFamily="34" charset="0"/>
                <a:cs typeface="Arial" panose="020B0604020202020204" pitchFamily="34" charset="0"/>
              </a:rPr>
              <a:t>Datos</a:t>
            </a:r>
            <a:r>
              <a:rPr lang="en-US" altLang="en-US" sz="800" dirty="0">
                <a:latin typeface="Arial" panose="020B0604020202020204" pitchFamily="34" charset="0"/>
                <a:cs typeface="Arial" panose="020B0604020202020204" pitchFamily="34" charset="0"/>
              </a:rPr>
              <a:t> las </a:t>
            </a:r>
            <a:r>
              <a:rPr lang="en-US" altLang="en-US" sz="800" dirty="0" err="1">
                <a:latin typeface="Arial" panose="020B0604020202020204" pitchFamily="34" charset="0"/>
                <a:cs typeface="Arial" panose="020B0604020202020204" pitchFamily="34" charset="0"/>
              </a:rPr>
              <a:t>instrucciones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Transac</a:t>
            </a:r>
            <a:r>
              <a:rPr lang="en-US" altLang="en-US" sz="800" dirty="0">
                <a:latin typeface="Arial" panose="020B0604020202020204" pitchFamily="34" charset="0"/>
                <a:cs typeface="Arial" panose="020B0604020202020204" pitchFamily="34" charset="0"/>
              </a:rPr>
              <a:t> son </a:t>
            </a:r>
            <a:r>
              <a:rPr lang="en-US" altLang="en-US" sz="800" dirty="0" err="1">
                <a:latin typeface="Arial" panose="020B0604020202020204" pitchFamily="34" charset="0"/>
                <a:cs typeface="Arial" panose="020B0604020202020204" pitchFamily="34" charset="0"/>
              </a:rPr>
              <a:t>parecidas</a:t>
            </a:r>
            <a:r>
              <a:rPr lang="en-US" altLang="en-US" sz="800" dirty="0">
                <a:latin typeface="Arial" panose="020B0604020202020204" pitchFamily="34" charset="0"/>
                <a:cs typeface="Arial" panose="020B0604020202020204" pitchFamily="34" charset="0"/>
              </a:rPr>
              <a:t> y </a:t>
            </a:r>
            <a:r>
              <a:rPr lang="en-US" altLang="en-US" sz="800" dirty="0" err="1">
                <a:latin typeface="Arial" panose="020B0604020202020204" pitchFamily="34" charset="0"/>
                <a:cs typeface="Arial" panose="020B0604020202020204" pitchFamily="34" charset="0"/>
              </a:rPr>
              <a:t>entonces</a:t>
            </a:r>
            <a:r>
              <a:rPr lang="en-US" altLang="en-US" sz="800" dirty="0">
                <a:latin typeface="Arial" panose="020B0604020202020204" pitchFamily="34" charset="0"/>
                <a:cs typeface="Arial" panose="020B0604020202020204" pitchFamily="34" charset="0"/>
              </a:rPr>
              <a:t> por </a:t>
            </a:r>
            <a:r>
              <a:rPr lang="en-US" altLang="en-US" sz="800" dirty="0" err="1">
                <a:latin typeface="Arial" panose="020B0604020202020204" pitchFamily="34" charset="0"/>
                <a:cs typeface="Arial" panose="020B0604020202020204" pitchFamily="34" charset="0"/>
              </a:rPr>
              <a:t>qué</a:t>
            </a:r>
            <a:r>
              <a:rPr lang="en-US" altLang="en-US" sz="800" dirty="0">
                <a:latin typeface="Arial" panose="020B0604020202020204" pitchFamily="34" charset="0"/>
                <a:cs typeface="Arial" panose="020B0604020202020204" pitchFamily="34" charset="0"/>
              </a:rPr>
              <a:t> las </a:t>
            </a:r>
            <a:r>
              <a:rPr lang="en-US" altLang="en-US" sz="800" dirty="0" err="1">
                <a:latin typeface="Arial" panose="020B0604020202020204" pitchFamily="34" charset="0"/>
                <a:cs typeface="Arial" panose="020B0604020202020204" pitchFamily="34" charset="0"/>
              </a:rPr>
              <a:t>tengo</a:t>
            </a:r>
            <a:r>
              <a:rPr lang="en-US" altLang="en-US" sz="800" dirty="0">
                <a:latin typeface="Arial" panose="020B0604020202020204" pitchFamily="34" charset="0"/>
                <a:cs typeface="Arial" panose="020B0604020202020204" pitchFamily="34" charset="0"/>
              </a:rPr>
              <a:t> que </a:t>
            </a:r>
            <a:r>
              <a:rPr lang="en-US" altLang="en-US" sz="800" dirty="0" err="1">
                <a:latin typeface="Arial" panose="020B0604020202020204" pitchFamily="34" charset="0"/>
                <a:cs typeface="Arial" panose="020B0604020202020204" pitchFamily="34" charset="0"/>
              </a:rPr>
              <a:t>escribir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yo</a:t>
            </a:r>
            <a:r>
              <a:rPr lang="en-US" altLang="en-US" sz="800" dirty="0">
                <a:latin typeface="Arial" panose="020B0604020202020204" pitchFamily="34" charset="0"/>
                <a:cs typeface="Arial" panose="020B0604020202020204" pitchFamily="34" charset="0"/>
              </a:rPr>
              <a:t>? Bueno es que </a:t>
            </a:r>
            <a:r>
              <a:rPr lang="en-US" altLang="en-US" sz="800" dirty="0" err="1">
                <a:latin typeface="Arial" panose="020B0604020202020204" pitchFamily="34" charset="0"/>
                <a:cs typeface="Arial" panose="020B0604020202020204" pitchFamily="34" charset="0"/>
              </a:rPr>
              <a:t>quizás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alguien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necesite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hacer</a:t>
            </a:r>
            <a:r>
              <a:rPr lang="en-US" altLang="en-US" sz="800" dirty="0">
                <a:latin typeface="Arial" panose="020B0604020202020204" pitchFamily="34" charset="0"/>
                <a:cs typeface="Arial" panose="020B0604020202020204" pitchFamily="34" charset="0"/>
              </a:rPr>
              <a:t> algo </a:t>
            </a:r>
            <a:r>
              <a:rPr lang="en-US" altLang="en-US" sz="800" dirty="0" err="1">
                <a:latin typeface="Arial" panose="020B0604020202020204" pitchFamily="34" charset="0"/>
                <a:cs typeface="Arial" panose="020B0604020202020204" pitchFamily="34" charset="0"/>
              </a:rPr>
              <a:t>más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complejo</a:t>
            </a:r>
            <a:r>
              <a:rPr lang="en-US" altLang="en-US" sz="800" dirty="0">
                <a:latin typeface="Arial" panose="020B0604020202020204" pitchFamily="34" charset="0"/>
                <a:cs typeface="Arial" panose="020B0604020202020204" pitchFamily="34" charset="0"/>
              </a:rPr>
              <a:t> que un simple Insert o Update (por </a:t>
            </a:r>
            <a:r>
              <a:rPr lang="en-US" altLang="en-US" sz="800" dirty="0" err="1">
                <a:latin typeface="Arial" panose="020B0604020202020204" pitchFamily="34" charset="0"/>
                <a:cs typeface="Arial" panose="020B0604020202020204" pitchFamily="34" charset="0"/>
              </a:rPr>
              <a:t>ejemplo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confirmar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si</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producto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está</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en</a:t>
            </a:r>
            <a:r>
              <a:rPr lang="en-US" altLang="en-US" sz="800" dirty="0">
                <a:latin typeface="Arial" panose="020B0604020202020204" pitchFamily="34" charset="0"/>
                <a:cs typeface="Arial" panose="020B0604020202020204" pitchFamily="34" charset="0"/>
              </a:rPr>
              <a:t> el Stock o algo </a:t>
            </a:r>
            <a:r>
              <a:rPr lang="en-US" altLang="en-US" sz="800" dirty="0" err="1">
                <a:latin typeface="Arial" panose="020B0604020202020204" pitchFamily="34" charset="0"/>
                <a:cs typeface="Arial" panose="020B0604020202020204" pitchFamily="34" charset="0"/>
              </a:rPr>
              <a:t>así</a:t>
            </a:r>
            <a:r>
              <a:rPr lang="en-US" altLang="en-US" sz="800" dirty="0">
                <a:latin typeface="Arial" panose="020B0604020202020204" pitchFamily="34" charset="0"/>
                <a:cs typeface="Arial" panose="020B0604020202020204" pitchFamily="34" charset="0"/>
              </a:rPr>
              <a:t>). </a:t>
            </a:r>
            <a:br>
              <a:rPr lang="en-US" altLang="en-US" sz="800" dirty="0">
                <a:latin typeface="Arial" panose="020B0604020202020204" pitchFamily="34" charset="0"/>
                <a:cs typeface="Arial" panose="020B0604020202020204" pitchFamily="34" charset="0"/>
              </a:rPr>
            </a:br>
            <a:br>
              <a:rPr lang="en-US" altLang="en-US" sz="800" dirty="0">
                <a:latin typeface="Arial" panose="020B0604020202020204" pitchFamily="34" charset="0"/>
                <a:cs typeface="Arial" panose="020B0604020202020204" pitchFamily="34" charset="0"/>
              </a:rPr>
            </a:br>
            <a:r>
              <a:rPr lang="en-US" altLang="en-US" sz="800" dirty="0">
                <a:latin typeface="Arial" panose="020B0604020202020204" pitchFamily="34" charset="0"/>
                <a:cs typeface="Arial" panose="020B0604020202020204" pitchFamily="34" charset="0"/>
              </a:rPr>
              <a:t>Pero </a:t>
            </a:r>
            <a:r>
              <a:rPr lang="en-US" altLang="en-US" sz="800" dirty="0" err="1">
                <a:latin typeface="Arial" panose="020B0604020202020204" pitchFamily="34" charset="0"/>
                <a:cs typeface="Arial" panose="020B0604020202020204" pitchFamily="34" charset="0"/>
              </a:rPr>
              <a:t>si</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simplemente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desea</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hacer</a:t>
            </a:r>
            <a:r>
              <a:rPr lang="en-US" altLang="en-US" sz="800" dirty="0">
                <a:latin typeface="Arial" panose="020B0604020202020204" pitchFamily="34" charset="0"/>
                <a:cs typeface="Arial" panose="020B0604020202020204" pitchFamily="34" charset="0"/>
              </a:rPr>
              <a:t> algo </a:t>
            </a:r>
            <a:r>
              <a:rPr lang="en-US" altLang="en-US" sz="800" dirty="0" err="1">
                <a:latin typeface="Arial" panose="020B0604020202020204" pitchFamily="34" charset="0"/>
                <a:cs typeface="Arial" panose="020B0604020202020204" pitchFamily="34" charset="0"/>
              </a:rPr>
              <a:t>estandar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estamos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hablando</a:t>
            </a:r>
            <a:r>
              <a:rPr lang="en-US" altLang="en-US" sz="800" dirty="0">
                <a:latin typeface="Arial" panose="020B0604020202020204" pitchFamily="34" charset="0"/>
                <a:cs typeface="Arial" panose="020B0604020202020204" pitchFamily="34" charset="0"/>
              </a:rPr>
              <a:t> de algo </a:t>
            </a:r>
            <a:r>
              <a:rPr lang="en-US" altLang="en-US" sz="800" dirty="0" err="1">
                <a:latin typeface="Arial" panose="020B0604020202020204" pitchFamily="34" charset="0"/>
                <a:cs typeface="Arial" panose="020B0604020202020204" pitchFamily="34" charset="0"/>
              </a:rPr>
              <a:t>muy</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estandar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pueden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usar</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CommandBuilder</a:t>
            </a:r>
            <a:r>
              <a:rPr lang="en-US" altLang="en-US" sz="800" dirty="0">
                <a:latin typeface="Arial" panose="020B0604020202020204" pitchFamily="34" charset="0"/>
                <a:cs typeface="Arial" panose="020B0604020202020204" pitchFamily="34" charset="0"/>
              </a:rPr>
              <a:t> (que </a:t>
            </a:r>
            <a:r>
              <a:rPr lang="en-US" altLang="en-US" sz="800" dirty="0" err="1">
                <a:latin typeface="Arial" panose="020B0604020202020204" pitchFamily="34" charset="0"/>
                <a:cs typeface="Arial" panose="020B0604020202020204" pitchFamily="34" charset="0"/>
              </a:rPr>
              <a:t>sería</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como</a:t>
            </a:r>
            <a:r>
              <a:rPr lang="en-US" altLang="en-US" sz="800" dirty="0">
                <a:latin typeface="Arial" panose="020B0604020202020204" pitchFamily="34" charset="0"/>
                <a:cs typeface="Arial" panose="020B0604020202020204" pitchFamily="34" charset="0"/>
              </a:rPr>
              <a:t> un constructor </a:t>
            </a:r>
            <a:r>
              <a:rPr lang="en-US" altLang="en-US" sz="800" dirty="0" err="1">
                <a:latin typeface="Arial" panose="020B0604020202020204" pitchFamily="34" charset="0"/>
                <a:cs typeface="Arial" panose="020B0604020202020204" pitchFamily="34" charset="0"/>
              </a:rPr>
              <a:t>automático</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aquellos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comandos</a:t>
            </a:r>
            <a:r>
              <a:rPr lang="en-US" altLang="en-US" sz="800" dirty="0">
                <a:latin typeface="Arial" panose="020B0604020202020204" pitchFamily="34" charset="0"/>
                <a:cs typeface="Arial" panose="020B0604020202020204" pitchFamily="34" charset="0"/>
              </a:rPr>
              <a:t> que </a:t>
            </a:r>
            <a:r>
              <a:rPr lang="en-US" altLang="en-US" sz="800" dirty="0" err="1">
                <a:latin typeface="Arial" panose="020B0604020202020204" pitchFamily="34" charset="0"/>
                <a:cs typeface="Arial" panose="020B0604020202020204" pitchFamily="34" charset="0"/>
              </a:rPr>
              <a:t>yo</a:t>
            </a:r>
            <a:r>
              <a:rPr lang="en-US" altLang="en-US" sz="800" dirty="0">
                <a:latin typeface="Arial" panose="020B0604020202020204" pitchFamily="34" charset="0"/>
                <a:cs typeface="Arial" panose="020B0604020202020204" pitchFamily="34" charset="0"/>
              </a:rPr>
              <a:t> no </a:t>
            </a:r>
            <a:r>
              <a:rPr lang="en-US" altLang="en-US" sz="800" dirty="0" err="1">
                <a:latin typeface="Arial" panose="020B0604020202020204" pitchFamily="34" charset="0"/>
                <a:cs typeface="Arial" panose="020B0604020202020204" pitchFamily="34" charset="0"/>
              </a:rPr>
              <a:t>quiero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escribir</a:t>
            </a:r>
            <a:r>
              <a:rPr lang="en-US" altLang="en-US" sz="800" dirty="0">
                <a:latin typeface="Arial" panose="020B0604020202020204" pitchFamily="34" charset="0"/>
                <a:cs typeface="Arial" panose="020B0604020202020204" pitchFamily="34" charset="0"/>
              </a:rPr>
              <a:t>)</a:t>
            </a:r>
            <a:br>
              <a:rPr lang="en-US" altLang="en-US" sz="800" dirty="0">
                <a:latin typeface="Arial" panose="020B0604020202020204" pitchFamily="34" charset="0"/>
                <a:cs typeface="Arial" panose="020B0604020202020204" pitchFamily="34" charset="0"/>
              </a:rPr>
            </a:br>
            <a:endParaRPr lang="en-US" altLang="en-US" sz="800" dirty="0">
              <a:latin typeface="Arial" panose="020B0604020202020204" pitchFamily="34" charset="0"/>
              <a:cs typeface="Arial" panose="020B0604020202020204" pitchFamily="34" charset="0"/>
            </a:endParaRPr>
          </a:p>
          <a:p>
            <a:pPr eaLnBrk="1" hangingPunct="1">
              <a:lnSpc>
                <a:spcPct val="80000"/>
              </a:lnSpc>
            </a:pPr>
            <a:r>
              <a:rPr lang="en-US" altLang="en-US" sz="800" dirty="0">
                <a:latin typeface="Arial" panose="020B0604020202020204" pitchFamily="34" charset="0"/>
                <a:cs typeface="Arial" panose="020B0604020202020204" pitchFamily="34" charset="0"/>
              </a:rPr>
              <a:t>Dim </a:t>
            </a:r>
            <a:r>
              <a:rPr lang="en-US" altLang="en-US" sz="800" dirty="0" err="1">
                <a:latin typeface="Arial" panose="020B0604020202020204" pitchFamily="34" charset="0"/>
                <a:cs typeface="Arial" panose="020B0604020202020204" pitchFamily="34" charset="0"/>
              </a:rPr>
              <a:t>MiCommandBuilder</a:t>
            </a:r>
            <a:r>
              <a:rPr lang="en-US" altLang="en-US" sz="800" dirty="0">
                <a:latin typeface="Arial" panose="020B0604020202020204" pitchFamily="34" charset="0"/>
                <a:cs typeface="Arial" panose="020B0604020202020204" pitchFamily="34" charset="0"/>
              </a:rPr>
              <a:t> As </a:t>
            </a:r>
            <a:r>
              <a:rPr lang="en-US" altLang="en-US" sz="800" dirty="0" err="1">
                <a:latin typeface="Arial" panose="020B0604020202020204" pitchFamily="34" charset="0"/>
                <a:cs typeface="Arial" panose="020B0604020202020204" pitchFamily="34" charset="0"/>
              </a:rPr>
              <a:t>SqlCommandBuilder</a:t>
            </a:r>
            <a:r>
              <a:rPr lang="en-US" altLang="en-US" sz="800" dirty="0">
                <a:latin typeface="Arial" panose="020B0604020202020204" pitchFamily="34" charset="0"/>
                <a:cs typeface="Arial" panose="020B0604020202020204" pitchFamily="34" charset="0"/>
              </a:rPr>
              <a:t> = New </a:t>
            </a:r>
            <a:r>
              <a:rPr lang="en-US" altLang="en-US" sz="800" dirty="0" err="1">
                <a:latin typeface="Arial" panose="020B0604020202020204" pitchFamily="34" charset="0"/>
                <a:cs typeface="Arial" panose="020B0604020202020204" pitchFamily="34" charset="0"/>
              </a:rPr>
              <a:t>SqlCommandBuilder</a:t>
            </a:r>
            <a:r>
              <a:rPr lang="en-US" altLang="en-US" sz="800" dirty="0">
                <a:latin typeface="Arial" panose="020B0604020202020204" pitchFamily="34" charset="0"/>
                <a:cs typeface="Arial" panose="020B0604020202020204" pitchFamily="34" charset="0"/>
              </a:rPr>
              <a:t>(</a:t>
            </a:r>
            <a:r>
              <a:rPr lang="en-US" altLang="en-US" sz="800" dirty="0" err="1">
                <a:latin typeface="Arial" panose="020B0604020202020204" pitchFamily="34" charset="0"/>
                <a:cs typeface="Arial" panose="020B0604020202020204" pitchFamily="34" charset="0"/>
              </a:rPr>
              <a:t>MiAdapter</a:t>
            </a:r>
            <a:r>
              <a:rPr lang="en-US" altLang="en-US" sz="800" dirty="0">
                <a:latin typeface="Arial" panose="020B0604020202020204" pitchFamily="34" charset="0"/>
                <a:cs typeface="Arial" panose="020B0604020202020204" pitchFamily="34" charset="0"/>
              </a:rPr>
              <a:t>) </a:t>
            </a:r>
          </a:p>
          <a:p>
            <a:pPr eaLnBrk="1" hangingPunct="1">
              <a:lnSpc>
                <a:spcPct val="80000"/>
              </a:lnSpc>
            </a:pPr>
            <a:endParaRPr lang="es-AR" altLang="en-US" sz="800" dirty="0">
              <a:latin typeface="Arial" panose="020B0604020202020204" pitchFamily="34" charset="0"/>
              <a:cs typeface="Arial" panose="020B0604020202020204" pitchFamily="34" charset="0"/>
            </a:endParaRPr>
          </a:p>
          <a:p>
            <a:pPr eaLnBrk="1" hangingPunct="1">
              <a:lnSpc>
                <a:spcPct val="80000"/>
              </a:lnSpc>
            </a:pPr>
            <a:r>
              <a:rPr lang="es-AR" altLang="en-US" sz="800" dirty="0">
                <a:latin typeface="Arial" panose="020B0604020202020204" pitchFamily="34" charset="0"/>
                <a:cs typeface="Arial" panose="020B0604020202020204" pitchFamily="34" charset="0"/>
              </a:rPr>
              <a:t>--------------------------------</a:t>
            </a:r>
          </a:p>
          <a:p>
            <a:pPr eaLnBrk="1" hangingPunct="1">
              <a:lnSpc>
                <a:spcPct val="80000"/>
              </a:lnSpc>
            </a:pPr>
            <a:endParaRPr lang="es-AR" altLang="en-US" sz="800" dirty="0">
              <a:latin typeface="Arial" panose="020B0604020202020204" pitchFamily="34" charset="0"/>
              <a:cs typeface="Arial" panose="020B0604020202020204" pitchFamily="34" charset="0"/>
            </a:endParaRPr>
          </a:p>
          <a:p>
            <a:pPr eaLnBrk="1" hangingPunct="1">
              <a:lnSpc>
                <a:spcPct val="80000"/>
              </a:lnSpc>
            </a:pPr>
            <a:r>
              <a:rPr lang="en-US" altLang="en-US" sz="800" b="1" dirty="0" err="1">
                <a:latin typeface="Arial" panose="020B0604020202020204" pitchFamily="34" charset="0"/>
                <a:cs typeface="Arial" panose="020B0604020202020204" pitchFamily="34" charset="0"/>
              </a:rPr>
              <a:t>Descripción</a:t>
            </a:r>
            <a:r>
              <a:rPr lang="en-US" altLang="en-US" sz="800" b="1" dirty="0">
                <a:latin typeface="Arial" panose="020B0604020202020204" pitchFamily="34" charset="0"/>
                <a:cs typeface="Arial" panose="020B0604020202020204" pitchFamily="34" charset="0"/>
              </a:rPr>
              <a:t> de la </a:t>
            </a:r>
            <a:r>
              <a:rPr lang="en-US" altLang="en-US" sz="800" b="1" dirty="0" err="1">
                <a:latin typeface="Arial" panose="020B0604020202020204" pitchFamily="34" charset="0"/>
                <a:cs typeface="Arial" panose="020B0604020202020204" pitchFamily="34" charset="0"/>
              </a:rPr>
              <a:t>técnica</a:t>
            </a:r>
            <a:endParaRPr lang="en-US" altLang="en-US" sz="800" b="1" dirty="0">
              <a:latin typeface="Arial" panose="020B0604020202020204" pitchFamily="34" charset="0"/>
              <a:cs typeface="Arial" panose="020B0604020202020204" pitchFamily="34" charset="0"/>
            </a:endParaRPr>
          </a:p>
          <a:p>
            <a:pPr eaLnBrk="1" hangingPunct="1">
              <a:lnSpc>
                <a:spcPct val="80000"/>
              </a:lnSpc>
            </a:pPr>
            <a:r>
              <a:rPr lang="en-US" altLang="en-US" sz="800" dirty="0" err="1">
                <a:latin typeface="Arial" panose="020B0604020202020204" pitchFamily="34" charset="0"/>
                <a:cs typeface="Arial" panose="020B0604020202020204" pitchFamily="34" charset="0"/>
              </a:rPr>
              <a:t>Puede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reutilizar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objetos</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Command</a:t>
            </a:r>
            <a:r>
              <a:rPr lang="en-US" altLang="en-US" sz="800" dirty="0">
                <a:latin typeface="Arial" panose="020B0604020202020204" pitchFamily="34" charset="0"/>
                <a:cs typeface="Arial" panose="020B0604020202020204" pitchFamily="34" charset="0"/>
              </a:rPr>
              <a:t> ( </a:t>
            </a:r>
            <a:r>
              <a:rPr lang="en-US" altLang="en-US" sz="800" b="1" dirty="0" err="1">
                <a:latin typeface="Arial" panose="020B0604020202020204" pitchFamily="34" charset="0"/>
                <a:cs typeface="Arial" panose="020B0604020202020204" pitchFamily="34" charset="0"/>
              </a:rPr>
              <a:t>SqlCommand</a:t>
            </a:r>
            <a:r>
              <a:rPr lang="en-US" altLang="en-US" sz="800" dirty="0">
                <a:latin typeface="Arial" panose="020B0604020202020204" pitchFamily="34" charset="0"/>
                <a:cs typeface="Arial" panose="020B0604020202020204" pitchFamily="34" charset="0"/>
              </a:rPr>
              <a:t> u </a:t>
            </a:r>
            <a:r>
              <a:rPr lang="en-US" altLang="en-US" sz="800" b="1"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OleDbCommand</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código</a:t>
            </a:r>
            <a:r>
              <a:rPr lang="en-US" altLang="en-US" sz="800" dirty="0">
                <a:latin typeface="Arial" panose="020B0604020202020204" pitchFamily="34" charset="0"/>
                <a:cs typeface="Arial" panose="020B0604020202020204" pitchFamily="34" charset="0"/>
              </a:rPr>
              <a:t>. Es </a:t>
            </a:r>
            <a:r>
              <a:rPr lang="en-US" altLang="en-US" sz="800" dirty="0" err="1">
                <a:latin typeface="Arial" panose="020B0604020202020204" pitchFamily="34" charset="0"/>
                <a:cs typeface="Arial" panose="020B0604020202020204" pitchFamily="34" charset="0"/>
              </a:rPr>
              <a:t>decir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puede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crear</a:t>
            </a:r>
            <a:r>
              <a:rPr lang="en-US" altLang="en-US" sz="800" dirty="0">
                <a:latin typeface="Arial" panose="020B0604020202020204" pitchFamily="34" charset="0"/>
                <a:cs typeface="Arial" panose="020B0604020202020204" pitchFamily="34" charset="0"/>
              </a:rPr>
              <a:t> un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Command</a:t>
            </a:r>
            <a:r>
              <a:rPr lang="en-US" altLang="en-US" sz="800" dirty="0">
                <a:latin typeface="Arial" panose="020B0604020202020204" pitchFamily="34" charset="0"/>
                <a:cs typeface="Arial" panose="020B0604020202020204" pitchFamily="34" charset="0"/>
              </a:rPr>
              <a:t> y a </a:t>
            </a:r>
            <a:r>
              <a:rPr lang="en-US" altLang="en-US" sz="800" dirty="0" err="1">
                <a:latin typeface="Arial" panose="020B0604020202020204" pitchFamily="34" charset="0"/>
                <a:cs typeface="Arial" panose="020B0604020202020204" pitchFamily="34" charset="0"/>
              </a:rPr>
              <a:t>continuación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ejecutar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comandos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diferentes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aquel</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br>
              <a:rPr lang="en-US" altLang="en-US" sz="800" dirty="0">
                <a:latin typeface="Arial" panose="020B0604020202020204" pitchFamily="34" charset="0"/>
                <a:cs typeface="Arial" panose="020B0604020202020204" pitchFamily="34" charset="0"/>
              </a:rPr>
            </a:br>
            <a:br>
              <a:rPr lang="en-US" altLang="en-US" sz="800" dirty="0">
                <a:latin typeface="Arial" panose="020B0604020202020204" pitchFamily="34" charset="0"/>
                <a:cs typeface="Arial" panose="020B0604020202020204" pitchFamily="34" charset="0"/>
              </a:rPr>
            </a:br>
            <a:r>
              <a:rPr lang="en-US" altLang="en-US" sz="800" dirty="0">
                <a:latin typeface="Arial" panose="020B0604020202020204" pitchFamily="34" charset="0"/>
                <a:cs typeface="Arial" panose="020B0604020202020204" pitchFamily="34" charset="0"/>
              </a:rPr>
              <a:t>Los </a:t>
            </a:r>
            <a:r>
              <a:rPr lang="en-US" altLang="en-US" sz="800" dirty="0" err="1">
                <a:latin typeface="Arial" panose="020B0604020202020204" pitchFamily="34" charset="0"/>
                <a:cs typeface="Arial" panose="020B0604020202020204" pitchFamily="34" charset="0"/>
              </a:rPr>
              <a:t>comandos</a:t>
            </a:r>
            <a:r>
              <a:rPr lang="en-US" altLang="en-US" sz="800" dirty="0">
                <a:latin typeface="Arial" panose="020B0604020202020204" pitchFamily="34" charset="0"/>
                <a:cs typeface="Arial" panose="020B0604020202020204" pitchFamily="34" charset="0"/>
              </a:rPr>
              <a:t> se </a:t>
            </a:r>
            <a:r>
              <a:rPr lang="en-US" altLang="en-US" sz="800" dirty="0" err="1">
                <a:latin typeface="Arial" panose="020B0604020202020204" pitchFamily="34" charset="0"/>
                <a:cs typeface="Arial" panose="020B0604020202020204" pitchFamily="34" charset="0"/>
              </a:rPr>
              <a:t>emiten</a:t>
            </a:r>
            <a:r>
              <a:rPr lang="en-US" altLang="en-US" sz="800" dirty="0">
                <a:latin typeface="Arial" panose="020B0604020202020204" pitchFamily="34" charset="0"/>
                <a:cs typeface="Arial" panose="020B0604020202020204" pitchFamily="34" charset="0"/>
              </a:rPr>
              <a:t> contra las bases de </a:t>
            </a:r>
            <a:r>
              <a:rPr lang="en-US" altLang="en-US" sz="800" dirty="0" err="1">
                <a:latin typeface="Arial" panose="020B0604020202020204" pitchFamily="34" charset="0"/>
                <a:cs typeface="Arial" panose="020B0604020202020204" pitchFamily="34" charset="0"/>
              </a:rPr>
              <a:t>datos</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llevar</a:t>
            </a:r>
            <a:r>
              <a:rPr lang="en-US" altLang="en-US" sz="800" dirty="0">
                <a:latin typeface="Arial" panose="020B0604020202020204" pitchFamily="34" charset="0"/>
                <a:cs typeface="Arial" panose="020B0604020202020204" pitchFamily="34" charset="0"/>
              </a:rPr>
              <a:t> a </a:t>
            </a:r>
            <a:r>
              <a:rPr lang="en-US" altLang="en-US" sz="800" dirty="0" err="1">
                <a:latin typeface="Arial" panose="020B0604020202020204" pitchFamily="34" charset="0"/>
                <a:cs typeface="Arial" panose="020B0604020202020204" pitchFamily="34" charset="0"/>
              </a:rPr>
              <a:t>cabo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acciones</a:t>
            </a:r>
            <a:r>
              <a:rPr lang="en-US" altLang="en-US" sz="800" dirty="0">
                <a:latin typeface="Arial" panose="020B0604020202020204" pitchFamily="34" charset="0"/>
                <a:cs typeface="Arial" panose="020B0604020202020204" pitchFamily="34" charset="0"/>
              </a:rPr>
              <a:t> contra los </a:t>
            </a:r>
            <a:r>
              <a:rPr lang="en-US" altLang="en-US" sz="800" dirty="0" err="1">
                <a:latin typeface="Arial" panose="020B0604020202020204" pitchFamily="34" charset="0"/>
                <a:cs typeface="Arial" panose="020B0604020202020204" pitchFamily="34" charset="0"/>
              </a:rPr>
              <a:t>almacenes</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datos</a:t>
            </a:r>
            <a:r>
              <a:rPr lang="en-US" altLang="en-US" sz="800" dirty="0">
                <a:latin typeface="Arial" panose="020B0604020202020204" pitchFamily="34" charset="0"/>
                <a:cs typeface="Arial" panose="020B0604020202020204" pitchFamily="34" charset="0"/>
              </a:rPr>
              <a:t>. Los </a:t>
            </a:r>
            <a:r>
              <a:rPr lang="en-US" altLang="en-US" sz="800" dirty="0" err="1">
                <a:latin typeface="Arial" panose="020B0604020202020204" pitchFamily="34" charset="0"/>
                <a:cs typeface="Arial" panose="020B0604020202020204" pitchFamily="34" charset="0"/>
              </a:rPr>
              <a:t>comandos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incluyen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cualquier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instrucción</a:t>
            </a:r>
            <a:r>
              <a:rPr lang="en-US" altLang="en-US" sz="800" dirty="0">
                <a:latin typeface="Arial" panose="020B0604020202020204" pitchFamily="34" charset="0"/>
                <a:cs typeface="Arial" panose="020B0604020202020204" pitchFamily="34" charset="0"/>
              </a:rPr>
              <a:t> que se </a:t>
            </a:r>
            <a:r>
              <a:rPr lang="en-US" altLang="en-US" sz="800" dirty="0" err="1">
                <a:latin typeface="Arial" panose="020B0604020202020204" pitchFamily="34" charset="0"/>
                <a:cs typeface="Arial" panose="020B0604020202020204" pitchFamily="34" charset="0"/>
              </a:rPr>
              <a:t>pueda</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emitir</a:t>
            </a:r>
            <a:r>
              <a:rPr lang="en-US" altLang="en-US" sz="800" dirty="0">
                <a:latin typeface="Arial" panose="020B0604020202020204" pitchFamily="34" charset="0"/>
                <a:cs typeface="Arial" panose="020B0604020202020204" pitchFamily="34" charset="0"/>
              </a:rPr>
              <a:t> contra una base de </a:t>
            </a:r>
            <a:r>
              <a:rPr lang="en-US" altLang="en-US" sz="800" dirty="0" err="1">
                <a:latin typeface="Arial" panose="020B0604020202020204" pitchFamily="34" charset="0"/>
                <a:cs typeface="Arial" panose="020B0604020202020204" pitchFamily="34" charset="0"/>
              </a:rPr>
              <a:t>datos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Puede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utilizar</a:t>
            </a:r>
            <a:r>
              <a:rPr lang="en-US" altLang="en-US" sz="800" dirty="0">
                <a:latin typeface="Arial" panose="020B0604020202020204" pitchFamily="34" charset="0"/>
                <a:cs typeface="Arial" panose="020B0604020202020204" pitchFamily="34" charset="0"/>
              </a:rPr>
              <a:t> el </a:t>
            </a:r>
            <a:r>
              <a:rPr lang="en-US" altLang="en-US" sz="800" b="1"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OleDbCommand</a:t>
            </a:r>
            <a:r>
              <a:rPr lang="en-US" altLang="en-US" sz="800" dirty="0">
                <a:latin typeface="Arial" panose="020B0604020202020204" pitchFamily="34" charset="0"/>
                <a:cs typeface="Arial" panose="020B0604020202020204" pitchFamily="34" charset="0"/>
              </a:rPr>
              <a:t> o la </a:t>
            </a:r>
            <a:r>
              <a:rPr lang="en-US" altLang="en-US" sz="800" dirty="0" err="1">
                <a:latin typeface="Arial" panose="020B0604020202020204" pitchFamily="34" charset="0"/>
                <a:cs typeface="Arial" panose="020B0604020202020204" pitchFamily="34" charset="0"/>
              </a:rPr>
              <a:t>clase</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SqlCommand</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obtener</a:t>
            </a:r>
            <a:r>
              <a:rPr lang="en-US" altLang="en-US" sz="800" dirty="0">
                <a:latin typeface="Arial" panose="020B0604020202020204" pitchFamily="34" charset="0"/>
                <a:cs typeface="Arial" panose="020B0604020202020204" pitchFamily="34" charset="0"/>
              </a:rPr>
              <a:t> un </a:t>
            </a:r>
            <a:r>
              <a:rPr lang="en-US" altLang="en-US" sz="800" dirty="0" err="1">
                <a:latin typeface="Arial" panose="020B0604020202020204" pitchFamily="34" charset="0"/>
                <a:cs typeface="Arial" panose="020B0604020202020204" pitchFamily="34" charset="0"/>
              </a:rPr>
              <a:t>comando</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su</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almacén</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datos</a:t>
            </a:r>
            <a:r>
              <a:rPr lang="en-US" altLang="en-US" sz="800" dirty="0">
                <a:latin typeface="Arial" panose="020B0604020202020204" pitchFamily="34" charset="0"/>
                <a:cs typeface="Arial" panose="020B0604020202020204" pitchFamily="34" charset="0"/>
              </a:rPr>
              <a:t>.</a:t>
            </a:r>
            <a:br>
              <a:rPr lang="en-US" altLang="en-US" sz="800" dirty="0">
                <a:latin typeface="Arial" panose="020B0604020202020204" pitchFamily="34" charset="0"/>
                <a:cs typeface="Arial" panose="020B0604020202020204" pitchFamily="34" charset="0"/>
              </a:rPr>
            </a:br>
            <a:br>
              <a:rPr lang="en-US" altLang="en-US" sz="800" dirty="0">
                <a:latin typeface="Arial" panose="020B0604020202020204" pitchFamily="34" charset="0"/>
                <a:cs typeface="Arial" panose="020B0604020202020204" pitchFamily="34" charset="0"/>
              </a:rPr>
            </a:br>
            <a:r>
              <a:rPr lang="en-US" altLang="en-US" sz="800" dirty="0" err="1">
                <a:latin typeface="Arial" panose="020B0604020202020204" pitchFamily="34" charset="0"/>
                <a:cs typeface="Arial" panose="020B0604020202020204" pitchFamily="34" charset="0"/>
              </a:rPr>
              <a:t>En</a:t>
            </a:r>
            <a:r>
              <a:rPr lang="en-US" altLang="en-US" sz="800" dirty="0">
                <a:latin typeface="Arial" panose="020B0604020202020204" pitchFamily="34" charset="0"/>
                <a:cs typeface="Arial" panose="020B0604020202020204" pitchFamily="34" charset="0"/>
              </a:rPr>
              <a:t> Microsoft ActiveX Data Objects (ADO), </a:t>
            </a:r>
            <a:r>
              <a:rPr lang="en-US" altLang="en-US" sz="800" dirty="0" err="1">
                <a:latin typeface="Arial" panose="020B0604020202020204" pitchFamily="34" charset="0"/>
                <a:cs typeface="Arial" panose="020B0604020202020204" pitchFamily="34" charset="0"/>
              </a:rPr>
              <a:t>puede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emitir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comandos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mediante</a:t>
            </a:r>
            <a:r>
              <a:rPr lang="en-US" altLang="en-US" sz="800" dirty="0">
                <a:latin typeface="Arial" panose="020B0604020202020204" pitchFamily="34" charset="0"/>
                <a:cs typeface="Arial" panose="020B0604020202020204" pitchFamily="34" charset="0"/>
              </a:rPr>
              <a:t> el </a:t>
            </a:r>
            <a:r>
              <a:rPr lang="en-US" altLang="en-US" sz="800" b="1" dirty="0" err="1">
                <a:latin typeface="Arial" panose="020B0604020202020204" pitchFamily="34" charset="0"/>
                <a:cs typeface="Arial" panose="020B0604020202020204" pitchFamily="34" charset="0"/>
              </a:rPr>
              <a:t>comando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mediante</a:t>
            </a:r>
            <a:r>
              <a:rPr lang="en-US" altLang="en-US" sz="800" dirty="0">
                <a:latin typeface="Arial" panose="020B0604020202020204" pitchFamily="34" charset="0"/>
                <a:cs typeface="Arial" panose="020B0604020202020204" pitchFamily="34" charset="0"/>
              </a:rPr>
              <a:t> la </a:t>
            </a:r>
            <a:r>
              <a:rPr lang="en-US" altLang="en-US" sz="800" b="1" dirty="0" err="1">
                <a:latin typeface="Arial" panose="020B0604020202020204" pitchFamily="34" charset="0"/>
                <a:cs typeface="Arial" panose="020B0604020202020204" pitchFamily="34" charset="0"/>
              </a:rPr>
              <a:t>Conexión</a:t>
            </a:r>
            <a:r>
              <a:rPr lang="en-US" altLang="en-US" sz="800" dirty="0">
                <a:latin typeface="Arial" panose="020B0604020202020204" pitchFamily="34" charset="0"/>
                <a:cs typeface="Arial" panose="020B0604020202020204" pitchFamily="34" charset="0"/>
              </a:rPr>
              <a:t> o </a:t>
            </a:r>
            <a:r>
              <a:rPr lang="en-US" altLang="en-US" sz="800" dirty="0" err="1">
                <a:latin typeface="Arial" panose="020B0604020202020204" pitchFamily="34" charset="0"/>
                <a:cs typeface="Arial" panose="020B0604020202020204" pitchFamily="34" charset="0"/>
              </a:rPr>
              <a:t>mediante</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Recordset</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En</a:t>
            </a:r>
            <a:r>
              <a:rPr lang="en-US" altLang="en-US" sz="800" dirty="0">
                <a:latin typeface="Arial" panose="020B0604020202020204" pitchFamily="34" charset="0"/>
                <a:cs typeface="Arial" panose="020B0604020202020204" pitchFamily="34" charset="0"/>
              </a:rPr>
              <a:t> Microsoft ADO.NET, </a:t>
            </a:r>
            <a:r>
              <a:rPr lang="en-US" altLang="en-US" sz="800" dirty="0" err="1">
                <a:latin typeface="Arial" panose="020B0604020202020204" pitchFamily="34" charset="0"/>
                <a:cs typeface="Arial" panose="020B0604020202020204" pitchFamily="34" charset="0"/>
              </a:rPr>
              <a:t>sólo</a:t>
            </a:r>
            <a:r>
              <a:rPr lang="en-US" altLang="en-US" sz="800" dirty="0">
                <a:latin typeface="Arial" panose="020B0604020202020204" pitchFamily="34" charset="0"/>
                <a:cs typeface="Arial" panose="020B0604020202020204" pitchFamily="34" charset="0"/>
              </a:rPr>
              <a:t> los </a:t>
            </a:r>
            <a:r>
              <a:rPr lang="en-US" altLang="en-US" sz="800" dirty="0" err="1">
                <a:latin typeface="Arial" panose="020B0604020202020204" pitchFamily="34" charset="0"/>
                <a:cs typeface="Arial" panose="020B0604020202020204" pitchFamily="34" charset="0"/>
              </a:rPr>
              <a:t>objetos</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Command</a:t>
            </a:r>
            <a:r>
              <a:rPr lang="en-US" altLang="en-US" sz="800" dirty="0">
                <a:latin typeface="Arial" panose="020B0604020202020204" pitchFamily="34" charset="0"/>
                <a:cs typeface="Arial" panose="020B0604020202020204" pitchFamily="34" charset="0"/>
              </a:rPr>
              <a:t> ( </a:t>
            </a:r>
            <a:r>
              <a:rPr lang="en-US" altLang="en-US" sz="800" b="1" dirty="0" err="1">
                <a:latin typeface="Arial" panose="020B0604020202020204" pitchFamily="34" charset="0"/>
                <a:cs typeface="Arial" panose="020B0604020202020204" pitchFamily="34" charset="0"/>
              </a:rPr>
              <a:t>SqlCommand</a:t>
            </a:r>
            <a:r>
              <a:rPr lang="en-US" altLang="en-US" sz="800" dirty="0">
                <a:latin typeface="Arial" panose="020B0604020202020204" pitchFamily="34" charset="0"/>
                <a:cs typeface="Arial" panose="020B0604020202020204" pitchFamily="34" charset="0"/>
              </a:rPr>
              <a:t> u </a:t>
            </a:r>
            <a:r>
              <a:rPr lang="en-US" altLang="en-US" sz="800" b="1"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OleDbCommand</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ejecutan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comandos</a:t>
            </a:r>
            <a:r>
              <a:rPr lang="en-US" altLang="en-US" sz="800" dirty="0">
                <a:latin typeface="Arial" panose="020B0604020202020204" pitchFamily="34" charset="0"/>
                <a:cs typeface="Arial" panose="020B0604020202020204" pitchFamily="34" charset="0"/>
              </a:rPr>
              <a:t>. </a:t>
            </a:r>
          </a:p>
          <a:p>
            <a:pPr eaLnBrk="1" hangingPunct="1">
              <a:lnSpc>
                <a:spcPct val="80000"/>
              </a:lnSpc>
            </a:pPr>
            <a:endParaRPr lang="es-AR" altLang="en-US" sz="800" dirty="0">
              <a:latin typeface="Arial" panose="020B0604020202020204" pitchFamily="34" charset="0"/>
              <a:cs typeface="Arial" panose="020B0604020202020204" pitchFamily="34" charset="0"/>
            </a:endParaRPr>
          </a:p>
          <a:p>
            <a:pPr eaLnBrk="1" hangingPunct="1">
              <a:lnSpc>
                <a:spcPct val="80000"/>
              </a:lnSpc>
            </a:pPr>
            <a:endParaRPr lang="es-AR" altLang="en-US" sz="800" dirty="0">
              <a:latin typeface="Arial" panose="020B0604020202020204" pitchFamily="34" charset="0"/>
              <a:cs typeface="Arial" panose="020B0604020202020204" pitchFamily="34" charset="0"/>
            </a:endParaRPr>
          </a:p>
          <a:p>
            <a:pPr eaLnBrk="1" hangingPunct="1">
              <a:lnSpc>
                <a:spcPct val="80000"/>
              </a:lnSpc>
            </a:pPr>
            <a:r>
              <a:rPr lang="es-AR" altLang="en-US" sz="800" dirty="0">
                <a:latin typeface="Arial" panose="020B0604020202020204" pitchFamily="34" charset="0"/>
                <a:cs typeface="Arial" panose="020B0604020202020204" pitchFamily="34" charset="0"/>
              </a:rPr>
              <a:t>---------------------------------------</a:t>
            </a:r>
          </a:p>
          <a:p>
            <a:pPr eaLnBrk="1" hangingPunct="1">
              <a:lnSpc>
                <a:spcPct val="80000"/>
              </a:lnSpc>
            </a:pPr>
            <a:endParaRPr lang="es-AR" altLang="en-US" sz="800" dirty="0">
              <a:latin typeface="Arial" panose="020B0604020202020204" pitchFamily="34" charset="0"/>
              <a:cs typeface="Arial" panose="020B0604020202020204" pitchFamily="34" charset="0"/>
            </a:endParaRPr>
          </a:p>
          <a:p>
            <a:pPr eaLnBrk="1" hangingPunct="1">
              <a:lnSpc>
                <a:spcPct val="80000"/>
              </a:lnSpc>
            </a:pPr>
            <a:r>
              <a:rPr lang="en-US" altLang="en-US" sz="800" dirty="0" err="1">
                <a:latin typeface="Arial" panose="020B0604020202020204" pitchFamily="34" charset="0"/>
                <a:cs typeface="Arial" panose="020B0604020202020204" pitchFamily="34" charset="0"/>
              </a:rPr>
              <a:t>Existen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varios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modos</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utilizar</a:t>
            </a:r>
            <a:r>
              <a:rPr lang="en-US" altLang="en-US" sz="800" dirty="0">
                <a:latin typeface="Arial" panose="020B0604020202020204" pitchFamily="34" charset="0"/>
                <a:cs typeface="Arial" panose="020B0604020202020204" pitchFamily="34" charset="0"/>
              </a:rPr>
              <a:t> ADO.NET para </a:t>
            </a:r>
            <a:r>
              <a:rPr lang="en-US" altLang="en-US" sz="800" dirty="0" err="1">
                <a:latin typeface="Arial" panose="020B0604020202020204" pitchFamily="34" charset="0"/>
                <a:cs typeface="Arial" panose="020B0604020202020204" pitchFamily="34" charset="0"/>
              </a:rPr>
              <a:t>llamar</a:t>
            </a:r>
            <a:r>
              <a:rPr lang="en-US" altLang="en-US" sz="800" dirty="0">
                <a:latin typeface="Arial" panose="020B0604020202020204" pitchFamily="34" charset="0"/>
                <a:cs typeface="Arial" panose="020B0604020202020204" pitchFamily="34" charset="0"/>
              </a:rPr>
              <a:t> a un </a:t>
            </a:r>
            <a:r>
              <a:rPr lang="en-US" altLang="en-US" sz="800" dirty="0" err="1">
                <a:latin typeface="Arial" panose="020B0604020202020204" pitchFamily="34" charset="0"/>
                <a:cs typeface="Arial" panose="020B0604020202020204" pitchFamily="34" charset="0"/>
              </a:rPr>
              <a:t>procedimiento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almacenado</a:t>
            </a:r>
            <a:r>
              <a:rPr lang="en-US" altLang="en-US" sz="800" dirty="0">
                <a:latin typeface="Arial" panose="020B0604020202020204" pitchFamily="34" charset="0"/>
                <a:cs typeface="Arial" panose="020B0604020202020204" pitchFamily="34" charset="0"/>
              </a:rPr>
              <a:t> y </a:t>
            </a:r>
            <a:r>
              <a:rPr lang="en-US" altLang="en-US" sz="800" dirty="0" err="1">
                <a:latin typeface="Arial" panose="020B0604020202020204" pitchFamily="34" charset="0"/>
                <a:cs typeface="Arial" panose="020B0604020202020204" pitchFamily="34" charset="0"/>
              </a:rPr>
              <a:t>obtener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valores</a:t>
            </a:r>
            <a:r>
              <a:rPr lang="en-US" altLang="en-US" sz="800" dirty="0">
                <a:latin typeface="Arial" panose="020B0604020202020204" pitchFamily="34" charset="0"/>
                <a:cs typeface="Arial" panose="020B0604020202020204" pitchFamily="34" charset="0"/>
              </a:rPr>
              <a:t> y </a:t>
            </a:r>
            <a:r>
              <a:rPr lang="en-US" altLang="en-US" sz="800" dirty="0" err="1">
                <a:latin typeface="Arial" panose="020B0604020202020204" pitchFamily="34" charset="0"/>
                <a:cs typeface="Arial" panose="020B0604020202020204" pitchFamily="34" charset="0"/>
              </a:rPr>
              <a:t>parámetros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devueltos</a:t>
            </a:r>
            <a:r>
              <a:rPr lang="en-US" altLang="en-US" sz="800" dirty="0">
                <a:latin typeface="Arial" panose="020B0604020202020204" pitchFamily="34" charset="0"/>
                <a:cs typeface="Arial" panose="020B0604020202020204" pitchFamily="34" charset="0"/>
              </a:rPr>
              <a:t>, entre los que se </a:t>
            </a:r>
            <a:r>
              <a:rPr lang="en-US" altLang="en-US" sz="800" dirty="0" err="1">
                <a:latin typeface="Arial" panose="020B0604020202020204" pitchFamily="34" charset="0"/>
                <a:cs typeface="Arial" panose="020B0604020202020204" pitchFamily="34" charset="0"/>
              </a:rPr>
              <a:t>incluyen</a:t>
            </a:r>
            <a:r>
              <a:rPr lang="en-US" altLang="en-US" sz="800" dirty="0">
                <a:latin typeface="Arial" panose="020B0604020202020204" pitchFamily="34" charset="0"/>
                <a:cs typeface="Arial" panose="020B0604020202020204" pitchFamily="34" charset="0"/>
              </a:rPr>
              <a:t>: </a:t>
            </a:r>
          </a:p>
          <a:p>
            <a:pPr eaLnBrk="1" hangingPunct="1">
              <a:lnSpc>
                <a:spcPct val="80000"/>
              </a:lnSpc>
            </a:pPr>
            <a:endParaRPr lang="en-US" altLang="en-US" sz="800" dirty="0">
              <a:latin typeface="Arial" panose="020B0604020202020204" pitchFamily="34" charset="0"/>
              <a:cs typeface="Arial" panose="020B0604020202020204" pitchFamily="34" charset="0"/>
            </a:endParaRPr>
          </a:p>
          <a:p>
            <a:pPr eaLnBrk="1" hangingPunct="1">
              <a:lnSpc>
                <a:spcPct val="80000"/>
              </a:lnSpc>
            </a:pPr>
            <a:r>
              <a:rPr lang="en-US" altLang="en-US" sz="800" dirty="0" err="1">
                <a:latin typeface="Arial" panose="020B0604020202020204" pitchFamily="34" charset="0"/>
                <a:cs typeface="Arial" panose="020B0604020202020204" pitchFamily="34" charset="0"/>
              </a:rPr>
              <a:t>Utilizar</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método</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ExecuteReader</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obtener</a:t>
            </a:r>
            <a:r>
              <a:rPr lang="en-US" altLang="en-US" sz="800" dirty="0">
                <a:latin typeface="Arial" panose="020B0604020202020204" pitchFamily="34" charset="0"/>
                <a:cs typeface="Arial" panose="020B0604020202020204" pitchFamily="34" charset="0"/>
              </a:rPr>
              <a:t> un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DataReader</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obtener</a:t>
            </a:r>
            <a:r>
              <a:rPr lang="en-US" altLang="en-US" sz="800" dirty="0">
                <a:latin typeface="Arial" panose="020B0604020202020204" pitchFamily="34" charset="0"/>
                <a:cs typeface="Arial" panose="020B0604020202020204" pitchFamily="34" charset="0"/>
              </a:rPr>
              <a:t> las </a:t>
            </a:r>
            <a:r>
              <a:rPr lang="en-US" altLang="en-US" sz="800" dirty="0" err="1">
                <a:latin typeface="Arial" panose="020B0604020202020204" pitchFamily="34" charset="0"/>
                <a:cs typeface="Arial" panose="020B0604020202020204" pitchFamily="34" charset="0"/>
              </a:rPr>
              <a:t>filas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devueltas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desplazarse</a:t>
            </a:r>
            <a:r>
              <a:rPr lang="en-US" altLang="en-US" sz="800" dirty="0">
                <a:latin typeface="Arial" panose="020B0604020202020204" pitchFamily="34" charset="0"/>
                <a:cs typeface="Arial" panose="020B0604020202020204" pitchFamily="34" charset="0"/>
              </a:rPr>
              <a:t> por </a:t>
            </a:r>
            <a:r>
              <a:rPr lang="en-US" altLang="en-US" sz="800" dirty="0" err="1">
                <a:latin typeface="Arial" panose="020B0604020202020204" pitchFamily="34" charset="0"/>
                <a:cs typeface="Arial" panose="020B0604020202020204" pitchFamily="34" charset="0"/>
              </a:rPr>
              <a:t>dichas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filas</a:t>
            </a:r>
            <a:r>
              <a:rPr lang="en-US" altLang="en-US" sz="800" dirty="0">
                <a:latin typeface="Arial" panose="020B0604020202020204" pitchFamily="34" charset="0"/>
                <a:cs typeface="Arial" panose="020B0604020202020204" pitchFamily="34" charset="0"/>
              </a:rPr>
              <a:t> y </a:t>
            </a:r>
            <a:r>
              <a:rPr lang="en-US" altLang="en-US" sz="800" dirty="0" err="1">
                <a:latin typeface="Arial" panose="020B0604020202020204" pitchFamily="34" charset="0"/>
                <a:cs typeface="Arial" panose="020B0604020202020204" pitchFamily="34" charset="0"/>
              </a:rPr>
              <a:t>recuperar</a:t>
            </a:r>
            <a:r>
              <a:rPr lang="en-US" altLang="en-US" sz="800" dirty="0">
                <a:latin typeface="Arial" panose="020B0604020202020204" pitchFamily="34" charset="0"/>
                <a:cs typeface="Arial" panose="020B0604020202020204" pitchFamily="34" charset="0"/>
              </a:rPr>
              <a:t> los </a:t>
            </a:r>
            <a:r>
              <a:rPr lang="en-US" altLang="en-US" sz="800" dirty="0" err="1">
                <a:latin typeface="Arial" panose="020B0604020202020204" pitchFamily="34" charset="0"/>
                <a:cs typeface="Arial" panose="020B0604020202020204" pitchFamily="34" charset="0"/>
              </a:rPr>
              <a:t>valores</a:t>
            </a:r>
            <a:r>
              <a:rPr lang="en-US" altLang="en-US" sz="800" dirty="0">
                <a:latin typeface="Arial" panose="020B0604020202020204" pitchFamily="34" charset="0"/>
                <a:cs typeface="Arial" panose="020B0604020202020204" pitchFamily="34" charset="0"/>
              </a:rPr>
              <a:t> y los </a:t>
            </a:r>
            <a:r>
              <a:rPr lang="en-US" altLang="en-US" sz="800" dirty="0" err="1">
                <a:latin typeface="Arial" panose="020B0604020202020204" pitchFamily="34" charset="0"/>
                <a:cs typeface="Arial" panose="020B0604020202020204" pitchFamily="34" charset="0"/>
              </a:rPr>
              <a:t>parámetros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devueltos</a:t>
            </a:r>
            <a:r>
              <a:rPr lang="en-US" altLang="en-US" sz="800" dirty="0">
                <a:latin typeface="Arial" panose="020B0604020202020204" pitchFamily="34" charset="0"/>
                <a:cs typeface="Arial" panose="020B0604020202020204" pitchFamily="34" charset="0"/>
              </a:rPr>
              <a:t>.</a:t>
            </a:r>
          </a:p>
          <a:p>
            <a:pPr eaLnBrk="1" hangingPunct="1">
              <a:lnSpc>
                <a:spcPct val="80000"/>
              </a:lnSpc>
            </a:pPr>
            <a:endParaRPr lang="en-US" altLang="en-US" sz="800" dirty="0">
              <a:latin typeface="Arial" panose="020B0604020202020204" pitchFamily="34" charset="0"/>
              <a:cs typeface="Arial" panose="020B0604020202020204" pitchFamily="34" charset="0"/>
            </a:endParaRPr>
          </a:p>
          <a:p>
            <a:pPr eaLnBrk="1" hangingPunct="1">
              <a:lnSpc>
                <a:spcPct val="80000"/>
              </a:lnSpc>
            </a:pPr>
            <a:r>
              <a:rPr lang="en-US" altLang="en-US" sz="800" dirty="0" err="1">
                <a:latin typeface="Arial" panose="020B0604020202020204" pitchFamily="34" charset="0"/>
                <a:cs typeface="Arial" panose="020B0604020202020204" pitchFamily="34" charset="0"/>
              </a:rPr>
              <a:t>Utilizar</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método</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ExecuteScalar</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devolver</a:t>
            </a:r>
            <a:r>
              <a:rPr lang="en-US" altLang="en-US" sz="800" dirty="0">
                <a:latin typeface="Arial" panose="020B0604020202020204" pitchFamily="34" charset="0"/>
                <a:cs typeface="Arial" panose="020B0604020202020204" pitchFamily="34" charset="0"/>
              </a:rPr>
              <a:t> el valor de la </a:t>
            </a:r>
            <a:r>
              <a:rPr lang="en-US" altLang="en-US" sz="800" dirty="0" err="1">
                <a:latin typeface="Arial" panose="020B0604020202020204" pitchFamily="34" charset="0"/>
                <a:cs typeface="Arial" panose="020B0604020202020204" pitchFamily="34" charset="0"/>
              </a:rPr>
              <a:t>primera</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columna</a:t>
            </a:r>
            <a:r>
              <a:rPr lang="en-US" altLang="en-US" sz="800" dirty="0">
                <a:latin typeface="Arial" panose="020B0604020202020204" pitchFamily="34" charset="0"/>
                <a:cs typeface="Arial" panose="020B0604020202020204" pitchFamily="34" charset="0"/>
              </a:rPr>
              <a:t> de la </a:t>
            </a:r>
            <a:r>
              <a:rPr lang="en-US" altLang="en-US" sz="800" dirty="0" err="1">
                <a:latin typeface="Arial" panose="020B0604020202020204" pitchFamily="34" charset="0"/>
                <a:cs typeface="Arial" panose="020B0604020202020204" pitchFamily="34" charset="0"/>
              </a:rPr>
              <a:t>primera</a:t>
            </a:r>
            <a:r>
              <a:rPr lang="en-US" altLang="en-US" sz="800" dirty="0">
                <a:latin typeface="Arial" panose="020B0604020202020204" pitchFamily="34" charset="0"/>
                <a:cs typeface="Arial" panose="020B0604020202020204" pitchFamily="34" charset="0"/>
              </a:rPr>
              <a:t> fila de </a:t>
            </a:r>
            <a:r>
              <a:rPr lang="en-US" altLang="en-US" sz="800" dirty="0" err="1">
                <a:latin typeface="Arial" panose="020B0604020202020204" pitchFamily="34" charset="0"/>
                <a:cs typeface="Arial" panose="020B0604020202020204" pitchFamily="34" charset="0"/>
              </a:rPr>
              <a:t>resultados</a:t>
            </a:r>
            <a:r>
              <a:rPr lang="en-US" altLang="en-US" sz="800" dirty="0">
                <a:latin typeface="Arial" panose="020B0604020202020204" pitchFamily="34" charset="0"/>
                <a:cs typeface="Arial" panose="020B0604020202020204" pitchFamily="34" charset="0"/>
              </a:rPr>
              <a:t> junto con los </a:t>
            </a:r>
            <a:r>
              <a:rPr lang="en-US" altLang="en-US" sz="800" dirty="0" err="1">
                <a:latin typeface="Arial" panose="020B0604020202020204" pitchFamily="34" charset="0"/>
                <a:cs typeface="Arial" panose="020B0604020202020204" pitchFamily="34" charset="0"/>
              </a:rPr>
              <a:t>valores</a:t>
            </a:r>
            <a:r>
              <a:rPr lang="en-US" altLang="en-US" sz="800" dirty="0">
                <a:latin typeface="Arial" panose="020B0604020202020204" pitchFamily="34" charset="0"/>
                <a:cs typeface="Arial" panose="020B0604020202020204" pitchFamily="34" charset="0"/>
              </a:rPr>
              <a:t> y los </a:t>
            </a:r>
            <a:r>
              <a:rPr lang="en-US" altLang="en-US" sz="800" dirty="0" err="1">
                <a:latin typeface="Arial" panose="020B0604020202020204" pitchFamily="34" charset="0"/>
                <a:cs typeface="Arial" panose="020B0604020202020204" pitchFamily="34" charset="0"/>
              </a:rPr>
              <a:t>parámetros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devueltos</a:t>
            </a:r>
            <a:r>
              <a:rPr lang="en-US" altLang="en-US" sz="800" dirty="0">
                <a:latin typeface="Arial" panose="020B0604020202020204" pitchFamily="34" charset="0"/>
                <a:cs typeface="Arial" panose="020B0604020202020204" pitchFamily="34" charset="0"/>
              </a:rPr>
              <a:t>. Este </a:t>
            </a:r>
            <a:r>
              <a:rPr lang="en-US" altLang="en-US" sz="800" dirty="0" err="1">
                <a:latin typeface="Arial" panose="020B0604020202020204" pitchFamily="34" charset="0"/>
                <a:cs typeface="Arial" panose="020B0604020202020204" pitchFamily="34" charset="0"/>
              </a:rPr>
              <a:t>método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resulta</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mucho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más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útil</a:t>
            </a:r>
            <a:r>
              <a:rPr lang="en-US" altLang="en-US" sz="800" dirty="0">
                <a:latin typeface="Arial" panose="020B0604020202020204" pitchFamily="34" charset="0"/>
                <a:cs typeface="Arial" panose="020B0604020202020204" pitchFamily="34" charset="0"/>
              </a:rPr>
              <a:t> con </a:t>
            </a:r>
            <a:r>
              <a:rPr lang="en-US" altLang="en-US" sz="800" dirty="0" err="1">
                <a:latin typeface="Arial" panose="020B0604020202020204" pitchFamily="34" charset="0"/>
                <a:cs typeface="Arial" panose="020B0604020202020204" pitchFamily="34" charset="0"/>
              </a:rPr>
              <a:t>funciones</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agregado</a:t>
            </a:r>
            <a:r>
              <a:rPr lang="en-US" altLang="en-US" sz="800" dirty="0">
                <a:latin typeface="Arial" panose="020B0604020202020204" pitchFamily="34" charset="0"/>
                <a:cs typeface="Arial" panose="020B0604020202020204" pitchFamily="34" charset="0"/>
              </a:rPr>
              <a:t>.</a:t>
            </a:r>
          </a:p>
          <a:p>
            <a:pPr eaLnBrk="1" hangingPunct="1">
              <a:lnSpc>
                <a:spcPct val="80000"/>
              </a:lnSpc>
            </a:pPr>
            <a:endParaRPr lang="en-US" altLang="en-US" sz="800" dirty="0">
              <a:latin typeface="Arial" panose="020B0604020202020204" pitchFamily="34" charset="0"/>
              <a:cs typeface="Arial" panose="020B0604020202020204" pitchFamily="34" charset="0"/>
            </a:endParaRPr>
          </a:p>
          <a:p>
            <a:pPr eaLnBrk="1" hangingPunct="1">
              <a:lnSpc>
                <a:spcPct val="80000"/>
              </a:lnSpc>
            </a:pPr>
            <a:r>
              <a:rPr lang="en-US" altLang="en-US" sz="800" dirty="0" err="1">
                <a:latin typeface="Arial" panose="020B0604020202020204" pitchFamily="34" charset="0"/>
                <a:cs typeface="Arial" panose="020B0604020202020204" pitchFamily="34" charset="0"/>
              </a:rPr>
              <a:t>Utilizar</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método</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ExecuteNonQuery</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obtener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únicamente</a:t>
            </a:r>
            <a:r>
              <a:rPr lang="en-US" altLang="en-US" sz="800" dirty="0">
                <a:latin typeface="Arial" panose="020B0604020202020204" pitchFamily="34" charset="0"/>
                <a:cs typeface="Arial" panose="020B0604020202020204" pitchFamily="34" charset="0"/>
              </a:rPr>
              <a:t> los </a:t>
            </a:r>
            <a:r>
              <a:rPr lang="en-US" altLang="en-US" sz="800" dirty="0" err="1">
                <a:latin typeface="Arial" panose="020B0604020202020204" pitchFamily="34" charset="0"/>
                <a:cs typeface="Arial" panose="020B0604020202020204" pitchFamily="34" charset="0"/>
              </a:rPr>
              <a:t>parámetros</a:t>
            </a:r>
            <a:r>
              <a:rPr lang="en-US" altLang="en-US" sz="800" dirty="0">
                <a:latin typeface="Arial" panose="020B0604020202020204" pitchFamily="34" charset="0"/>
                <a:cs typeface="Arial" panose="020B0604020202020204" pitchFamily="34" charset="0"/>
              </a:rPr>
              <a:t> y los </a:t>
            </a:r>
            <a:r>
              <a:rPr lang="en-US" altLang="en-US" sz="800" dirty="0" err="1">
                <a:latin typeface="Arial" panose="020B0604020202020204" pitchFamily="34" charset="0"/>
                <a:cs typeface="Arial" panose="020B0604020202020204" pitchFamily="34" charset="0"/>
              </a:rPr>
              <a:t>valores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devueltos</a:t>
            </a:r>
            <a:r>
              <a:rPr lang="en-US" altLang="en-US" sz="800" dirty="0">
                <a:latin typeface="Arial" panose="020B0604020202020204" pitchFamily="34" charset="0"/>
                <a:cs typeface="Arial" panose="020B0604020202020204" pitchFamily="34" charset="0"/>
              </a:rPr>
              <a:t>. Se </a:t>
            </a:r>
            <a:r>
              <a:rPr lang="en-US" altLang="en-US" sz="800" dirty="0" err="1">
                <a:latin typeface="Arial" panose="020B0604020202020204" pitchFamily="34" charset="0"/>
                <a:cs typeface="Arial" panose="020B0604020202020204" pitchFamily="34" charset="0"/>
              </a:rPr>
              <a:t>descartan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todas</a:t>
            </a:r>
            <a:r>
              <a:rPr lang="en-US" altLang="en-US" sz="800" dirty="0">
                <a:latin typeface="Arial" panose="020B0604020202020204" pitchFamily="34" charset="0"/>
                <a:cs typeface="Arial" panose="020B0604020202020204" pitchFamily="34" charset="0"/>
              </a:rPr>
              <a:t> las </a:t>
            </a:r>
            <a:r>
              <a:rPr lang="en-US" altLang="en-US" sz="800" dirty="0" err="1">
                <a:latin typeface="Arial" panose="020B0604020202020204" pitchFamily="34" charset="0"/>
                <a:cs typeface="Arial" panose="020B0604020202020204" pitchFamily="34" charset="0"/>
              </a:rPr>
              <a:t>filas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devueltas</a:t>
            </a:r>
            <a:r>
              <a:rPr lang="en-US" altLang="en-US" sz="800" dirty="0">
                <a:latin typeface="Arial" panose="020B0604020202020204" pitchFamily="34" charset="0"/>
                <a:cs typeface="Arial" panose="020B0604020202020204" pitchFamily="34" charset="0"/>
              </a:rPr>
              <a:t>. Este </a:t>
            </a:r>
            <a:r>
              <a:rPr lang="en-US" altLang="en-US" sz="800" dirty="0" err="1">
                <a:latin typeface="Arial" panose="020B0604020202020204" pitchFamily="34" charset="0"/>
                <a:cs typeface="Arial" panose="020B0604020202020204" pitchFamily="34" charset="0"/>
              </a:rPr>
              <a:t>método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resulta</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muy</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útil</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ejecutar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consultas</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acciones</a:t>
            </a:r>
            <a:r>
              <a:rPr lang="en-US" altLang="en-US" sz="800" dirty="0">
                <a:latin typeface="Arial" panose="020B0604020202020204" pitchFamily="34" charset="0"/>
                <a:cs typeface="Arial" panose="020B0604020202020204" pitchFamily="34" charset="0"/>
              </a:rPr>
              <a:t>.</a:t>
            </a:r>
            <a:endParaRPr lang="es-AR" altLang="en-US" sz="800" dirty="0">
              <a:latin typeface="Arial" panose="020B0604020202020204" pitchFamily="34" charset="0"/>
              <a:cs typeface="Arial" panose="020B0604020202020204" pitchFamily="34" charset="0"/>
            </a:endParaRPr>
          </a:p>
          <a:p>
            <a:pPr eaLnBrk="1" hangingPunct="1">
              <a:lnSpc>
                <a:spcPct val="80000"/>
              </a:lnSpc>
            </a:pPr>
            <a:endParaRPr lang="es-AR" altLang="en-US" sz="800" dirty="0">
              <a:latin typeface="Arial" panose="020B0604020202020204" pitchFamily="34" charset="0"/>
              <a:cs typeface="Arial" panose="020B0604020202020204" pitchFamily="34" charset="0"/>
            </a:endParaRPr>
          </a:p>
          <a:p>
            <a:pPr eaLnBrk="1" hangingPunct="1">
              <a:lnSpc>
                <a:spcPct val="80000"/>
              </a:lnSpc>
            </a:pPr>
            <a:r>
              <a:rPr lang="en-US" altLang="en-US" sz="800" dirty="0" err="1">
                <a:latin typeface="Arial" panose="020B0604020202020204" pitchFamily="34" charset="0"/>
                <a:cs typeface="Arial" panose="020B0604020202020204" pitchFamily="34" charset="0"/>
              </a:rPr>
              <a:t>Utilizar</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método</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ExecuteXMLReader</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obtener</a:t>
            </a:r>
            <a:r>
              <a:rPr lang="en-US" altLang="en-US" sz="800" dirty="0">
                <a:latin typeface="Arial" panose="020B0604020202020204" pitchFamily="34" charset="0"/>
                <a:cs typeface="Arial" panose="020B0604020202020204" pitchFamily="34" charset="0"/>
              </a:rPr>
              <a:t> un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XMLReader</a:t>
            </a:r>
            <a:r>
              <a:rPr lang="en-US" altLang="en-US" sz="800" dirty="0">
                <a:latin typeface="Arial" panose="020B0604020202020204" pitchFamily="34" charset="0"/>
                <a:cs typeface="Arial" panose="020B0604020202020204" pitchFamily="34" charset="0"/>
              </a:rPr>
              <a:t> y </a:t>
            </a:r>
            <a:r>
              <a:rPr lang="en-US" altLang="en-US" sz="800" dirty="0" err="1">
                <a:latin typeface="Arial" panose="020B0604020202020204" pitchFamily="34" charset="0"/>
                <a:cs typeface="Arial" panose="020B0604020202020204" pitchFamily="34" charset="0"/>
              </a:rPr>
              <a:t>devolver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todos</a:t>
            </a:r>
            <a:r>
              <a:rPr lang="en-US" altLang="en-US" sz="800" dirty="0">
                <a:latin typeface="Arial" panose="020B0604020202020204" pitchFamily="34" charset="0"/>
                <a:cs typeface="Arial" panose="020B0604020202020204" pitchFamily="34" charset="0"/>
              </a:rPr>
              <a:t> los </a:t>
            </a:r>
            <a:r>
              <a:rPr lang="en-US" altLang="en-US" sz="800" dirty="0" err="1">
                <a:latin typeface="Arial" panose="020B0604020202020204" pitchFamily="34" charset="0"/>
                <a:cs typeface="Arial" panose="020B0604020202020204" pitchFamily="34" charset="0"/>
              </a:rPr>
              <a:t>registros</a:t>
            </a:r>
            <a:r>
              <a:rPr lang="en-US" altLang="en-US" sz="800" dirty="0">
                <a:latin typeface="Arial" panose="020B0604020202020204" pitchFamily="34" charset="0"/>
                <a:cs typeface="Arial" panose="020B0604020202020204" pitchFamily="34" charset="0"/>
              </a:rPr>
              <a:t> de la consulta</a:t>
            </a:r>
          </a:p>
          <a:p>
            <a:pPr eaLnBrk="1" hangingPunct="1">
              <a:lnSpc>
                <a:spcPct val="80000"/>
              </a:lnSpc>
            </a:pPr>
            <a:endParaRPr lang="es-AR" altLang="en-US" sz="800" dirty="0">
              <a:latin typeface="Arial" panose="020B0604020202020204" pitchFamily="34" charset="0"/>
              <a:cs typeface="Arial" panose="020B0604020202020204" pitchFamily="34" charset="0"/>
            </a:endParaRPr>
          </a:p>
          <a:p>
            <a:pPr eaLnBrk="1" hangingPunct="1">
              <a:lnSpc>
                <a:spcPct val="80000"/>
              </a:lnSpc>
            </a:pPr>
            <a:r>
              <a:rPr lang="es-AR" altLang="en-US" sz="800" dirty="0">
                <a:latin typeface="Arial" panose="020B0604020202020204" pitchFamily="34" charset="0"/>
                <a:cs typeface="Arial" panose="020B0604020202020204" pitchFamily="34" charset="0"/>
              </a:rPr>
              <a:t>----</a:t>
            </a:r>
            <a:r>
              <a:rPr lang="en-US" altLang="en-US" sz="800" dirty="0" err="1">
                <a:latin typeface="Arial" panose="020B0604020202020204" pitchFamily="34" charset="0"/>
                <a:cs typeface="Arial" panose="020B0604020202020204" pitchFamily="34" charset="0"/>
              </a:rPr>
              <a:t>Después</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establecer</a:t>
            </a:r>
            <a:r>
              <a:rPr lang="en-US" altLang="en-US" sz="800" dirty="0">
                <a:latin typeface="Arial" panose="020B0604020202020204" pitchFamily="34" charset="0"/>
                <a:cs typeface="Arial" panose="020B0604020202020204" pitchFamily="34" charset="0"/>
              </a:rPr>
              <a:t> una </a:t>
            </a:r>
            <a:r>
              <a:rPr lang="en-US" altLang="en-US" sz="800" dirty="0" err="1">
                <a:latin typeface="Arial" panose="020B0604020202020204" pitchFamily="34" charset="0"/>
                <a:cs typeface="Arial" panose="020B0604020202020204" pitchFamily="34" charset="0"/>
              </a:rPr>
              <a:t>conexión</a:t>
            </a:r>
            <a:r>
              <a:rPr lang="en-US" altLang="en-US" sz="800" dirty="0">
                <a:latin typeface="Arial" panose="020B0604020202020204" pitchFamily="34" charset="0"/>
                <a:cs typeface="Arial" panose="020B0604020202020204" pitchFamily="34" charset="0"/>
              </a:rPr>
              <a:t> con un </a:t>
            </a:r>
            <a:r>
              <a:rPr lang="en-US" altLang="en-US" sz="800" dirty="0" err="1">
                <a:latin typeface="Arial" panose="020B0604020202020204" pitchFamily="34" charset="0"/>
                <a:cs typeface="Arial" panose="020B0604020202020204" pitchFamily="34" charset="0"/>
              </a:rPr>
              <a:t>origen</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datos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puede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usar</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Command</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ejecutar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comandos</a:t>
            </a:r>
            <a:r>
              <a:rPr lang="en-US" altLang="en-US" sz="800" dirty="0">
                <a:latin typeface="Arial" panose="020B0604020202020204" pitchFamily="34" charset="0"/>
                <a:cs typeface="Arial" panose="020B0604020202020204" pitchFamily="34" charset="0"/>
              </a:rPr>
              <a:t> y </a:t>
            </a:r>
            <a:r>
              <a:rPr lang="en-US" altLang="en-US" sz="800" dirty="0" err="1">
                <a:latin typeface="Arial" panose="020B0604020202020204" pitchFamily="34" charset="0"/>
                <a:cs typeface="Arial" panose="020B0604020202020204" pitchFamily="34" charset="0"/>
              </a:rPr>
              <a:t>devolver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resultados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desde</a:t>
            </a:r>
            <a:r>
              <a:rPr lang="en-US" altLang="en-US" sz="800" dirty="0">
                <a:latin typeface="Arial" panose="020B0604020202020204" pitchFamily="34" charset="0"/>
                <a:cs typeface="Arial" panose="020B0604020202020204" pitchFamily="34" charset="0"/>
              </a:rPr>
              <a:t> ese </a:t>
            </a:r>
            <a:r>
              <a:rPr lang="en-US" altLang="en-US" sz="800" dirty="0" err="1">
                <a:latin typeface="Arial" panose="020B0604020202020204" pitchFamily="34" charset="0"/>
                <a:cs typeface="Arial" panose="020B0604020202020204" pitchFamily="34" charset="0"/>
              </a:rPr>
              <a:t>origen</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datos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Puede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crear</a:t>
            </a:r>
            <a:r>
              <a:rPr lang="en-US" altLang="en-US" sz="800" dirty="0">
                <a:latin typeface="Arial" panose="020B0604020202020204" pitchFamily="34" charset="0"/>
                <a:cs typeface="Arial" panose="020B0604020202020204" pitchFamily="34" charset="0"/>
              </a:rPr>
              <a:t> un </a:t>
            </a:r>
            <a:r>
              <a:rPr lang="en-US" altLang="en-US" sz="800" dirty="0" err="1">
                <a:latin typeface="Arial" panose="020B0604020202020204" pitchFamily="34" charset="0"/>
                <a:cs typeface="Arial" panose="020B0604020202020204" pitchFamily="34" charset="0"/>
              </a:rPr>
              <a:t>comando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mediante</a:t>
            </a:r>
            <a:r>
              <a:rPr lang="en-US" altLang="en-US" sz="800" dirty="0">
                <a:latin typeface="Arial" panose="020B0604020202020204" pitchFamily="34" charset="0"/>
                <a:cs typeface="Arial" panose="020B0604020202020204" pitchFamily="34" charset="0"/>
              </a:rPr>
              <a:t> el constructor </a:t>
            </a:r>
            <a:r>
              <a:rPr lang="en-US" altLang="en-US" sz="800" b="1" dirty="0">
                <a:latin typeface="Arial" panose="020B0604020202020204" pitchFamily="34" charset="0"/>
                <a:cs typeface="Arial" panose="020B0604020202020204" pitchFamily="34" charset="0"/>
              </a:rPr>
              <a:t>Command</a:t>
            </a:r>
            <a:r>
              <a:rPr lang="en-US" altLang="en-US" sz="800" dirty="0">
                <a:latin typeface="Arial" panose="020B0604020202020204" pitchFamily="34" charset="0"/>
                <a:cs typeface="Arial" panose="020B0604020202020204" pitchFamily="34" charset="0"/>
              </a:rPr>
              <a:t>, que </a:t>
            </a:r>
            <a:r>
              <a:rPr lang="en-US" altLang="en-US" sz="800" dirty="0" err="1">
                <a:latin typeface="Arial" panose="020B0604020202020204" pitchFamily="34" charset="0"/>
                <a:cs typeface="Arial" panose="020B0604020202020204" pitchFamily="34" charset="0"/>
              </a:rPr>
              <a:t>acepta</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argumentos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opcionales</a:t>
            </a:r>
            <a:r>
              <a:rPr lang="en-US" altLang="en-US" sz="800" dirty="0">
                <a:latin typeface="Arial" panose="020B0604020202020204" pitchFamily="34" charset="0"/>
                <a:cs typeface="Arial" panose="020B0604020202020204" pitchFamily="34" charset="0"/>
              </a:rPr>
              <a:t> de una </a:t>
            </a:r>
            <a:r>
              <a:rPr lang="en-US" altLang="en-US" sz="800" dirty="0" err="1">
                <a:latin typeface="Arial" panose="020B0604020202020204" pitchFamily="34" charset="0"/>
                <a:cs typeface="Arial" panose="020B0604020202020204" pitchFamily="34" charset="0"/>
              </a:rPr>
              <a:t>instrucción</a:t>
            </a:r>
            <a:r>
              <a:rPr lang="en-US" altLang="en-US" sz="800" dirty="0">
                <a:latin typeface="Arial" panose="020B0604020202020204" pitchFamily="34" charset="0"/>
                <a:cs typeface="Arial" panose="020B0604020202020204" pitchFamily="34" charset="0"/>
              </a:rPr>
              <a:t> SQL para </a:t>
            </a:r>
            <a:r>
              <a:rPr lang="en-US" altLang="en-US" sz="800" dirty="0" err="1">
                <a:latin typeface="Arial" panose="020B0604020202020204" pitchFamily="34" charset="0"/>
                <a:cs typeface="Arial" panose="020B0604020202020204" pitchFamily="34" charset="0"/>
              </a:rPr>
              <a:t>ejecutarlos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en</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origen</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datos</a:t>
            </a:r>
            <a:r>
              <a:rPr lang="en-US" altLang="en-US" sz="800" dirty="0">
                <a:latin typeface="Arial" panose="020B0604020202020204" pitchFamily="34" charset="0"/>
                <a:cs typeface="Arial" panose="020B0604020202020204" pitchFamily="34" charset="0"/>
              </a:rPr>
              <a:t>, un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Connection</a:t>
            </a:r>
            <a:r>
              <a:rPr lang="en-US" altLang="en-US" sz="800" dirty="0">
                <a:latin typeface="Arial" panose="020B0604020202020204" pitchFamily="34" charset="0"/>
                <a:cs typeface="Arial" panose="020B0604020202020204" pitchFamily="34" charset="0"/>
              </a:rPr>
              <a:t> y un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Transaction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También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puede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crear</a:t>
            </a:r>
            <a:r>
              <a:rPr lang="en-US" altLang="en-US" sz="800" dirty="0">
                <a:latin typeface="Arial" panose="020B0604020202020204" pitchFamily="34" charset="0"/>
                <a:cs typeface="Arial" panose="020B0604020202020204" pitchFamily="34" charset="0"/>
              </a:rPr>
              <a:t> un </a:t>
            </a:r>
            <a:r>
              <a:rPr lang="en-US" altLang="en-US" sz="800" dirty="0" err="1">
                <a:latin typeface="Arial" panose="020B0604020202020204" pitchFamily="34" charset="0"/>
                <a:cs typeface="Arial" panose="020B0604020202020204" pitchFamily="34" charset="0"/>
              </a:rPr>
              <a:t>comando</a:t>
            </a:r>
            <a:r>
              <a:rPr lang="en-US" altLang="en-US" sz="800" dirty="0">
                <a:latin typeface="Arial" panose="020B0604020202020204" pitchFamily="34" charset="0"/>
                <a:cs typeface="Arial" panose="020B0604020202020204" pitchFamily="34" charset="0"/>
              </a:rPr>
              <a:t> para un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Connection </a:t>
            </a:r>
            <a:r>
              <a:rPr lang="en-US" altLang="en-US" sz="800" dirty="0" err="1">
                <a:latin typeface="Arial" panose="020B0604020202020204" pitchFamily="34" charset="0"/>
                <a:cs typeface="Arial" panose="020B0604020202020204" pitchFamily="34" charset="0"/>
              </a:rPr>
              <a:t>determinado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utilizando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su</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método</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CreateCommand</a:t>
            </a:r>
            <a:r>
              <a:rPr lang="en-US" altLang="en-US" sz="800" dirty="0">
                <a:latin typeface="Arial" panose="020B0604020202020204" pitchFamily="34" charset="0"/>
                <a:cs typeface="Arial" panose="020B0604020202020204" pitchFamily="34" charset="0"/>
              </a:rPr>
              <a:t>. La </a:t>
            </a:r>
            <a:r>
              <a:rPr lang="en-US" altLang="en-US" sz="800" dirty="0" err="1">
                <a:latin typeface="Arial" panose="020B0604020202020204" pitchFamily="34" charset="0"/>
                <a:cs typeface="Arial" panose="020B0604020202020204" pitchFamily="34" charset="0"/>
              </a:rPr>
              <a:t>instrucción</a:t>
            </a:r>
            <a:r>
              <a:rPr lang="en-US" altLang="en-US" sz="800" dirty="0">
                <a:latin typeface="Arial" panose="020B0604020202020204" pitchFamily="34" charset="0"/>
                <a:cs typeface="Arial" panose="020B0604020202020204" pitchFamily="34" charset="0"/>
              </a:rPr>
              <a:t> SQL del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Command</a:t>
            </a:r>
            <a:r>
              <a:rPr lang="en-US" altLang="en-US" sz="800" dirty="0">
                <a:latin typeface="Arial" panose="020B0604020202020204" pitchFamily="34" charset="0"/>
                <a:cs typeface="Arial" panose="020B0604020202020204" pitchFamily="34" charset="0"/>
              </a:rPr>
              <a:t> se </a:t>
            </a:r>
            <a:r>
              <a:rPr lang="en-US" altLang="en-US" sz="800" dirty="0" err="1">
                <a:latin typeface="Arial" panose="020B0604020202020204" pitchFamily="34" charset="0"/>
                <a:cs typeface="Arial" panose="020B0604020202020204" pitchFamily="34" charset="0"/>
              </a:rPr>
              <a:t>puede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consultar</a:t>
            </a:r>
            <a:r>
              <a:rPr lang="en-US" altLang="en-US" sz="800" dirty="0">
                <a:latin typeface="Arial" panose="020B0604020202020204" pitchFamily="34" charset="0"/>
                <a:cs typeface="Arial" panose="020B0604020202020204" pitchFamily="34" charset="0"/>
              </a:rPr>
              <a:t> y </a:t>
            </a:r>
            <a:r>
              <a:rPr lang="en-US" altLang="en-US" sz="800" dirty="0" err="1">
                <a:latin typeface="Arial" panose="020B0604020202020204" pitchFamily="34" charset="0"/>
                <a:cs typeface="Arial" panose="020B0604020202020204" pitchFamily="34" charset="0"/>
              </a:rPr>
              <a:t>modificar</a:t>
            </a:r>
            <a:r>
              <a:rPr lang="en-US" altLang="en-US" sz="800" dirty="0">
                <a:latin typeface="Arial" panose="020B0604020202020204" pitchFamily="34" charset="0"/>
                <a:cs typeface="Arial" panose="020B0604020202020204" pitchFamily="34" charset="0"/>
              </a:rPr>
              <a:t> con la </a:t>
            </a:r>
            <a:r>
              <a:rPr lang="en-US" altLang="en-US" sz="800" dirty="0" err="1">
                <a:latin typeface="Arial" panose="020B0604020202020204" pitchFamily="34" charset="0"/>
                <a:cs typeface="Arial" panose="020B0604020202020204" pitchFamily="34" charset="0"/>
              </a:rPr>
              <a:t>propiedad</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CommandText</a:t>
            </a:r>
            <a:r>
              <a:rPr lang="en-US" altLang="en-US" sz="800" dirty="0">
                <a:latin typeface="Arial" panose="020B0604020202020204" pitchFamily="34" charset="0"/>
                <a:cs typeface="Arial" panose="020B0604020202020204" pitchFamily="34" charset="0"/>
              </a:rPr>
              <a:t>.</a:t>
            </a:r>
          </a:p>
          <a:p>
            <a:pPr eaLnBrk="1" hangingPunct="1">
              <a:lnSpc>
                <a:spcPct val="80000"/>
              </a:lnSpc>
            </a:pPr>
            <a:r>
              <a:rPr lang="en-US" altLang="en-US" sz="800" dirty="0">
                <a:latin typeface="Arial" panose="020B0604020202020204" pitchFamily="34" charset="0"/>
                <a:cs typeface="Arial" panose="020B0604020202020204" pitchFamily="34" charset="0"/>
              </a:rPr>
              <a:t>El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Command</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expone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varios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métodos</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Execute</a:t>
            </a:r>
            <a:r>
              <a:rPr lang="en-US" altLang="en-US" sz="800" dirty="0">
                <a:latin typeface="Arial" panose="020B0604020202020204" pitchFamily="34" charset="0"/>
                <a:cs typeface="Arial" panose="020B0604020202020204" pitchFamily="34" charset="0"/>
              </a:rPr>
              <a:t> que </a:t>
            </a:r>
            <a:r>
              <a:rPr lang="en-US" altLang="en-US" sz="800" dirty="0" err="1">
                <a:latin typeface="Arial" panose="020B0604020202020204" pitchFamily="34" charset="0"/>
                <a:cs typeface="Arial" panose="020B0604020202020204" pitchFamily="34" charset="0"/>
              </a:rPr>
              <a:t>puede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utilizar</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llevar</a:t>
            </a:r>
            <a:r>
              <a:rPr lang="en-US" altLang="en-US" sz="800" dirty="0">
                <a:latin typeface="Arial" panose="020B0604020202020204" pitchFamily="34" charset="0"/>
                <a:cs typeface="Arial" panose="020B0604020202020204" pitchFamily="34" charset="0"/>
              </a:rPr>
              <a:t> a </a:t>
            </a:r>
            <a:r>
              <a:rPr lang="en-US" altLang="en-US" sz="800" dirty="0" err="1">
                <a:latin typeface="Arial" panose="020B0604020202020204" pitchFamily="34" charset="0"/>
                <a:cs typeface="Arial" panose="020B0604020202020204" pitchFamily="34" charset="0"/>
              </a:rPr>
              <a:t>cabo</a:t>
            </a:r>
            <a:r>
              <a:rPr lang="en-US" altLang="en-US" sz="800" dirty="0">
                <a:latin typeface="Arial" panose="020B0604020202020204" pitchFamily="34" charset="0"/>
                <a:cs typeface="Arial" panose="020B0604020202020204" pitchFamily="34" charset="0"/>
              </a:rPr>
              <a:t> la </a:t>
            </a:r>
            <a:r>
              <a:rPr lang="en-US" altLang="en-US" sz="800" dirty="0" err="1">
                <a:latin typeface="Arial" panose="020B0604020202020204" pitchFamily="34" charset="0"/>
                <a:cs typeface="Arial" panose="020B0604020202020204" pitchFamily="34" charset="0"/>
              </a:rPr>
              <a:t>acción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deseada</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Cuando</a:t>
            </a:r>
            <a:r>
              <a:rPr lang="en-US" altLang="en-US" sz="800" dirty="0">
                <a:latin typeface="Arial" panose="020B0604020202020204" pitchFamily="34" charset="0"/>
                <a:cs typeface="Arial" panose="020B0604020202020204" pitchFamily="34" charset="0"/>
              </a:rPr>
              <a:t> los </a:t>
            </a:r>
            <a:r>
              <a:rPr lang="en-US" altLang="en-US" sz="800" dirty="0" err="1">
                <a:latin typeface="Arial" panose="020B0604020202020204" pitchFamily="34" charset="0"/>
                <a:cs typeface="Arial" panose="020B0604020202020204" pitchFamily="34" charset="0"/>
              </a:rPr>
              <a:t>resultados</a:t>
            </a:r>
            <a:r>
              <a:rPr lang="en-US" altLang="en-US" sz="800" dirty="0">
                <a:latin typeface="Arial" panose="020B0604020202020204" pitchFamily="34" charset="0"/>
                <a:cs typeface="Arial" panose="020B0604020202020204" pitchFamily="34" charset="0"/>
              </a:rPr>
              <a:t> se </a:t>
            </a:r>
            <a:r>
              <a:rPr lang="en-US" altLang="en-US" sz="800" dirty="0" err="1">
                <a:latin typeface="Arial" panose="020B0604020202020204" pitchFamily="34" charset="0"/>
                <a:cs typeface="Arial" panose="020B0604020202020204" pitchFamily="34" charset="0"/>
              </a:rPr>
              <a:t>devuelven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en</a:t>
            </a:r>
            <a:r>
              <a:rPr lang="en-US" altLang="en-US" sz="800" dirty="0">
                <a:latin typeface="Arial" panose="020B0604020202020204" pitchFamily="34" charset="0"/>
                <a:cs typeface="Arial" panose="020B0604020202020204" pitchFamily="34" charset="0"/>
              </a:rPr>
              <a:t> forma de </a:t>
            </a:r>
            <a:r>
              <a:rPr lang="en-US" altLang="en-US" sz="800" dirty="0" err="1">
                <a:latin typeface="Arial" panose="020B0604020202020204" pitchFamily="34" charset="0"/>
                <a:cs typeface="Arial" panose="020B0604020202020204" pitchFamily="34" charset="0"/>
              </a:rPr>
              <a:t>secuencia</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datos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puede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usar</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ExecuteReader</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devolver</a:t>
            </a:r>
            <a:r>
              <a:rPr lang="en-US" altLang="en-US" sz="800" dirty="0">
                <a:latin typeface="Arial" panose="020B0604020202020204" pitchFamily="34" charset="0"/>
                <a:cs typeface="Arial" panose="020B0604020202020204" pitchFamily="34" charset="0"/>
              </a:rPr>
              <a:t> un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DataReader</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ExecuteScalar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sirve</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devolver</a:t>
            </a:r>
            <a:r>
              <a:rPr lang="en-US" altLang="en-US" sz="800" dirty="0">
                <a:latin typeface="Arial" panose="020B0604020202020204" pitchFamily="34" charset="0"/>
                <a:cs typeface="Arial" panose="020B0604020202020204" pitchFamily="34" charset="0"/>
              </a:rPr>
              <a:t> un valor Singleton. </a:t>
            </a:r>
            <a:r>
              <a:rPr lang="en-US" altLang="en-US" sz="800" b="1" dirty="0" err="1">
                <a:latin typeface="Arial" panose="020B0604020202020204" pitchFamily="34" charset="0"/>
                <a:cs typeface="Arial" panose="020B0604020202020204" pitchFamily="34" charset="0"/>
              </a:rPr>
              <a:t>ExecuteNonQuery</a:t>
            </a:r>
            <a:r>
              <a:rPr lang="en-US" altLang="en-US" sz="800" dirty="0">
                <a:latin typeface="Arial" panose="020B0604020202020204" pitchFamily="34" charset="0"/>
                <a:cs typeface="Arial" panose="020B0604020202020204" pitchFamily="34" charset="0"/>
              </a:rPr>
              <a:t> se </a:t>
            </a:r>
            <a:r>
              <a:rPr lang="en-US" altLang="en-US" sz="800" dirty="0" err="1">
                <a:latin typeface="Arial" panose="020B0604020202020204" pitchFamily="34" charset="0"/>
                <a:cs typeface="Arial" panose="020B0604020202020204" pitchFamily="34" charset="0"/>
              </a:rPr>
              <a:t>utiliza</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ejecutar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comandos</a:t>
            </a:r>
            <a:r>
              <a:rPr lang="en-US" altLang="en-US" sz="800" dirty="0">
                <a:latin typeface="Arial" panose="020B0604020202020204" pitchFamily="34" charset="0"/>
                <a:cs typeface="Arial" panose="020B0604020202020204" pitchFamily="34" charset="0"/>
              </a:rPr>
              <a:t> que no </a:t>
            </a:r>
            <a:r>
              <a:rPr lang="en-US" altLang="en-US" sz="800" dirty="0" err="1">
                <a:latin typeface="Arial" panose="020B0604020202020204" pitchFamily="34" charset="0"/>
                <a:cs typeface="Arial" panose="020B0604020202020204" pitchFamily="34" charset="0"/>
              </a:rPr>
              <a:t>devuelven</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filas</a:t>
            </a:r>
            <a:r>
              <a:rPr lang="en-US" altLang="en-US" sz="800" dirty="0">
                <a:latin typeface="Arial" panose="020B0604020202020204" pitchFamily="34" charset="0"/>
                <a:cs typeface="Arial" panose="020B0604020202020204" pitchFamily="34" charset="0"/>
              </a:rPr>
              <a:t>.</a:t>
            </a:r>
          </a:p>
          <a:p>
            <a:pPr eaLnBrk="1" hangingPunct="1">
              <a:lnSpc>
                <a:spcPct val="80000"/>
              </a:lnSpc>
            </a:pPr>
            <a:r>
              <a:rPr lang="en-US" altLang="en-US" sz="800" dirty="0">
                <a:latin typeface="Arial" panose="020B0604020202020204" pitchFamily="34" charset="0"/>
                <a:cs typeface="Arial" panose="020B0604020202020204" pitchFamily="34" charset="0"/>
              </a:rPr>
              <a:t>Al </a:t>
            </a:r>
            <a:r>
              <a:rPr lang="en-US" altLang="en-US" sz="800" dirty="0" err="1">
                <a:latin typeface="Arial" panose="020B0604020202020204" pitchFamily="34" charset="0"/>
                <a:cs typeface="Arial" panose="020B0604020202020204" pitchFamily="34" charset="0"/>
              </a:rPr>
              <a:t>usar</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Command</a:t>
            </a:r>
            <a:r>
              <a:rPr lang="en-US" altLang="en-US" sz="800" dirty="0">
                <a:latin typeface="Arial" panose="020B0604020202020204" pitchFamily="34" charset="0"/>
                <a:cs typeface="Arial" panose="020B0604020202020204" pitchFamily="34" charset="0"/>
              </a:rPr>
              <a:t> con un </a:t>
            </a:r>
            <a:r>
              <a:rPr lang="en-US" altLang="en-US" sz="800" dirty="0" err="1">
                <a:latin typeface="Arial" panose="020B0604020202020204" pitchFamily="34" charset="0"/>
                <a:cs typeface="Arial" panose="020B0604020202020204" pitchFamily="34" charset="0"/>
              </a:rPr>
              <a:t>procedimiento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almacenado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puede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establecer</a:t>
            </a:r>
            <a:r>
              <a:rPr lang="en-US" altLang="en-US" sz="800" dirty="0">
                <a:latin typeface="Arial" panose="020B0604020202020204" pitchFamily="34" charset="0"/>
                <a:cs typeface="Arial" panose="020B0604020202020204" pitchFamily="34" charset="0"/>
              </a:rPr>
              <a:t> la </a:t>
            </a:r>
            <a:r>
              <a:rPr lang="en-US" altLang="en-US" sz="800" dirty="0" err="1">
                <a:latin typeface="Arial" panose="020B0604020202020204" pitchFamily="34" charset="0"/>
                <a:cs typeface="Arial" panose="020B0604020202020204" pitchFamily="34" charset="0"/>
              </a:rPr>
              <a:t>propiedad</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CommandType</a:t>
            </a:r>
            <a:r>
              <a:rPr lang="en-US" altLang="en-US" sz="800" dirty="0">
                <a:latin typeface="Arial" panose="020B0604020202020204" pitchFamily="34" charset="0"/>
                <a:cs typeface="Arial" panose="020B0604020202020204" pitchFamily="34" charset="0"/>
              </a:rPr>
              <a:t> del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Command</a:t>
            </a:r>
            <a:r>
              <a:rPr lang="en-US" altLang="en-US" sz="800" dirty="0">
                <a:latin typeface="Arial" panose="020B0604020202020204" pitchFamily="34" charset="0"/>
                <a:cs typeface="Arial" panose="020B0604020202020204" pitchFamily="34" charset="0"/>
              </a:rPr>
              <a:t> para que </a:t>
            </a:r>
            <a:r>
              <a:rPr lang="en-US" altLang="en-US" sz="800" dirty="0" err="1">
                <a:latin typeface="Arial" panose="020B0604020202020204" pitchFamily="34" charset="0"/>
                <a:cs typeface="Arial" panose="020B0604020202020204" pitchFamily="34" charset="0"/>
              </a:rPr>
              <a:t>tenga</a:t>
            </a:r>
            <a:r>
              <a:rPr lang="en-US" altLang="en-US" sz="800" dirty="0">
                <a:latin typeface="Arial" panose="020B0604020202020204" pitchFamily="34" charset="0"/>
                <a:cs typeface="Arial" panose="020B0604020202020204" pitchFamily="34" charset="0"/>
              </a:rPr>
              <a:t> el valor </a:t>
            </a:r>
            <a:r>
              <a:rPr lang="en-US" altLang="en-US" sz="800" b="1" dirty="0" err="1">
                <a:latin typeface="Arial" panose="020B0604020202020204" pitchFamily="34" charset="0"/>
                <a:cs typeface="Arial" panose="020B0604020202020204" pitchFamily="34" charset="0"/>
              </a:rPr>
              <a:t>StoredProcedure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Cuando</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CommandType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tiene</a:t>
            </a:r>
            <a:r>
              <a:rPr lang="en-US" altLang="en-US" sz="800" dirty="0">
                <a:latin typeface="Arial" panose="020B0604020202020204" pitchFamily="34" charset="0"/>
                <a:cs typeface="Arial" panose="020B0604020202020204" pitchFamily="34" charset="0"/>
              </a:rPr>
              <a:t> el valor </a:t>
            </a:r>
            <a:r>
              <a:rPr lang="en-US" altLang="en-US" sz="800" b="1" dirty="0" err="1">
                <a:latin typeface="Arial" panose="020B0604020202020204" pitchFamily="34" charset="0"/>
                <a:cs typeface="Arial" panose="020B0604020202020204" pitchFamily="34" charset="0"/>
              </a:rPr>
              <a:t>StoredProcedure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puede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usar</a:t>
            </a:r>
            <a:r>
              <a:rPr lang="en-US" altLang="en-US" sz="800" dirty="0">
                <a:latin typeface="Arial" panose="020B0604020202020204" pitchFamily="34" charset="0"/>
                <a:cs typeface="Arial" panose="020B0604020202020204" pitchFamily="34" charset="0"/>
              </a:rPr>
              <a:t> la </a:t>
            </a:r>
            <a:r>
              <a:rPr lang="en-US" altLang="en-US" sz="800" dirty="0" err="1">
                <a:latin typeface="Arial" panose="020B0604020202020204" pitchFamily="34" charset="0"/>
                <a:cs typeface="Arial" panose="020B0604020202020204" pitchFamily="34" charset="0"/>
              </a:rPr>
              <a:t>propiedad</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Parameters</a:t>
            </a:r>
            <a:r>
              <a:rPr lang="en-US" altLang="en-US" sz="800" dirty="0">
                <a:latin typeface="Arial" panose="020B0604020202020204" pitchFamily="34" charset="0"/>
                <a:cs typeface="Arial" panose="020B0604020202020204" pitchFamily="34" charset="0"/>
              </a:rPr>
              <a:t> del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Command</a:t>
            </a:r>
            <a:r>
              <a:rPr lang="en-US" altLang="en-US" sz="800" dirty="0">
                <a:latin typeface="Arial" panose="020B0604020202020204" pitchFamily="34" charset="0"/>
                <a:cs typeface="Arial" panose="020B0604020202020204" pitchFamily="34" charset="0"/>
              </a:rPr>
              <a:t> para </a:t>
            </a:r>
            <a:r>
              <a:rPr lang="en-US" altLang="en-US" sz="800" dirty="0" err="1">
                <a:latin typeface="Arial" panose="020B0604020202020204" pitchFamily="34" charset="0"/>
                <a:cs typeface="Arial" panose="020B0604020202020204" pitchFamily="34" charset="0"/>
              </a:rPr>
              <a:t>tener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acceso</a:t>
            </a:r>
            <a:r>
              <a:rPr lang="en-US" altLang="en-US" sz="800" dirty="0">
                <a:latin typeface="Arial" panose="020B0604020202020204" pitchFamily="34" charset="0"/>
                <a:cs typeface="Arial" panose="020B0604020202020204" pitchFamily="34" charset="0"/>
              </a:rPr>
              <a:t> a los </a:t>
            </a:r>
            <a:r>
              <a:rPr lang="en-US" altLang="en-US" sz="800" dirty="0" err="1">
                <a:latin typeface="Arial" panose="020B0604020202020204" pitchFamily="34" charset="0"/>
                <a:cs typeface="Arial" panose="020B0604020202020204" pitchFamily="34" charset="0"/>
              </a:rPr>
              <a:t>parámetros</a:t>
            </a:r>
            <a:r>
              <a:rPr lang="en-US" altLang="en-US" sz="800" dirty="0">
                <a:latin typeface="Arial" panose="020B0604020202020204" pitchFamily="34" charset="0"/>
                <a:cs typeface="Arial" panose="020B0604020202020204" pitchFamily="34" charset="0"/>
              </a:rPr>
              <a:t> de entrada, de </a:t>
            </a:r>
            <a:r>
              <a:rPr lang="en-US" altLang="en-US" sz="800" dirty="0" err="1">
                <a:latin typeface="Arial" panose="020B0604020202020204" pitchFamily="34" charset="0"/>
                <a:cs typeface="Arial" panose="020B0604020202020204" pitchFamily="34" charset="0"/>
              </a:rPr>
              <a:t>salida</a:t>
            </a:r>
            <a:r>
              <a:rPr lang="en-US" altLang="en-US" sz="800" dirty="0">
                <a:latin typeface="Arial" panose="020B0604020202020204" pitchFamily="34" charset="0"/>
                <a:cs typeface="Arial" panose="020B0604020202020204" pitchFamily="34" charset="0"/>
              </a:rPr>
              <a:t> y </a:t>
            </a:r>
            <a:r>
              <a:rPr lang="en-US" altLang="en-US" sz="800" dirty="0" err="1">
                <a:latin typeface="Arial" panose="020B0604020202020204" pitchFamily="34" charset="0"/>
                <a:cs typeface="Arial" panose="020B0604020202020204" pitchFamily="34" charset="0"/>
              </a:rPr>
              <a:t>valores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devueltos</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acceso</a:t>
            </a:r>
            <a:r>
              <a:rPr lang="en-US" altLang="en-US" sz="800" dirty="0">
                <a:latin typeface="Arial" panose="020B0604020202020204" pitchFamily="34" charset="0"/>
                <a:cs typeface="Arial" panose="020B0604020202020204" pitchFamily="34" charset="0"/>
              </a:rPr>
              <a:t> a la </a:t>
            </a:r>
            <a:r>
              <a:rPr lang="en-US" altLang="en-US" sz="800" dirty="0" err="1">
                <a:latin typeface="Arial" panose="020B0604020202020204" pitchFamily="34" charset="0"/>
                <a:cs typeface="Arial" panose="020B0604020202020204" pitchFamily="34" charset="0"/>
              </a:rPr>
              <a:t>propiedad</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Parameters</a:t>
            </a:r>
            <a:r>
              <a:rPr lang="en-US" altLang="en-US" sz="800" dirty="0">
                <a:latin typeface="Arial" panose="020B0604020202020204" pitchFamily="34" charset="0"/>
                <a:cs typeface="Arial" panose="020B0604020202020204" pitchFamily="34" charset="0"/>
              </a:rPr>
              <a:t> es </a:t>
            </a:r>
            <a:r>
              <a:rPr lang="en-US" altLang="en-US" sz="800" dirty="0" err="1">
                <a:latin typeface="Arial" panose="020B0604020202020204" pitchFamily="34" charset="0"/>
                <a:cs typeface="Arial" panose="020B0604020202020204" pitchFamily="34" charset="0"/>
              </a:rPr>
              <a:t>posible</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independientemente</a:t>
            </a:r>
            <a:r>
              <a:rPr lang="en-US" altLang="en-US" sz="800" dirty="0">
                <a:latin typeface="Arial" panose="020B0604020202020204" pitchFamily="34" charset="0"/>
                <a:cs typeface="Arial" panose="020B0604020202020204" pitchFamily="34" charset="0"/>
              </a:rPr>
              <a:t> del </a:t>
            </a:r>
            <a:r>
              <a:rPr lang="en-US" altLang="en-US" sz="800" dirty="0" err="1">
                <a:latin typeface="Arial" panose="020B0604020202020204" pitchFamily="34" charset="0"/>
                <a:cs typeface="Arial" panose="020B0604020202020204" pitchFamily="34" charset="0"/>
              </a:rPr>
              <a:t>método</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Execute</a:t>
            </a:r>
            <a:r>
              <a:rPr lang="en-US" altLang="en-US" sz="800" dirty="0">
                <a:latin typeface="Arial" panose="020B0604020202020204" pitchFamily="34" charset="0"/>
                <a:cs typeface="Arial" panose="020B0604020202020204" pitchFamily="34" charset="0"/>
              </a:rPr>
              <a:t> al que se llama. Sin embargo, al </a:t>
            </a:r>
            <a:r>
              <a:rPr lang="en-US" altLang="en-US" sz="800" dirty="0" err="1">
                <a:latin typeface="Arial" panose="020B0604020202020204" pitchFamily="34" charset="0"/>
                <a:cs typeface="Arial" panose="020B0604020202020204" pitchFamily="34" charset="0"/>
              </a:rPr>
              <a:t>llamar</a:t>
            </a:r>
            <a:r>
              <a:rPr lang="en-US" altLang="en-US" sz="800" dirty="0">
                <a:latin typeface="Arial" panose="020B0604020202020204" pitchFamily="34" charset="0"/>
                <a:cs typeface="Arial" panose="020B0604020202020204" pitchFamily="34" charset="0"/>
              </a:rPr>
              <a:t> a </a:t>
            </a:r>
            <a:r>
              <a:rPr lang="en-US" altLang="en-US" sz="800" b="1" dirty="0" err="1">
                <a:latin typeface="Arial" panose="020B0604020202020204" pitchFamily="34" charset="0"/>
                <a:cs typeface="Arial" panose="020B0604020202020204" pitchFamily="34" charset="0"/>
              </a:rPr>
              <a:t>ExecuteReader</a:t>
            </a:r>
            <a:r>
              <a:rPr lang="en-US" altLang="en-US" sz="800" dirty="0">
                <a:latin typeface="Arial" panose="020B0604020202020204" pitchFamily="34" charset="0"/>
                <a:cs typeface="Arial" panose="020B0604020202020204" pitchFamily="34" charset="0"/>
              </a:rPr>
              <a:t>, no es </a:t>
            </a:r>
            <a:r>
              <a:rPr lang="en-US" altLang="en-US" sz="800" dirty="0" err="1">
                <a:latin typeface="Arial" panose="020B0604020202020204" pitchFamily="34" charset="0"/>
                <a:cs typeface="Arial" panose="020B0604020202020204" pitchFamily="34" charset="0"/>
              </a:rPr>
              <a:t>posible</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acceso</a:t>
            </a:r>
            <a:r>
              <a:rPr lang="en-US" altLang="en-US" sz="800" dirty="0">
                <a:latin typeface="Arial" panose="020B0604020202020204" pitchFamily="34" charset="0"/>
                <a:cs typeface="Arial" panose="020B0604020202020204" pitchFamily="34" charset="0"/>
              </a:rPr>
              <a:t> a los </a:t>
            </a:r>
            <a:r>
              <a:rPr lang="en-US" altLang="en-US" sz="800" dirty="0" err="1">
                <a:latin typeface="Arial" panose="020B0604020202020204" pitchFamily="34" charset="0"/>
                <a:cs typeface="Arial" panose="020B0604020202020204" pitchFamily="34" charset="0"/>
              </a:rPr>
              <a:t>valores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devueltos</a:t>
            </a:r>
            <a:r>
              <a:rPr lang="en-US" altLang="en-US" sz="800" dirty="0">
                <a:latin typeface="Arial" panose="020B0604020202020204" pitchFamily="34" charset="0"/>
                <a:cs typeface="Arial" panose="020B0604020202020204" pitchFamily="34" charset="0"/>
              </a:rPr>
              <a:t> y los </a:t>
            </a:r>
            <a:r>
              <a:rPr lang="en-US" altLang="en-US" sz="800" dirty="0" err="1">
                <a:latin typeface="Arial" panose="020B0604020202020204" pitchFamily="34" charset="0"/>
                <a:cs typeface="Arial" panose="020B0604020202020204" pitchFamily="34" charset="0"/>
              </a:rPr>
              <a:t>parámetros</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salida</a:t>
            </a:r>
            <a:r>
              <a:rPr lang="en-US" altLang="en-US" sz="800" dirty="0">
                <a:latin typeface="Arial" panose="020B0604020202020204" pitchFamily="34" charset="0"/>
                <a:cs typeface="Arial" panose="020B0604020202020204" pitchFamily="34" charset="0"/>
              </a:rPr>
              <a:t> hasta que se </a:t>
            </a:r>
            <a:r>
              <a:rPr lang="en-US" altLang="en-US" sz="800" dirty="0" err="1">
                <a:latin typeface="Arial" panose="020B0604020202020204" pitchFamily="34" charset="0"/>
                <a:cs typeface="Arial" panose="020B0604020202020204" pitchFamily="34" charset="0"/>
              </a:rPr>
              <a:t>cierra</a:t>
            </a:r>
            <a:r>
              <a:rPr lang="en-US" altLang="en-US" sz="800" dirty="0">
                <a:latin typeface="Arial" panose="020B0604020202020204" pitchFamily="34" charset="0"/>
                <a:cs typeface="Arial" panose="020B0604020202020204" pitchFamily="34" charset="0"/>
              </a:rPr>
              <a:t> </a:t>
            </a:r>
            <a:r>
              <a:rPr lang="en-US" altLang="en-US" sz="800" b="1" dirty="0" err="1">
                <a:latin typeface="Arial" panose="020B0604020202020204" pitchFamily="34" charset="0"/>
                <a:cs typeface="Arial" panose="020B0604020202020204" pitchFamily="34" charset="0"/>
              </a:rPr>
              <a:t>DataReader</a:t>
            </a:r>
            <a:r>
              <a:rPr lang="en-US" altLang="en-US" sz="800" dirty="0">
                <a:latin typeface="Arial" panose="020B0604020202020204" pitchFamily="34" charset="0"/>
                <a:cs typeface="Arial" panose="020B0604020202020204" pitchFamily="34" charset="0"/>
              </a:rPr>
              <a:t>.</a:t>
            </a:r>
          </a:p>
          <a:p>
            <a:pPr eaLnBrk="1" hangingPunct="1">
              <a:lnSpc>
                <a:spcPct val="80000"/>
              </a:lnSpc>
            </a:pPr>
            <a:r>
              <a:rPr lang="en-US" altLang="en-US" sz="800" dirty="0" err="1">
                <a:latin typeface="Arial" panose="020B0604020202020204" pitchFamily="34" charset="0"/>
                <a:cs typeface="Arial" panose="020B0604020202020204" pitchFamily="34" charset="0"/>
              </a:rPr>
              <a:t>En</a:t>
            </a:r>
            <a:r>
              <a:rPr lang="en-US" altLang="en-US" sz="800" dirty="0">
                <a:latin typeface="Arial" panose="020B0604020202020204" pitchFamily="34" charset="0"/>
                <a:cs typeface="Arial" panose="020B0604020202020204" pitchFamily="34" charset="0"/>
              </a:rPr>
              <a:t> el </a:t>
            </a:r>
            <a:r>
              <a:rPr lang="en-US" altLang="en-US" sz="800" dirty="0" err="1">
                <a:latin typeface="Arial" panose="020B0604020202020204" pitchFamily="34" charset="0"/>
                <a:cs typeface="Arial" panose="020B0604020202020204" pitchFamily="34" charset="0"/>
              </a:rPr>
              <a:t>ejemplo</a:t>
            </a:r>
            <a:r>
              <a:rPr lang="en-US" altLang="en-US" sz="800" dirty="0">
                <a:latin typeface="Arial" panose="020B0604020202020204" pitchFamily="34" charset="0"/>
                <a:cs typeface="Arial" panose="020B0604020202020204" pitchFamily="34" charset="0"/>
              </a:rPr>
              <a:t> de </a:t>
            </a:r>
            <a:r>
              <a:rPr lang="en-US" altLang="en-US" sz="800" dirty="0" err="1">
                <a:latin typeface="Arial" panose="020B0604020202020204" pitchFamily="34" charset="0"/>
                <a:cs typeface="Arial" panose="020B0604020202020204" pitchFamily="34" charset="0"/>
              </a:rPr>
              <a:t>código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siguiente</a:t>
            </a:r>
            <a:r>
              <a:rPr lang="en-US" altLang="en-US" sz="800" dirty="0">
                <a:latin typeface="Arial" panose="020B0604020202020204" pitchFamily="34" charset="0"/>
                <a:cs typeface="Arial" panose="020B0604020202020204" pitchFamily="34" charset="0"/>
              </a:rPr>
              <a:t> se </a:t>
            </a:r>
            <a:r>
              <a:rPr lang="en-US" altLang="en-US" sz="800" dirty="0" err="1">
                <a:latin typeface="Arial" panose="020B0604020202020204" pitchFamily="34" charset="0"/>
                <a:cs typeface="Arial" panose="020B0604020202020204" pitchFamily="34" charset="0"/>
              </a:rPr>
              <a:t>demuestra</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cómo</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dar</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formato</a:t>
            </a:r>
            <a:r>
              <a:rPr lang="en-US" altLang="en-US" sz="800" dirty="0">
                <a:latin typeface="Arial" panose="020B0604020202020204" pitchFamily="34" charset="0"/>
                <a:cs typeface="Arial" panose="020B0604020202020204" pitchFamily="34" charset="0"/>
              </a:rPr>
              <a:t> a un </a:t>
            </a:r>
            <a:r>
              <a:rPr lang="en-US" altLang="en-US" sz="800" dirty="0" err="1">
                <a:latin typeface="Arial" panose="020B0604020202020204" pitchFamily="34" charset="0"/>
                <a:cs typeface="Arial" panose="020B0604020202020204" pitchFamily="34" charset="0"/>
              </a:rPr>
              <a:t>objeto</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Command</a:t>
            </a:r>
            <a:r>
              <a:rPr lang="en-US" altLang="en-US" sz="800" dirty="0">
                <a:latin typeface="Arial" panose="020B0604020202020204" pitchFamily="34" charset="0"/>
                <a:cs typeface="Arial" panose="020B0604020202020204" pitchFamily="34" charset="0"/>
              </a:rPr>
              <a:t> para que </a:t>
            </a:r>
            <a:r>
              <a:rPr lang="en-US" altLang="en-US" sz="800" dirty="0" err="1">
                <a:latin typeface="Arial" panose="020B0604020202020204" pitchFamily="34" charset="0"/>
                <a:cs typeface="Arial" panose="020B0604020202020204" pitchFamily="34" charset="0"/>
              </a:rPr>
              <a:t>devuelva</a:t>
            </a:r>
            <a:r>
              <a:rPr lang="en-US" altLang="en-US" sz="800" dirty="0">
                <a:latin typeface="Arial" panose="020B0604020202020204" pitchFamily="34" charset="0"/>
                <a:cs typeface="Arial" panose="020B0604020202020204" pitchFamily="34" charset="0"/>
              </a:rPr>
              <a:t> una </a:t>
            </a:r>
            <a:r>
              <a:rPr lang="en-US" altLang="en-US" sz="800" dirty="0" err="1">
                <a:latin typeface="Arial" panose="020B0604020202020204" pitchFamily="34" charset="0"/>
                <a:cs typeface="Arial" panose="020B0604020202020204" pitchFamily="34" charset="0"/>
              </a:rPr>
              <a:t>lista</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Categories</a:t>
            </a:r>
            <a:r>
              <a:rPr lang="en-US" altLang="en-US" sz="800" dirty="0">
                <a:latin typeface="Arial" panose="020B0604020202020204" pitchFamily="34" charset="0"/>
                <a:cs typeface="Arial" panose="020B0604020202020204" pitchFamily="34" charset="0"/>
              </a:rPr>
              <a:t> </a:t>
            </a:r>
            <a:r>
              <a:rPr lang="en-US" altLang="en-US" sz="800" dirty="0" err="1">
                <a:latin typeface="Arial" panose="020B0604020202020204" pitchFamily="34" charset="0"/>
                <a:cs typeface="Arial" panose="020B0604020202020204" pitchFamily="34" charset="0"/>
              </a:rPr>
              <a:t>desde</a:t>
            </a:r>
            <a:r>
              <a:rPr lang="en-US" altLang="en-US" sz="800" dirty="0">
                <a:latin typeface="Arial" panose="020B0604020202020204" pitchFamily="34" charset="0"/>
                <a:cs typeface="Arial" panose="020B0604020202020204" pitchFamily="34" charset="0"/>
              </a:rPr>
              <a:t> la base de </a:t>
            </a:r>
            <a:r>
              <a:rPr lang="en-US" altLang="en-US" sz="800" dirty="0" err="1">
                <a:latin typeface="Arial" panose="020B0604020202020204" pitchFamily="34" charset="0"/>
                <a:cs typeface="Arial" panose="020B0604020202020204" pitchFamily="34" charset="0"/>
              </a:rPr>
              <a:t>datos</a:t>
            </a:r>
            <a:r>
              <a:rPr lang="en-US" altLang="en-US" sz="800" dirty="0">
                <a:latin typeface="Arial" panose="020B0604020202020204" pitchFamily="34" charset="0"/>
                <a:cs typeface="Arial" panose="020B0604020202020204" pitchFamily="34" charset="0"/>
              </a:rPr>
              <a:t> </a:t>
            </a:r>
            <a:r>
              <a:rPr lang="en-US" altLang="en-US" sz="800" b="1" dirty="0">
                <a:latin typeface="Arial" panose="020B0604020202020204" pitchFamily="34" charset="0"/>
                <a:cs typeface="Arial" panose="020B0604020202020204" pitchFamily="34" charset="0"/>
              </a:rPr>
              <a:t>Northwind</a:t>
            </a:r>
            <a:r>
              <a:rPr lang="en-US" altLang="en-US" sz="800" dirty="0">
                <a:latin typeface="Arial" panose="020B0604020202020204" pitchFamily="34" charset="0"/>
                <a:cs typeface="Arial" panose="020B0604020202020204" pitchFamily="34" charset="0"/>
              </a:rPr>
              <a:t>.</a:t>
            </a:r>
          </a:p>
          <a:p>
            <a:pPr eaLnBrk="1" hangingPunct="1">
              <a:lnSpc>
                <a:spcPct val="80000"/>
              </a:lnSpc>
            </a:pPr>
            <a:endParaRPr lang="es-AR" altLang="en-US" sz="800" dirty="0">
              <a:latin typeface="Arial" panose="020B0604020202020204" pitchFamily="34" charset="0"/>
              <a:cs typeface="Arial" panose="020B0604020202020204" pitchFamily="34" charset="0"/>
            </a:endParaRPr>
          </a:p>
          <a:p>
            <a:pPr eaLnBrk="1" hangingPunct="1">
              <a:lnSpc>
                <a:spcPct val="80000"/>
              </a:lnSpc>
            </a:pPr>
            <a:r>
              <a:rPr lang="en-US" altLang="en-US" sz="800" dirty="0">
                <a:latin typeface="Arial" panose="020B0604020202020204" pitchFamily="34" charset="0"/>
                <a:cs typeface="Arial" panose="020B0604020202020204" pitchFamily="34" charset="0"/>
              </a:rPr>
              <a:t>http://msdn.microsoft.com/library/spa/default.asp?url=/library/SPA/cpguide/html/cpconadonetcommands.asp</a:t>
            </a:r>
            <a:endParaRPr lang="es-AR" altLang="en-US" sz="800" dirty="0">
              <a:latin typeface="Arial" panose="020B0604020202020204" pitchFamily="34" charset="0"/>
              <a:cs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A68FC24B-60A8-4363-B9B9-9EB457EE8F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D107DDA6-A9F2-4358-9554-447FCFE88A7B}" type="slidenum">
              <a:rPr lang="es-AR" altLang="en-US" b="0">
                <a:solidFill>
                  <a:schemeClr val="tx1"/>
                </a:solidFill>
              </a:rPr>
              <a:pPr eaLnBrk="1" hangingPunct="1"/>
              <a:t>27</a:t>
            </a:fld>
            <a:endParaRPr lang="es-AR" altLang="en-US" b="0">
              <a:solidFill>
                <a:schemeClr val="tx1"/>
              </a:solidFill>
            </a:endParaRPr>
          </a:p>
        </p:txBody>
      </p:sp>
      <p:sp>
        <p:nvSpPr>
          <p:cNvPr id="84995" name="Rectangle 2">
            <a:extLst>
              <a:ext uri="{FF2B5EF4-FFF2-40B4-BE49-F238E27FC236}">
                <a16:creationId xmlns:a16="http://schemas.microsoft.com/office/drawing/2014/main" id="{1E09778A-1001-4D13-809A-EC4D8BD1EA20}"/>
              </a:ext>
            </a:extLst>
          </p:cNvPr>
          <p:cNvSpPr>
            <a:spLocks noRot="1" noChangeArrowheads="1" noTextEdit="1"/>
          </p:cNvSpPr>
          <p:nvPr>
            <p:ph type="sldImg"/>
          </p:nvPr>
        </p:nvSpPr>
        <p:spPr>
          <a:xfrm>
            <a:off x="4325938" y="73025"/>
            <a:ext cx="2466975" cy="1851025"/>
          </a:xfrm>
          <a:ln/>
        </p:spPr>
      </p:sp>
      <p:sp>
        <p:nvSpPr>
          <p:cNvPr id="84996" name="Rectangle 3">
            <a:extLst>
              <a:ext uri="{FF2B5EF4-FFF2-40B4-BE49-F238E27FC236}">
                <a16:creationId xmlns:a16="http://schemas.microsoft.com/office/drawing/2014/main" id="{C568AD29-A1BE-4777-9267-6AB6213C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AE2AD68B-2A93-4035-AF07-B71FEE69BB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725D30CA-057B-4A0C-8D7C-BDAAA5B82E83}" type="slidenum">
              <a:rPr lang="es-AR" altLang="en-US" b="0">
                <a:solidFill>
                  <a:schemeClr val="tx1"/>
                </a:solidFill>
              </a:rPr>
              <a:pPr eaLnBrk="1" hangingPunct="1"/>
              <a:t>28</a:t>
            </a:fld>
            <a:endParaRPr lang="es-AR" altLang="en-US" b="0">
              <a:solidFill>
                <a:schemeClr val="tx1"/>
              </a:solidFill>
            </a:endParaRPr>
          </a:p>
        </p:txBody>
      </p:sp>
      <p:sp>
        <p:nvSpPr>
          <p:cNvPr id="86019" name="Rectangle 2">
            <a:extLst>
              <a:ext uri="{FF2B5EF4-FFF2-40B4-BE49-F238E27FC236}">
                <a16:creationId xmlns:a16="http://schemas.microsoft.com/office/drawing/2014/main" id="{C99DEA45-5143-4AC3-B745-8FD7DCD6B2EE}"/>
              </a:ext>
            </a:extLst>
          </p:cNvPr>
          <p:cNvSpPr>
            <a:spLocks noRot="1" noChangeArrowheads="1" noTextEdit="1"/>
          </p:cNvSpPr>
          <p:nvPr>
            <p:ph type="sldImg"/>
          </p:nvPr>
        </p:nvSpPr>
        <p:spPr>
          <a:xfrm>
            <a:off x="4325938" y="73025"/>
            <a:ext cx="2466975" cy="1851025"/>
          </a:xfrm>
          <a:ln/>
        </p:spPr>
      </p:sp>
      <p:sp>
        <p:nvSpPr>
          <p:cNvPr id="86020" name="Rectangle 3">
            <a:extLst>
              <a:ext uri="{FF2B5EF4-FFF2-40B4-BE49-F238E27FC236}">
                <a16:creationId xmlns:a16="http://schemas.microsoft.com/office/drawing/2014/main" id="{451E80FF-357A-46A2-A67D-AE4965C4E2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458FC126-16D7-480E-B6ED-1D14712E40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D393C20D-C1BE-4E65-B152-4FC0FC9CFE81}" type="slidenum">
              <a:rPr lang="es-AR" altLang="en-US" b="0">
                <a:solidFill>
                  <a:schemeClr val="tx1"/>
                </a:solidFill>
              </a:rPr>
              <a:pPr eaLnBrk="1" hangingPunct="1"/>
              <a:t>29</a:t>
            </a:fld>
            <a:endParaRPr lang="es-AR" altLang="en-US" b="0">
              <a:solidFill>
                <a:schemeClr val="tx1"/>
              </a:solidFill>
            </a:endParaRPr>
          </a:p>
        </p:txBody>
      </p:sp>
      <p:sp>
        <p:nvSpPr>
          <p:cNvPr id="87043" name="Rectangle 2">
            <a:extLst>
              <a:ext uri="{FF2B5EF4-FFF2-40B4-BE49-F238E27FC236}">
                <a16:creationId xmlns:a16="http://schemas.microsoft.com/office/drawing/2014/main" id="{612EC799-9963-406D-A2F5-DBD4B9D60BEA}"/>
              </a:ext>
            </a:extLst>
          </p:cNvPr>
          <p:cNvSpPr>
            <a:spLocks noRot="1" noChangeArrowheads="1" noTextEdit="1"/>
          </p:cNvSpPr>
          <p:nvPr>
            <p:ph type="sldImg"/>
          </p:nvPr>
        </p:nvSpPr>
        <p:spPr>
          <a:xfrm>
            <a:off x="4325938" y="73025"/>
            <a:ext cx="2466975" cy="1851025"/>
          </a:xfrm>
          <a:ln/>
        </p:spPr>
      </p:sp>
      <p:sp>
        <p:nvSpPr>
          <p:cNvPr id="87044" name="Rectangle 3">
            <a:extLst>
              <a:ext uri="{FF2B5EF4-FFF2-40B4-BE49-F238E27FC236}">
                <a16:creationId xmlns:a16="http://schemas.microsoft.com/office/drawing/2014/main" id="{0FFD19B4-56BD-42BF-AEF5-2E3D0F0F2A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8E79D3BF-EDD8-41FB-944C-71171918F5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468137DE-4808-49D0-A448-70D232ABEA93}" type="slidenum">
              <a:rPr lang="es-AR" altLang="en-US" b="0">
                <a:solidFill>
                  <a:schemeClr val="tx1"/>
                </a:solidFill>
              </a:rPr>
              <a:pPr eaLnBrk="1" hangingPunct="1"/>
              <a:t>30</a:t>
            </a:fld>
            <a:endParaRPr lang="es-AR" altLang="en-US" b="0">
              <a:solidFill>
                <a:schemeClr val="tx1"/>
              </a:solidFill>
            </a:endParaRPr>
          </a:p>
        </p:txBody>
      </p:sp>
      <p:sp>
        <p:nvSpPr>
          <p:cNvPr id="88067" name="Rectangle 2">
            <a:extLst>
              <a:ext uri="{FF2B5EF4-FFF2-40B4-BE49-F238E27FC236}">
                <a16:creationId xmlns:a16="http://schemas.microsoft.com/office/drawing/2014/main" id="{D0560908-F8D3-4B93-93C3-C95EA12B23AD}"/>
              </a:ext>
            </a:extLst>
          </p:cNvPr>
          <p:cNvSpPr>
            <a:spLocks noRot="1" noChangeArrowheads="1" noTextEdit="1"/>
          </p:cNvSpPr>
          <p:nvPr>
            <p:ph type="sldImg"/>
          </p:nvPr>
        </p:nvSpPr>
        <p:spPr>
          <a:xfrm>
            <a:off x="4325938" y="73025"/>
            <a:ext cx="2466975" cy="1851025"/>
          </a:xfrm>
          <a:ln/>
        </p:spPr>
      </p:sp>
      <p:sp>
        <p:nvSpPr>
          <p:cNvPr id="88068" name="Rectangle 3">
            <a:extLst>
              <a:ext uri="{FF2B5EF4-FFF2-40B4-BE49-F238E27FC236}">
                <a16:creationId xmlns:a16="http://schemas.microsoft.com/office/drawing/2014/main" id="{0310B489-83A7-479C-B521-3FE45E3DA5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70B98700-AC57-4826-A3F7-59D5EF6AD3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DF366938-E9BD-427C-8FA4-01E569DC2A72}" type="slidenum">
              <a:rPr lang="es-AR" altLang="en-US" b="0">
                <a:solidFill>
                  <a:schemeClr val="tx1"/>
                </a:solidFill>
              </a:rPr>
              <a:pPr eaLnBrk="1" hangingPunct="1"/>
              <a:t>31</a:t>
            </a:fld>
            <a:endParaRPr lang="es-AR" altLang="en-US" b="0">
              <a:solidFill>
                <a:schemeClr val="tx1"/>
              </a:solidFill>
            </a:endParaRPr>
          </a:p>
        </p:txBody>
      </p:sp>
      <p:sp>
        <p:nvSpPr>
          <p:cNvPr id="89091" name="Rectangle 2">
            <a:extLst>
              <a:ext uri="{FF2B5EF4-FFF2-40B4-BE49-F238E27FC236}">
                <a16:creationId xmlns:a16="http://schemas.microsoft.com/office/drawing/2014/main" id="{A92EC0B9-5881-4269-B00B-FED12721C88E}"/>
              </a:ext>
            </a:extLst>
          </p:cNvPr>
          <p:cNvSpPr>
            <a:spLocks noRot="1" noChangeArrowheads="1" noTextEdit="1"/>
          </p:cNvSpPr>
          <p:nvPr>
            <p:ph type="sldImg"/>
          </p:nvPr>
        </p:nvSpPr>
        <p:spPr>
          <a:xfrm>
            <a:off x="4325938" y="73025"/>
            <a:ext cx="2466975" cy="1851025"/>
          </a:xfrm>
          <a:ln/>
        </p:spPr>
      </p:sp>
      <p:sp>
        <p:nvSpPr>
          <p:cNvPr id="89092" name="Rectangle 3">
            <a:extLst>
              <a:ext uri="{FF2B5EF4-FFF2-40B4-BE49-F238E27FC236}">
                <a16:creationId xmlns:a16="http://schemas.microsoft.com/office/drawing/2014/main" id="{0B39E039-89B2-4672-A185-3D09E1B141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6384DAF8-1881-4355-87CA-EE90531A30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8A0D9FEB-6774-4343-87DE-BBA90C4092CE}" type="slidenum">
              <a:rPr lang="es-AR" altLang="en-US" b="0">
                <a:solidFill>
                  <a:schemeClr val="tx1"/>
                </a:solidFill>
              </a:rPr>
              <a:pPr eaLnBrk="1" hangingPunct="1"/>
              <a:t>32</a:t>
            </a:fld>
            <a:endParaRPr lang="es-AR" altLang="en-US" b="0">
              <a:solidFill>
                <a:schemeClr val="tx1"/>
              </a:solidFill>
            </a:endParaRPr>
          </a:p>
        </p:txBody>
      </p:sp>
      <p:sp>
        <p:nvSpPr>
          <p:cNvPr id="90115" name="Rectangle 2">
            <a:extLst>
              <a:ext uri="{FF2B5EF4-FFF2-40B4-BE49-F238E27FC236}">
                <a16:creationId xmlns:a16="http://schemas.microsoft.com/office/drawing/2014/main" id="{71058434-9FCB-451D-BA42-4706436C4D02}"/>
              </a:ext>
            </a:extLst>
          </p:cNvPr>
          <p:cNvSpPr>
            <a:spLocks noRot="1" noChangeArrowheads="1" noTextEdit="1"/>
          </p:cNvSpPr>
          <p:nvPr>
            <p:ph type="sldImg"/>
          </p:nvPr>
        </p:nvSpPr>
        <p:spPr>
          <a:xfrm>
            <a:off x="4325938" y="73025"/>
            <a:ext cx="2466975" cy="1851025"/>
          </a:xfrm>
          <a:ln/>
        </p:spPr>
      </p:sp>
      <p:sp>
        <p:nvSpPr>
          <p:cNvPr id="90116" name="Rectangle 3">
            <a:extLst>
              <a:ext uri="{FF2B5EF4-FFF2-40B4-BE49-F238E27FC236}">
                <a16:creationId xmlns:a16="http://schemas.microsoft.com/office/drawing/2014/main" id="{23389AE3-D9E6-4123-B133-DAD11CD91C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Objetos DataReader </a:t>
            </a:r>
          </a:p>
          <a:p>
            <a:pPr eaLnBrk="1" hangingPunct="1"/>
            <a:r>
              <a:rPr lang="en-US" altLang="en-US">
                <a:latin typeface="Arial" panose="020B0604020202020204" pitchFamily="34" charset="0"/>
                <a:cs typeface="Arial" panose="020B0604020202020204" pitchFamily="34" charset="0"/>
              </a:rPr>
              <a:t>El objeto </a:t>
            </a:r>
            <a:r>
              <a:rPr lang="en-US" altLang="en-US" b="1">
                <a:latin typeface="Arial" panose="020B0604020202020204" pitchFamily="34" charset="0"/>
                <a:cs typeface="Arial" panose="020B0604020202020204" pitchFamily="34" charset="0"/>
              </a:rPr>
              <a:t>DataReader</a:t>
            </a:r>
            <a:r>
              <a:rPr lang="en-US" altLang="en-US">
                <a:latin typeface="Arial" panose="020B0604020202020204" pitchFamily="34" charset="0"/>
                <a:cs typeface="Arial" panose="020B0604020202020204" pitchFamily="34" charset="0"/>
              </a:rPr>
              <a:t> es, en cierto modo, sinónimo de un cursor de sólo lectura y sólo hacia delante para datos. La API de </a:t>
            </a:r>
            <a:r>
              <a:rPr lang="en-US" altLang="en-US" b="1">
                <a:latin typeface="Arial" panose="020B0604020202020204" pitchFamily="34" charset="0"/>
                <a:cs typeface="Arial" panose="020B0604020202020204" pitchFamily="34" charset="0"/>
              </a:rPr>
              <a:t>DataReader</a:t>
            </a:r>
            <a:r>
              <a:rPr lang="en-US" altLang="en-US">
                <a:latin typeface="Arial" panose="020B0604020202020204" pitchFamily="34" charset="0"/>
                <a:cs typeface="Arial" panose="020B0604020202020204" pitchFamily="34" charset="0"/>
              </a:rPr>
              <a:t> es compatible con datos sin formato y con datos jerárquicos. Cuando se ejecuta un comando en la base de datos, se devuelve un objeto </a:t>
            </a:r>
            <a:r>
              <a:rPr lang="en-US" altLang="en-US" b="1">
                <a:latin typeface="Arial" panose="020B0604020202020204" pitchFamily="34" charset="0"/>
                <a:cs typeface="Arial" panose="020B0604020202020204" pitchFamily="34" charset="0"/>
              </a:rPr>
              <a:t>DataReader</a:t>
            </a:r>
            <a:r>
              <a:rPr lang="en-US" altLang="en-US">
                <a:latin typeface="Arial" panose="020B0604020202020204" pitchFamily="34" charset="0"/>
                <a:cs typeface="Arial" panose="020B0604020202020204" pitchFamily="34" charset="0"/>
              </a:rPr>
              <a:t>. El formato del objeto </a:t>
            </a:r>
            <a:r>
              <a:rPr lang="en-US" altLang="en-US" b="1">
                <a:latin typeface="Arial" panose="020B0604020202020204" pitchFamily="34" charset="0"/>
                <a:cs typeface="Arial" panose="020B0604020202020204" pitchFamily="34" charset="0"/>
              </a:rPr>
              <a:t>DataReader</a:t>
            </a:r>
            <a:r>
              <a:rPr lang="en-US" altLang="en-US">
                <a:latin typeface="Arial" panose="020B0604020202020204" pitchFamily="34" charset="0"/>
                <a:cs typeface="Arial" panose="020B0604020202020204" pitchFamily="34" charset="0"/>
              </a:rPr>
              <a:t> devuelto es distinto de un conjunto de registros. Por ejemplo, podría utilizarse el objeto </a:t>
            </a:r>
            <a:r>
              <a:rPr lang="en-US" altLang="en-US" b="1">
                <a:latin typeface="Arial" panose="020B0604020202020204" pitchFamily="34" charset="0"/>
                <a:cs typeface="Arial" panose="020B0604020202020204" pitchFamily="34" charset="0"/>
              </a:rPr>
              <a:t>DataReader</a:t>
            </a:r>
            <a:r>
              <a:rPr lang="en-US" altLang="en-US">
                <a:latin typeface="Arial" panose="020B0604020202020204" pitchFamily="34" charset="0"/>
                <a:cs typeface="Arial" panose="020B0604020202020204" pitchFamily="34" charset="0"/>
              </a:rPr>
              <a:t> para mostrar los resultados de una lista de búsqueda en una página Web. </a:t>
            </a:r>
          </a:p>
          <a:p>
            <a:pPr eaLnBrk="1" hangingPunct="1"/>
            <a:r>
              <a:rPr lang="en-US" altLang="en-US">
                <a:latin typeface="Arial" panose="020B0604020202020204" pitchFamily="34" charset="0"/>
                <a:cs typeface="Arial" panose="020B0604020202020204" pitchFamily="34" charset="0"/>
              </a:rPr>
              <a:t>Objetos DataReader </a:t>
            </a:r>
          </a:p>
          <a:p>
            <a:pPr eaLnBrk="1" hangingPunct="1"/>
            <a:r>
              <a:rPr lang="en-US" altLang="en-US">
                <a:latin typeface="Arial" panose="020B0604020202020204" pitchFamily="34" charset="0"/>
                <a:cs typeface="Arial" panose="020B0604020202020204" pitchFamily="34" charset="0"/>
              </a:rPr>
              <a:t>El objeto </a:t>
            </a:r>
            <a:r>
              <a:rPr lang="en-US" altLang="en-US" b="1">
                <a:latin typeface="Arial" panose="020B0604020202020204" pitchFamily="34" charset="0"/>
                <a:cs typeface="Arial" panose="020B0604020202020204" pitchFamily="34" charset="0"/>
              </a:rPr>
              <a:t>DataReader</a:t>
            </a:r>
            <a:r>
              <a:rPr lang="en-US" altLang="en-US">
                <a:latin typeface="Arial" panose="020B0604020202020204" pitchFamily="34" charset="0"/>
                <a:cs typeface="Arial" panose="020B0604020202020204" pitchFamily="34" charset="0"/>
              </a:rPr>
              <a:t> es, en cierto modo, sinónimo de un cursor de sólo lectura y sólo hacia delante para datos. La API de </a:t>
            </a:r>
            <a:r>
              <a:rPr lang="en-US" altLang="en-US" b="1">
                <a:latin typeface="Arial" panose="020B0604020202020204" pitchFamily="34" charset="0"/>
                <a:cs typeface="Arial" panose="020B0604020202020204" pitchFamily="34" charset="0"/>
              </a:rPr>
              <a:t>DataReader</a:t>
            </a:r>
            <a:r>
              <a:rPr lang="en-US" altLang="en-US">
                <a:latin typeface="Arial" panose="020B0604020202020204" pitchFamily="34" charset="0"/>
                <a:cs typeface="Arial" panose="020B0604020202020204" pitchFamily="34" charset="0"/>
              </a:rPr>
              <a:t> es compatible con datos sin formato y con datos jerárquicos. Cuando se ejecuta un comando en la base de datos, se devuelve un objeto </a:t>
            </a:r>
            <a:r>
              <a:rPr lang="en-US" altLang="en-US" b="1">
                <a:latin typeface="Arial" panose="020B0604020202020204" pitchFamily="34" charset="0"/>
                <a:cs typeface="Arial" panose="020B0604020202020204" pitchFamily="34" charset="0"/>
              </a:rPr>
              <a:t>DataReader</a:t>
            </a:r>
            <a:r>
              <a:rPr lang="en-US" altLang="en-US">
                <a:latin typeface="Arial" panose="020B0604020202020204" pitchFamily="34" charset="0"/>
                <a:cs typeface="Arial" panose="020B0604020202020204" pitchFamily="34" charset="0"/>
              </a:rPr>
              <a:t>. El formato del objeto </a:t>
            </a:r>
            <a:r>
              <a:rPr lang="en-US" altLang="en-US" b="1">
                <a:latin typeface="Arial" panose="020B0604020202020204" pitchFamily="34" charset="0"/>
                <a:cs typeface="Arial" panose="020B0604020202020204" pitchFamily="34" charset="0"/>
              </a:rPr>
              <a:t>DataReader</a:t>
            </a:r>
            <a:r>
              <a:rPr lang="en-US" altLang="en-US">
                <a:latin typeface="Arial" panose="020B0604020202020204" pitchFamily="34" charset="0"/>
                <a:cs typeface="Arial" panose="020B0604020202020204" pitchFamily="34" charset="0"/>
              </a:rPr>
              <a:t> devuelto es distinto de un conjunto de registros. Por ejemplo, podría utilizarse el objeto </a:t>
            </a:r>
            <a:r>
              <a:rPr lang="en-US" altLang="en-US" b="1">
                <a:latin typeface="Arial" panose="020B0604020202020204" pitchFamily="34" charset="0"/>
                <a:cs typeface="Arial" panose="020B0604020202020204" pitchFamily="34" charset="0"/>
              </a:rPr>
              <a:t>DataReader</a:t>
            </a:r>
            <a:r>
              <a:rPr lang="en-US" altLang="en-US">
                <a:latin typeface="Arial" panose="020B0604020202020204" pitchFamily="34" charset="0"/>
                <a:cs typeface="Arial" panose="020B0604020202020204" pitchFamily="34" charset="0"/>
              </a:rPr>
              <a:t> para mostrar los resultados de una lista de búsqueda en una página Web.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B103CC1F-F69C-4D88-99A9-D8B8E3FA26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40ECDD47-2D53-450D-B050-9CB4DFC8F692}" type="slidenum">
              <a:rPr lang="es-AR" altLang="en-US" b="0">
                <a:solidFill>
                  <a:schemeClr val="tx1"/>
                </a:solidFill>
              </a:rPr>
              <a:pPr eaLnBrk="1" hangingPunct="1"/>
              <a:t>33</a:t>
            </a:fld>
            <a:endParaRPr lang="es-AR" altLang="en-US" b="0">
              <a:solidFill>
                <a:schemeClr val="tx1"/>
              </a:solidFill>
            </a:endParaRPr>
          </a:p>
        </p:txBody>
      </p:sp>
      <p:sp>
        <p:nvSpPr>
          <p:cNvPr id="91139" name="Rectangle 2">
            <a:extLst>
              <a:ext uri="{FF2B5EF4-FFF2-40B4-BE49-F238E27FC236}">
                <a16:creationId xmlns:a16="http://schemas.microsoft.com/office/drawing/2014/main" id="{529D23D6-F8DD-4307-94E7-3C0C30E2D034}"/>
              </a:ext>
            </a:extLst>
          </p:cNvPr>
          <p:cNvSpPr>
            <a:spLocks noRot="1" noChangeArrowheads="1" noTextEdit="1"/>
          </p:cNvSpPr>
          <p:nvPr>
            <p:ph type="sldImg"/>
          </p:nvPr>
        </p:nvSpPr>
        <p:spPr>
          <a:xfrm>
            <a:off x="4325938" y="73025"/>
            <a:ext cx="2466975" cy="1851025"/>
          </a:xfrm>
          <a:ln/>
        </p:spPr>
      </p:sp>
      <p:sp>
        <p:nvSpPr>
          <p:cNvPr id="91140" name="Rectangle 3">
            <a:extLst>
              <a:ext uri="{FF2B5EF4-FFF2-40B4-BE49-F238E27FC236}">
                <a16:creationId xmlns:a16="http://schemas.microsoft.com/office/drawing/2014/main" id="{B38D96F2-462A-42F6-BFC4-99BE1F8AE2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9703304F-E486-4649-A750-A91CF6C8E5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565B0CA1-2F2A-4415-927B-375FC2D50D41}" type="slidenum">
              <a:rPr lang="es-AR" altLang="en-US" b="0">
                <a:solidFill>
                  <a:schemeClr val="tx1"/>
                </a:solidFill>
              </a:rPr>
              <a:pPr eaLnBrk="1" hangingPunct="1"/>
              <a:t>34</a:t>
            </a:fld>
            <a:endParaRPr lang="es-AR" altLang="en-US" b="0">
              <a:solidFill>
                <a:schemeClr val="tx1"/>
              </a:solidFill>
            </a:endParaRPr>
          </a:p>
        </p:txBody>
      </p:sp>
      <p:sp>
        <p:nvSpPr>
          <p:cNvPr id="92163" name="Rectangle 2">
            <a:extLst>
              <a:ext uri="{FF2B5EF4-FFF2-40B4-BE49-F238E27FC236}">
                <a16:creationId xmlns:a16="http://schemas.microsoft.com/office/drawing/2014/main" id="{48527E6C-DFD2-45A4-86C1-09AF7A95CE9E}"/>
              </a:ext>
            </a:extLst>
          </p:cNvPr>
          <p:cNvSpPr>
            <a:spLocks noRot="1" noChangeArrowheads="1" noTextEdit="1"/>
          </p:cNvSpPr>
          <p:nvPr>
            <p:ph type="sldImg"/>
          </p:nvPr>
        </p:nvSpPr>
        <p:spPr>
          <a:xfrm>
            <a:off x="4325938" y="73025"/>
            <a:ext cx="2466975" cy="1851025"/>
          </a:xfrm>
          <a:ln/>
        </p:spPr>
      </p:sp>
      <p:sp>
        <p:nvSpPr>
          <p:cNvPr id="92164" name="Rectangle 3">
            <a:extLst>
              <a:ext uri="{FF2B5EF4-FFF2-40B4-BE49-F238E27FC236}">
                <a16:creationId xmlns:a16="http://schemas.microsoft.com/office/drawing/2014/main" id="{EC2887C3-6564-4FCD-A812-BF27A688D6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BFFCA411-5424-4F5B-BD18-2BE5A683B8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03BDB51C-786D-4839-B2A9-4F7F705F2B77}" type="slidenum">
              <a:rPr lang="es-AR" altLang="en-US" b="0">
                <a:solidFill>
                  <a:schemeClr val="tx1"/>
                </a:solidFill>
              </a:rPr>
              <a:pPr eaLnBrk="1" hangingPunct="1"/>
              <a:t>35</a:t>
            </a:fld>
            <a:endParaRPr lang="es-AR" altLang="en-US" b="0">
              <a:solidFill>
                <a:schemeClr val="tx1"/>
              </a:solidFill>
            </a:endParaRPr>
          </a:p>
        </p:txBody>
      </p:sp>
      <p:sp>
        <p:nvSpPr>
          <p:cNvPr id="93187" name="Rectangle 2">
            <a:extLst>
              <a:ext uri="{FF2B5EF4-FFF2-40B4-BE49-F238E27FC236}">
                <a16:creationId xmlns:a16="http://schemas.microsoft.com/office/drawing/2014/main" id="{83F51A41-9A56-4292-AFFB-E0C9DFD3C270}"/>
              </a:ext>
            </a:extLst>
          </p:cNvPr>
          <p:cNvSpPr>
            <a:spLocks noRot="1" noChangeArrowheads="1" noTextEdit="1"/>
          </p:cNvSpPr>
          <p:nvPr>
            <p:ph type="sldImg"/>
          </p:nvPr>
        </p:nvSpPr>
        <p:spPr>
          <a:xfrm>
            <a:off x="4325938" y="73025"/>
            <a:ext cx="2466975" cy="1851025"/>
          </a:xfrm>
          <a:ln/>
        </p:spPr>
      </p:sp>
      <p:sp>
        <p:nvSpPr>
          <p:cNvPr id="93188" name="Rectangle 3">
            <a:extLst>
              <a:ext uri="{FF2B5EF4-FFF2-40B4-BE49-F238E27FC236}">
                <a16:creationId xmlns:a16="http://schemas.microsoft.com/office/drawing/2014/main" id="{8CDC55CE-5212-45CB-9D17-EDAFC6CD52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s-ES" altLang="en-US">
                <a:latin typeface="Arial" panose="020B0604020202020204" pitchFamily="34" charset="0"/>
                <a:cs typeface="Arial" panose="020B0604020202020204" pitchFamily="34" charset="0"/>
              </a:rPr>
              <a:t>El </a:t>
            </a:r>
            <a:r>
              <a:rPr lang="es-ES" altLang="en-US" i="1">
                <a:latin typeface="Arial" panose="020B0604020202020204" pitchFamily="34" charset="0"/>
                <a:cs typeface="Arial" panose="020B0604020202020204" pitchFamily="34" charset="0"/>
              </a:rPr>
              <a:t>DataAdapter</a:t>
            </a:r>
            <a:r>
              <a:rPr lang="es-ES" altLang="en-US">
                <a:latin typeface="Arial" panose="020B0604020202020204" pitchFamily="34" charset="0"/>
                <a:cs typeface="Arial" panose="020B0604020202020204" pitchFamily="34" charset="0"/>
              </a:rPr>
              <a:t> sirve como un puente de conexión entre un </a:t>
            </a:r>
            <a:r>
              <a:rPr lang="es-ES" altLang="en-US" i="1">
                <a:latin typeface="Arial" panose="020B0604020202020204" pitchFamily="34" charset="0"/>
                <a:cs typeface="Arial" panose="020B0604020202020204" pitchFamily="34" charset="0"/>
              </a:rPr>
              <a:t>DataSet</a:t>
            </a:r>
            <a:r>
              <a:rPr lang="es-ES" altLang="en-US">
                <a:latin typeface="Arial" panose="020B0604020202020204" pitchFamily="34" charset="0"/>
                <a:cs typeface="Arial" panose="020B0604020202020204" pitchFamily="34" charset="0"/>
              </a:rPr>
              <a:t> y una fuente de datos para recuperar y almacenar datos. El DataAdapter provee este enlace usando </a:t>
            </a:r>
            <a:r>
              <a:rPr lang="es-ES" altLang="en-US" b="1" u="sng">
                <a:latin typeface="Arial" panose="020B0604020202020204" pitchFamily="34" charset="0"/>
                <a:cs typeface="Arial" panose="020B0604020202020204" pitchFamily="34" charset="0"/>
              </a:rPr>
              <a:t>Fill</a:t>
            </a:r>
            <a:r>
              <a:rPr lang="es-ES" altLang="en-US">
                <a:latin typeface="Arial" panose="020B0604020202020204" pitchFamily="34" charset="0"/>
                <a:cs typeface="Arial" panose="020B0604020202020204" pitchFamily="34" charset="0"/>
              </a:rPr>
              <a:t> para cargar datos desde la fuente de datos al </a:t>
            </a:r>
            <a:r>
              <a:rPr lang="es-ES" altLang="en-US" i="1">
                <a:latin typeface="Arial" panose="020B0604020202020204" pitchFamily="34" charset="0"/>
                <a:cs typeface="Arial" panose="020B0604020202020204" pitchFamily="34" charset="0"/>
              </a:rPr>
              <a:t>DataSet</a:t>
            </a:r>
            <a:r>
              <a:rPr lang="es-ES" altLang="en-US">
                <a:latin typeface="Arial" panose="020B0604020202020204" pitchFamily="34" charset="0"/>
                <a:cs typeface="Arial" panose="020B0604020202020204" pitchFamily="34" charset="0"/>
              </a:rPr>
              <a:t>, y usando  </a:t>
            </a:r>
            <a:r>
              <a:rPr lang="es-ES" altLang="en-US" b="1" u="sng">
                <a:latin typeface="Arial" panose="020B0604020202020204" pitchFamily="34" charset="0"/>
                <a:cs typeface="Arial" panose="020B0604020202020204" pitchFamily="34" charset="0"/>
              </a:rPr>
              <a:t>Update</a:t>
            </a:r>
            <a:r>
              <a:rPr lang="es-ES" altLang="en-US">
                <a:latin typeface="Arial" panose="020B0604020202020204" pitchFamily="34" charset="0"/>
                <a:cs typeface="Arial" panose="020B0604020202020204" pitchFamily="34" charset="0"/>
              </a:rPr>
              <a:t> para enviar los cambios hechos en el </a:t>
            </a:r>
            <a:r>
              <a:rPr lang="es-ES" altLang="en-US" i="1">
                <a:latin typeface="Arial" panose="020B0604020202020204" pitchFamily="34" charset="0"/>
                <a:cs typeface="Arial" panose="020B0604020202020204" pitchFamily="34" charset="0"/>
              </a:rPr>
              <a:t>DataSet</a:t>
            </a:r>
            <a:r>
              <a:rPr lang="es-ES" altLang="en-US">
                <a:latin typeface="Arial" panose="020B0604020202020204" pitchFamily="34" charset="0"/>
                <a:cs typeface="Arial" panose="020B0604020202020204" pitchFamily="34" charset="0"/>
              </a:rPr>
              <a:t> de vuelta a la fuente de los datos.</a:t>
            </a:r>
          </a:p>
          <a:p>
            <a:pPr eaLnBrk="1" hangingPunct="1"/>
            <a:endParaRPr lang="es-ES" altLang="en-US">
              <a:latin typeface="Arial" panose="020B0604020202020204" pitchFamily="34" charset="0"/>
              <a:cs typeface="Arial" panose="020B0604020202020204" pitchFamily="34" charset="0"/>
            </a:endParaRPr>
          </a:p>
          <a:p>
            <a:pPr eaLnBrk="1" hangingPunct="1"/>
            <a:r>
              <a:rPr lang="es-ES" altLang="en-US">
                <a:latin typeface="Arial" panose="020B0604020202020204" pitchFamily="34" charset="0"/>
                <a:cs typeface="Arial" panose="020B0604020202020204" pitchFamily="34" charset="0"/>
              </a:rPr>
              <a:t>El </a:t>
            </a:r>
            <a:r>
              <a:rPr lang="es-ES" altLang="en-US" i="1">
                <a:latin typeface="Arial" panose="020B0604020202020204" pitchFamily="34" charset="0"/>
                <a:cs typeface="Arial" panose="020B0604020202020204" pitchFamily="34" charset="0"/>
              </a:rPr>
              <a:t>DataAdapter</a:t>
            </a:r>
            <a:r>
              <a:rPr lang="es-ES" altLang="en-US">
                <a:latin typeface="Arial" panose="020B0604020202020204" pitchFamily="34" charset="0"/>
                <a:cs typeface="Arial" panose="020B0604020202020204" pitchFamily="34" charset="0"/>
              </a:rPr>
              <a:t> también incluye las propiedades </a:t>
            </a:r>
            <a:r>
              <a:rPr lang="es-ES" altLang="en-US" b="1">
                <a:latin typeface="Arial" panose="020B0604020202020204" pitchFamily="34" charset="0"/>
                <a:cs typeface="Arial" panose="020B0604020202020204" pitchFamily="34" charset="0"/>
              </a:rPr>
              <a:t>SelectCommand, InsertCommand, DeleteCommand, UpdateCommand</a:t>
            </a:r>
            <a:r>
              <a:rPr lang="es-ES" altLang="en-US">
                <a:latin typeface="Arial" panose="020B0604020202020204" pitchFamily="34" charset="0"/>
                <a:cs typeface="Arial" panose="020B0604020202020204" pitchFamily="34" charset="0"/>
              </a:rPr>
              <a:t> y </a:t>
            </a:r>
            <a:r>
              <a:rPr lang="es-ES" altLang="en-US" b="1">
                <a:latin typeface="Arial" panose="020B0604020202020204" pitchFamily="34" charset="0"/>
                <a:cs typeface="Arial" panose="020B0604020202020204" pitchFamily="34" charset="0"/>
              </a:rPr>
              <a:t>TableMappings</a:t>
            </a:r>
            <a:r>
              <a:rPr lang="es-ES" altLang="en-US">
                <a:latin typeface="Arial" panose="020B0604020202020204" pitchFamily="34" charset="0"/>
                <a:cs typeface="Arial" panose="020B0604020202020204" pitchFamily="34" charset="0"/>
              </a:rPr>
              <a:t> para facilitar la carga y actualización de datos.</a:t>
            </a:r>
            <a:endParaRPr lang="en-US" altLang="en-US">
              <a:latin typeface="Arial" panose="020B0604020202020204" pitchFamily="34" charset="0"/>
              <a:cs typeface="Arial" panose="020B0604020202020204" pitchFamily="34" charset="0"/>
            </a:endParaRPr>
          </a:p>
          <a:p>
            <a:pPr eaLnBrk="1" hangingPunct="1"/>
            <a:endParaRPr lang="es-ES" altLang="en-US">
              <a:latin typeface="Arial" panose="020B0604020202020204" pitchFamily="34" charset="0"/>
              <a:cs typeface="Arial" panose="020B0604020202020204" pitchFamily="34" charset="0"/>
            </a:endParaRPr>
          </a:p>
          <a:p>
            <a:pPr eaLnBrk="1" hangingPunct="1"/>
            <a:r>
              <a:rPr lang="es-ES" altLang="en-US">
                <a:latin typeface="Arial" panose="020B0604020202020204" pitchFamily="34" charset="0"/>
                <a:cs typeface="Arial" panose="020B0604020202020204" pitchFamily="34" charset="0"/>
              </a:rPr>
              <a:t>Cuando creas una instancia de </a:t>
            </a:r>
            <a:r>
              <a:rPr lang="es-ES" altLang="en-US" i="1">
                <a:latin typeface="Arial" panose="020B0604020202020204" pitchFamily="34" charset="0"/>
                <a:cs typeface="Arial" panose="020B0604020202020204" pitchFamily="34" charset="0"/>
              </a:rPr>
              <a:t>DataAdapter</a:t>
            </a:r>
            <a:r>
              <a:rPr lang="es-ES" altLang="en-US">
                <a:latin typeface="Arial" panose="020B0604020202020204" pitchFamily="34" charset="0"/>
                <a:cs typeface="Arial" panose="020B0604020202020204" pitchFamily="34" charset="0"/>
              </a:rPr>
              <a:t>, las propiedades de lectura/escritura se “resetean” a sus valores iniciales. Si queremos echar un vistazo a esos valores habrá que mirar el constructor </a:t>
            </a:r>
            <a:r>
              <a:rPr lang="es-ES" altLang="en-US" i="1">
                <a:latin typeface="Arial" panose="020B0604020202020204" pitchFamily="34" charset="0"/>
                <a:cs typeface="Arial" panose="020B0604020202020204" pitchFamily="34" charset="0"/>
              </a:rPr>
              <a:t>DataAdapter</a:t>
            </a:r>
            <a:endParaRPr lang="es-AR" altLang="en-US">
              <a:latin typeface="Arial" panose="020B0604020202020204" pitchFamily="34" charset="0"/>
              <a:cs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0446D183-70A0-4CC4-A23F-5ABF1ADD4E6B}"/>
              </a:ext>
            </a:extLst>
          </p:cNvPr>
          <p:cNvSpPr>
            <a:spLocks noGrp="1" noRot="1" noChangeAspect="1" noTextEdit="1"/>
          </p:cNvSpPr>
          <p:nvPr>
            <p:ph type="sldImg"/>
          </p:nvPr>
        </p:nvSpPr>
        <p:spPr>
          <a:xfrm>
            <a:off x="4325938" y="73025"/>
            <a:ext cx="2466975" cy="1851025"/>
          </a:xfrm>
          <a:ln/>
        </p:spPr>
      </p:sp>
      <p:sp>
        <p:nvSpPr>
          <p:cNvPr id="94211" name="Notes Placeholder 2">
            <a:extLst>
              <a:ext uri="{FF2B5EF4-FFF2-40B4-BE49-F238E27FC236}">
                <a16:creationId xmlns:a16="http://schemas.microsoft.com/office/drawing/2014/main" id="{E3E090A7-6DBD-4E78-8685-15AC08A75B0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94212" name="Slide Number Placeholder 3">
            <a:extLst>
              <a:ext uri="{FF2B5EF4-FFF2-40B4-BE49-F238E27FC236}">
                <a16:creationId xmlns:a16="http://schemas.microsoft.com/office/drawing/2014/main" id="{DC93AD5F-9A03-4107-B87E-797EF27D8C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60EE841B-9F2C-42E9-8B0D-17F10711D1FE}" type="slidenum">
              <a:rPr lang="es-AR" altLang="en-US" b="0">
                <a:solidFill>
                  <a:schemeClr val="tx1"/>
                </a:solidFill>
              </a:rPr>
              <a:pPr eaLnBrk="1" hangingPunct="1"/>
              <a:t>36</a:t>
            </a:fld>
            <a:endParaRPr lang="es-AR" altLang="en-US" b="0">
              <a:solidFill>
                <a:schemeClr val="tx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943A8415-F289-4A5B-8770-9A735D2B9D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EA40ABD1-A3C9-4456-A2ED-55D030F61EF3}" type="slidenum">
              <a:rPr lang="es-AR" altLang="en-US" b="0">
                <a:solidFill>
                  <a:schemeClr val="tx1"/>
                </a:solidFill>
              </a:rPr>
              <a:pPr eaLnBrk="1" hangingPunct="1"/>
              <a:t>37</a:t>
            </a:fld>
            <a:endParaRPr lang="es-AR" altLang="en-US" b="0">
              <a:solidFill>
                <a:schemeClr val="tx1"/>
              </a:solidFill>
            </a:endParaRPr>
          </a:p>
        </p:txBody>
      </p:sp>
      <p:sp>
        <p:nvSpPr>
          <p:cNvPr id="95235" name="Rectangle 2">
            <a:extLst>
              <a:ext uri="{FF2B5EF4-FFF2-40B4-BE49-F238E27FC236}">
                <a16:creationId xmlns:a16="http://schemas.microsoft.com/office/drawing/2014/main" id="{0D8EE6AC-FB38-4B58-8BD9-34804107D10F}"/>
              </a:ext>
            </a:extLst>
          </p:cNvPr>
          <p:cNvSpPr>
            <a:spLocks noRot="1" noChangeArrowheads="1" noTextEdit="1"/>
          </p:cNvSpPr>
          <p:nvPr>
            <p:ph type="sldImg"/>
          </p:nvPr>
        </p:nvSpPr>
        <p:spPr>
          <a:xfrm>
            <a:off x="4325938" y="73025"/>
            <a:ext cx="2466975" cy="1851025"/>
          </a:xfrm>
          <a:ln/>
        </p:spPr>
      </p:sp>
      <p:sp>
        <p:nvSpPr>
          <p:cNvPr id="95236" name="Rectangle 3">
            <a:extLst>
              <a:ext uri="{FF2B5EF4-FFF2-40B4-BE49-F238E27FC236}">
                <a16:creationId xmlns:a16="http://schemas.microsoft.com/office/drawing/2014/main" id="{49E0479F-D75F-4BAE-99FA-6BA66C1A08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¿Cómo funciona lo anteriormente expuesto?, en esta figura se detalla. Una vez que tenemos el </a:t>
            </a:r>
            <a:r>
              <a:rPr lang="en-US" altLang="en-US" i="1">
                <a:latin typeface="Arial" panose="020B0604020202020204" pitchFamily="34" charset="0"/>
                <a:cs typeface="Arial" panose="020B0604020202020204" pitchFamily="34" charset="0"/>
              </a:rPr>
              <a:t>TableDataAdapter</a:t>
            </a:r>
            <a:r>
              <a:rPr lang="en-US" altLang="en-US">
                <a:latin typeface="Arial" panose="020B0604020202020204" pitchFamily="34" charset="0"/>
                <a:cs typeface="Arial" panose="020B0604020202020204" pitchFamily="34" charset="0"/>
              </a:rPr>
              <a:t> ya creado, llamamos a su método Update. El TableDataAdapter expone propiedades como InsertCommand, DeleteCommand, UpdateCommand y SelectCommand. Son objetos Command, pero no hay que acceder a ellos a noe ser que sus valores por defecto no te valgan..  Durante la actualización (</a:t>
            </a:r>
            <a:r>
              <a:rPr lang="en-US" altLang="en-US" i="1">
                <a:latin typeface="Arial" panose="020B0604020202020204" pitchFamily="34" charset="0"/>
                <a:cs typeface="Arial" panose="020B0604020202020204" pitchFamily="34" charset="0"/>
              </a:rPr>
              <a:t>Update</a:t>
            </a:r>
            <a:r>
              <a:rPr lang="en-US" altLang="en-US">
                <a:latin typeface="Arial" panose="020B0604020202020204" pitchFamily="34" charset="0"/>
                <a:cs typeface="Arial" panose="020B0604020202020204" pitchFamily="34" charset="0"/>
              </a:rPr>
              <a:t>), si cualquiera de las propiedades “Command” no está configurada pero se encuentra información de la clave primaria, el objeto Command es generado automáticamente. Está claro, que para que esto sea así, es obligatoria la presentcia de claves primarias en las tablas de datos.</a:t>
            </a:r>
          </a:p>
          <a:p>
            <a:pPr eaLnBrk="1" hangingPunct="1"/>
            <a:endParaRPr lang="es-ES" altLang="en-US" b="1">
              <a:latin typeface="Arial" panose="020B0604020202020204" pitchFamily="34" charset="0"/>
              <a:cs typeface="Arial" panose="020B0604020202020204" pitchFamily="34" charset="0"/>
            </a:endParaRPr>
          </a:p>
          <a:p>
            <a:pPr eaLnBrk="1" hangingPunct="1"/>
            <a:r>
              <a:rPr lang="es-ES" altLang="en-US">
                <a:latin typeface="Arial" panose="020B0604020202020204" pitchFamily="34" charset="0"/>
                <a:cs typeface="Arial" panose="020B0604020202020204" pitchFamily="34" charset="0"/>
              </a:rPr>
              <a:t>Señalar, como se exponía anteriormete que un solo DataSet puede ser “populado” (rellenado, actualizado), desde múltiples fuentes de datos.</a:t>
            </a:r>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F92F4A39-3335-44AB-B6EE-B60D60BE3FAC}"/>
              </a:ext>
            </a:extLst>
          </p:cNvPr>
          <p:cNvSpPr>
            <a:spLocks noGrp="1" noRot="1" noChangeAspect="1" noTextEdit="1"/>
          </p:cNvSpPr>
          <p:nvPr>
            <p:ph type="sldImg"/>
          </p:nvPr>
        </p:nvSpPr>
        <p:spPr>
          <a:xfrm>
            <a:off x="4325938" y="73025"/>
            <a:ext cx="2466975" cy="1851025"/>
          </a:xfrm>
          <a:ln/>
        </p:spPr>
      </p:sp>
      <p:sp>
        <p:nvSpPr>
          <p:cNvPr id="96259" name="Notes Placeholder 2">
            <a:extLst>
              <a:ext uri="{FF2B5EF4-FFF2-40B4-BE49-F238E27FC236}">
                <a16:creationId xmlns:a16="http://schemas.microsoft.com/office/drawing/2014/main" id="{6DF77470-631B-4862-9033-5A8C403A10A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96260" name="Slide Number Placeholder 3">
            <a:extLst>
              <a:ext uri="{FF2B5EF4-FFF2-40B4-BE49-F238E27FC236}">
                <a16:creationId xmlns:a16="http://schemas.microsoft.com/office/drawing/2014/main" id="{27B8A74E-9488-42B9-AF24-D15B39A2AE3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31C70CAA-54B2-4A9B-B875-C4BDF3279BB1}" type="slidenum">
              <a:rPr lang="es-AR" altLang="en-US" b="0">
                <a:solidFill>
                  <a:schemeClr val="tx1"/>
                </a:solidFill>
              </a:rPr>
              <a:pPr eaLnBrk="1" hangingPunct="1"/>
              <a:t>38</a:t>
            </a:fld>
            <a:endParaRPr lang="es-AR" altLang="en-US" b="0">
              <a:solidFill>
                <a:schemeClr val="tx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62AAE44E-5B42-4B87-8D0E-BC4D546BE6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2CB06A9B-A5A1-4559-97E7-A7149E45B59B}" type="slidenum">
              <a:rPr lang="es-AR" altLang="en-US" b="0">
                <a:solidFill>
                  <a:schemeClr val="tx1"/>
                </a:solidFill>
              </a:rPr>
              <a:pPr eaLnBrk="1" hangingPunct="1"/>
              <a:t>39</a:t>
            </a:fld>
            <a:endParaRPr lang="es-AR" altLang="en-US" b="0">
              <a:solidFill>
                <a:schemeClr val="tx1"/>
              </a:solidFill>
            </a:endParaRPr>
          </a:p>
        </p:txBody>
      </p:sp>
      <p:sp>
        <p:nvSpPr>
          <p:cNvPr id="97283" name="Rectangle 2">
            <a:extLst>
              <a:ext uri="{FF2B5EF4-FFF2-40B4-BE49-F238E27FC236}">
                <a16:creationId xmlns:a16="http://schemas.microsoft.com/office/drawing/2014/main" id="{0D139593-A9F1-4510-AB54-0965A8F37CC3}"/>
              </a:ext>
            </a:extLst>
          </p:cNvPr>
          <p:cNvSpPr>
            <a:spLocks noRot="1" noChangeArrowheads="1" noTextEdit="1"/>
          </p:cNvSpPr>
          <p:nvPr>
            <p:ph type="sldImg"/>
          </p:nvPr>
        </p:nvSpPr>
        <p:spPr>
          <a:xfrm>
            <a:off x="4325938" y="73025"/>
            <a:ext cx="2466975" cy="1851025"/>
          </a:xfrm>
          <a:ln/>
        </p:spPr>
      </p:sp>
      <p:sp>
        <p:nvSpPr>
          <p:cNvPr id="97284" name="Rectangle 3">
            <a:extLst>
              <a:ext uri="{FF2B5EF4-FFF2-40B4-BE49-F238E27FC236}">
                <a16:creationId xmlns:a16="http://schemas.microsoft.com/office/drawing/2014/main" id="{FEF26EF2-C83F-4589-A6A9-CFE4E87F4A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altLang="en-US" sz="1000" b="1">
                <a:latin typeface="Arial" panose="020B0604020202020204" pitchFamily="34" charset="0"/>
                <a:cs typeface="Arial" panose="020B0604020202020204" pitchFamily="34" charset="0"/>
              </a:rPr>
              <a:t>Introducción simple a ADO .NET y DataBinding</a:t>
            </a:r>
          </a:p>
          <a:p>
            <a:pPr eaLnBrk="1" hangingPunct="1">
              <a:lnSpc>
                <a:spcPct val="90000"/>
              </a:lnSpc>
            </a:pPr>
            <a:r>
              <a:rPr lang="en-US" altLang="en-US" sz="1000" b="1">
                <a:latin typeface="Arial" panose="020B0604020202020204" pitchFamily="34" charset="0"/>
                <a:cs typeface="Arial" panose="020B0604020202020204" pitchFamily="34" charset="0"/>
              </a:rPr>
              <a:t>Acceso desconectado a datos</a:t>
            </a:r>
            <a:r>
              <a:rPr lang="en-US" altLang="en-US" sz="1000">
                <a:latin typeface="Arial" panose="020B0604020202020204" pitchFamily="34" charset="0"/>
                <a:cs typeface="Arial" panose="020B0604020202020204" pitchFamily="34" charset="0"/>
              </a:rPr>
              <a:t>: En la arquitectura tradicional de tipo </a:t>
            </a:r>
            <a:r>
              <a:rPr lang="en-US" altLang="en-US" sz="1000" b="1">
                <a:latin typeface="Arial" panose="020B0604020202020204" pitchFamily="34" charset="0"/>
                <a:cs typeface="Arial" panose="020B0604020202020204" pitchFamily="34" charset="0"/>
              </a:rPr>
              <a:t>cliente / servidor</a:t>
            </a:r>
            <a:r>
              <a:rPr lang="en-US" altLang="en-US" sz="1000">
                <a:latin typeface="Arial" panose="020B0604020202020204" pitchFamily="34" charset="0"/>
                <a:cs typeface="Arial" panose="020B0604020202020204" pitchFamily="34" charset="0"/>
              </a:rPr>
              <a:t>, cada cliente se conectaba a la base de datos, manteniendo la conexión el tiempo necesario para realizar operaciones directamente contra el servidor de base de datos al que está conectado. Obligaba a mantener conexiones de base de datos para todos y cada uno de los usuarios.</a:t>
            </a:r>
            <a:br>
              <a:rPr lang="en-US" altLang="en-US" sz="1000">
                <a:latin typeface="Arial" panose="020B0604020202020204" pitchFamily="34" charset="0"/>
                <a:cs typeface="Arial" panose="020B0604020202020204" pitchFamily="34" charset="0"/>
              </a:rPr>
            </a:br>
            <a:r>
              <a:rPr lang="en-US" altLang="en-US" sz="1000">
                <a:latin typeface="Arial" panose="020B0604020202020204" pitchFamily="34" charset="0"/>
                <a:cs typeface="Arial" panose="020B0604020202020204" pitchFamily="34" charset="0"/>
              </a:rPr>
              <a:t>Al crecer el tamaño de las bases de datos y el número de clientes (usuarios) potenciales, sobre todo en relación con el fenómeno de Internet, se vio la necesidad de establecer conexiones lo más breves posibles, simplemente para las operaciones inicial (lectura o </a:t>
            </a:r>
            <a:r>
              <a:rPr lang="en-US" altLang="en-US" sz="1000" b="1">
                <a:latin typeface="Arial" panose="020B0604020202020204" pitchFamily="34" charset="0"/>
                <a:cs typeface="Arial" panose="020B0604020202020204" pitchFamily="34" charset="0"/>
              </a:rPr>
              <a:t>recuperación de datos</a:t>
            </a:r>
            <a:r>
              <a:rPr lang="en-US" altLang="en-US" sz="1000">
                <a:latin typeface="Arial" panose="020B0604020202020204" pitchFamily="34" charset="0"/>
                <a:cs typeface="Arial" panose="020B0604020202020204" pitchFamily="34" charset="0"/>
              </a:rPr>
              <a:t>) y final (escritura o </a:t>
            </a:r>
            <a:r>
              <a:rPr lang="en-US" altLang="en-US" sz="1000" b="1">
                <a:latin typeface="Arial" panose="020B0604020202020204" pitchFamily="34" charset="0"/>
                <a:cs typeface="Arial" panose="020B0604020202020204" pitchFamily="34" charset="0"/>
              </a:rPr>
              <a:t>actualización de datos</a:t>
            </a:r>
            <a:r>
              <a:rPr lang="en-US" altLang="en-US" sz="1000">
                <a:latin typeface="Arial" panose="020B0604020202020204" pitchFamily="34" charset="0"/>
                <a:cs typeface="Arial" panose="020B0604020202020204" pitchFamily="34" charset="0"/>
              </a:rPr>
              <a:t>) sobre el origen de los datos (la base de datos) y trabajar el resto del tiempo sobre una copia desconectada local del origen de los datos (</a:t>
            </a:r>
            <a:r>
              <a:rPr lang="en-US" altLang="en-US" sz="1000" b="1">
                <a:latin typeface="Arial" panose="020B0604020202020204" pitchFamily="34" charset="0"/>
                <a:cs typeface="Arial" panose="020B0604020202020204" pitchFamily="34" charset="0"/>
              </a:rPr>
              <a:t>DataSet</a:t>
            </a:r>
            <a:r>
              <a:rPr lang="en-US" altLang="en-US" sz="1000">
                <a:latin typeface="Arial" panose="020B0604020202020204" pitchFamily="34" charset="0"/>
                <a:cs typeface="Arial" panose="020B0604020202020204" pitchFamily="34" charset="0"/>
              </a:rPr>
              <a:t>).</a:t>
            </a:r>
            <a:br>
              <a:rPr lang="en-US" altLang="en-US" sz="1000">
                <a:latin typeface="Arial" panose="020B0604020202020204" pitchFamily="34" charset="0"/>
                <a:cs typeface="Arial" panose="020B0604020202020204" pitchFamily="34" charset="0"/>
              </a:rPr>
            </a:br>
            <a:r>
              <a:rPr lang="en-US" altLang="en-US" sz="1000">
                <a:latin typeface="Arial" panose="020B0604020202020204" pitchFamily="34" charset="0"/>
                <a:cs typeface="Arial" panose="020B0604020202020204" pitchFamily="34" charset="0"/>
              </a:rPr>
              <a:t>En versiones anteriores de Visual Basic ya existía </a:t>
            </a:r>
            <a:r>
              <a:rPr lang="en-US" altLang="en-US" sz="1000" b="1">
                <a:latin typeface="Arial" panose="020B0604020202020204" pitchFamily="34" charset="0"/>
                <a:cs typeface="Arial" panose="020B0604020202020204" pitchFamily="34" charset="0"/>
              </a:rPr>
              <a:t>ADO</a:t>
            </a:r>
            <a:r>
              <a:rPr lang="en-US" altLang="en-US" sz="1000">
                <a:latin typeface="Arial" panose="020B0604020202020204" pitchFamily="34" charset="0"/>
                <a:cs typeface="Arial" panose="020B0604020202020204" pitchFamily="34" charset="0"/>
              </a:rPr>
              <a:t> (</a:t>
            </a:r>
            <a:r>
              <a:rPr lang="en-US" altLang="en-US" sz="1000" b="1">
                <a:latin typeface="Arial" panose="020B0604020202020204" pitchFamily="34" charset="0"/>
                <a:cs typeface="Arial" panose="020B0604020202020204" pitchFamily="34" charset="0"/>
              </a:rPr>
              <a:t>ActiveX Data Objects</a:t>
            </a:r>
            <a:r>
              <a:rPr lang="en-US" altLang="en-US" sz="1000">
                <a:latin typeface="Arial" panose="020B0604020202020204" pitchFamily="34" charset="0"/>
                <a:cs typeface="Arial" panose="020B0604020202020204" pitchFamily="34" charset="0"/>
              </a:rPr>
              <a:t>) que permite acceder a todo tipo de bases de datos desde Visual Basic y trabajar en modo desconectado. Visual Basic .NET puede usar </a:t>
            </a:r>
            <a:r>
              <a:rPr lang="en-US" altLang="en-US" sz="1000" b="1">
                <a:latin typeface="Arial" panose="020B0604020202020204" pitchFamily="34" charset="0"/>
                <a:cs typeface="Arial" panose="020B0604020202020204" pitchFamily="34" charset="0"/>
              </a:rPr>
              <a:t>ADO</a:t>
            </a:r>
            <a:r>
              <a:rPr lang="en-US" altLang="en-US" sz="1000">
                <a:latin typeface="Arial" panose="020B0604020202020204" pitchFamily="34" charset="0"/>
                <a:cs typeface="Arial" panose="020B0604020202020204" pitchFamily="34" charset="0"/>
              </a:rPr>
              <a:t>, pero </a:t>
            </a:r>
            <a:r>
              <a:rPr lang="en-US" altLang="en-US" sz="1000" b="1">
                <a:latin typeface="Arial" panose="020B0604020202020204" pitchFamily="34" charset="0"/>
                <a:cs typeface="Arial" panose="020B0604020202020204" pitchFamily="34" charset="0"/>
              </a:rPr>
              <a:t>ADO .NET</a:t>
            </a:r>
            <a:r>
              <a:rPr lang="en-US" altLang="en-US" sz="1000">
                <a:latin typeface="Arial" panose="020B0604020202020204" pitchFamily="34" charset="0"/>
                <a:cs typeface="Arial" panose="020B0604020202020204" pitchFamily="34" charset="0"/>
              </a:rPr>
              <a:t> es el método preferido por Visual Studio .NET para conectar a bases de datos.</a:t>
            </a:r>
            <a:br>
              <a:rPr lang="en-US" altLang="en-US" sz="1000">
                <a:latin typeface="Arial" panose="020B0604020202020204" pitchFamily="34" charset="0"/>
                <a:cs typeface="Arial" panose="020B0604020202020204" pitchFamily="34" charset="0"/>
              </a:rPr>
            </a:br>
            <a:r>
              <a:rPr lang="en-US" altLang="en-US" sz="1000" b="1">
                <a:latin typeface="Arial" panose="020B0604020202020204" pitchFamily="34" charset="0"/>
                <a:cs typeface="Arial" panose="020B0604020202020204" pitchFamily="34" charset="0"/>
              </a:rPr>
              <a:t>ADO .NET</a:t>
            </a:r>
            <a:r>
              <a:rPr lang="en-US" altLang="en-US" sz="1000">
                <a:latin typeface="Arial" panose="020B0604020202020204" pitchFamily="34" charset="0"/>
                <a:cs typeface="Arial" panose="020B0604020202020204" pitchFamily="34" charset="0"/>
              </a:rPr>
              <a:t> usa clases específicas para efectuar operaciones en bases de datos. Una de las diferencias con respecto a </a:t>
            </a:r>
            <a:r>
              <a:rPr lang="en-US" altLang="en-US" sz="1000" b="1">
                <a:latin typeface="Arial" panose="020B0604020202020204" pitchFamily="34" charset="0"/>
                <a:cs typeface="Arial" panose="020B0604020202020204" pitchFamily="34" charset="0"/>
              </a:rPr>
              <a:t>ADO</a:t>
            </a:r>
            <a:r>
              <a:rPr lang="en-US" altLang="en-US" sz="1000">
                <a:latin typeface="Arial" panose="020B0604020202020204" pitchFamily="34" charset="0"/>
                <a:cs typeface="Arial" panose="020B0604020202020204" pitchFamily="34" charset="0"/>
              </a:rPr>
              <a:t> es el uso de comandos específicos de conexión con </a:t>
            </a:r>
            <a:r>
              <a:rPr lang="en-US" altLang="en-US" sz="1000" b="1">
                <a:latin typeface="Arial" panose="020B0604020202020204" pitchFamily="34" charset="0"/>
                <a:cs typeface="Arial" panose="020B0604020202020204" pitchFamily="34" charset="0"/>
              </a:rPr>
              <a:t>SQL Server</a:t>
            </a:r>
            <a:r>
              <a:rPr lang="en-US" altLang="en-US" sz="1000">
                <a:latin typeface="Arial" panose="020B0604020202020204" pitchFamily="34" charset="0"/>
                <a:cs typeface="Arial" panose="020B0604020202020204" pitchFamily="34" charset="0"/>
              </a:rPr>
              <a:t>: varias de las clases principales de </a:t>
            </a:r>
            <a:r>
              <a:rPr lang="en-US" altLang="en-US" sz="1000" b="1">
                <a:latin typeface="Arial" panose="020B0604020202020204" pitchFamily="34" charset="0"/>
                <a:cs typeface="Arial" panose="020B0604020202020204" pitchFamily="34" charset="0"/>
              </a:rPr>
              <a:t>ADO .NET</a:t>
            </a:r>
            <a:r>
              <a:rPr lang="en-US" altLang="en-US" sz="1000">
                <a:latin typeface="Arial" panose="020B0604020202020204" pitchFamily="34" charset="0"/>
                <a:cs typeface="Arial" panose="020B0604020202020204" pitchFamily="34" charset="0"/>
              </a:rPr>
              <a:t> tienen 2 versiones diferentes, una para conectar a una base de datos </a:t>
            </a:r>
            <a:r>
              <a:rPr lang="en-US" altLang="en-US" sz="1000" b="1">
                <a:latin typeface="Arial" panose="020B0604020202020204" pitchFamily="34" charset="0"/>
                <a:cs typeface="Arial" panose="020B0604020202020204" pitchFamily="34" charset="0"/>
              </a:rPr>
              <a:t>SQL Server</a:t>
            </a:r>
            <a:r>
              <a:rPr lang="en-US" altLang="en-US" sz="1000">
                <a:latin typeface="Arial" panose="020B0604020202020204" pitchFamily="34" charset="0"/>
                <a:cs typeface="Arial" panose="020B0604020202020204" pitchFamily="34" charset="0"/>
              </a:rPr>
              <a:t> y otra para proveedores </a:t>
            </a:r>
            <a:r>
              <a:rPr lang="en-US" altLang="en-US" sz="1000" b="1">
                <a:latin typeface="Arial" panose="020B0604020202020204" pitchFamily="34" charset="0"/>
                <a:cs typeface="Arial" panose="020B0604020202020204" pitchFamily="34" charset="0"/>
              </a:rPr>
              <a:t>OLE-DB</a:t>
            </a:r>
            <a:r>
              <a:rPr lang="en-US" altLang="en-US" sz="1000">
                <a:latin typeface="Arial" panose="020B0604020202020204" pitchFamily="34" charset="0"/>
                <a:cs typeface="Arial" panose="020B0604020202020204" pitchFamily="34" charset="0"/>
              </a:rPr>
              <a:t>. Como ejemplo, tenemos </a:t>
            </a:r>
            <a:r>
              <a:rPr lang="en-US" altLang="en-US" sz="1000" b="1">
                <a:latin typeface="Arial" panose="020B0604020202020204" pitchFamily="34" charset="0"/>
                <a:cs typeface="Arial" panose="020B0604020202020204" pitchFamily="34" charset="0"/>
              </a:rPr>
              <a:t>SQLCommand</a:t>
            </a:r>
            <a:r>
              <a:rPr lang="en-US" altLang="en-US" sz="1000">
                <a:latin typeface="Arial" panose="020B0604020202020204" pitchFamily="34" charset="0"/>
                <a:cs typeface="Arial" panose="020B0604020202020204" pitchFamily="34" charset="0"/>
              </a:rPr>
              <a:t> y </a:t>
            </a:r>
            <a:r>
              <a:rPr lang="en-US" altLang="en-US" sz="1000" b="1">
                <a:latin typeface="Arial" panose="020B0604020202020204" pitchFamily="34" charset="0"/>
                <a:cs typeface="Arial" panose="020B0604020202020204" pitchFamily="34" charset="0"/>
              </a:rPr>
              <a:t>OLEDBCommand</a:t>
            </a:r>
            <a:r>
              <a:rPr lang="en-US" altLang="en-US" sz="1000">
                <a:latin typeface="Arial" panose="020B0604020202020204" pitchFamily="34" charset="0"/>
                <a:cs typeface="Arial" panose="020B0604020202020204" pitchFamily="34" charset="0"/>
              </a:rPr>
              <a:t>, </a:t>
            </a:r>
            <a:r>
              <a:rPr lang="en-US" altLang="en-US" sz="1000" b="1">
                <a:latin typeface="Arial" panose="020B0604020202020204" pitchFamily="34" charset="0"/>
                <a:cs typeface="Arial" panose="020B0604020202020204" pitchFamily="34" charset="0"/>
              </a:rPr>
              <a:t>SQLConnection</a:t>
            </a:r>
            <a:r>
              <a:rPr lang="en-US" altLang="en-US" sz="1000">
                <a:latin typeface="Arial" panose="020B0604020202020204" pitchFamily="34" charset="0"/>
                <a:cs typeface="Arial" panose="020B0604020202020204" pitchFamily="34" charset="0"/>
              </a:rPr>
              <a:t> y </a:t>
            </a:r>
            <a:r>
              <a:rPr lang="en-US" altLang="en-US" sz="1000" b="1">
                <a:latin typeface="Arial" panose="020B0604020202020204" pitchFamily="34" charset="0"/>
                <a:cs typeface="Arial" panose="020B0604020202020204" pitchFamily="34" charset="0"/>
              </a:rPr>
              <a:t>OLEDBConnection</a:t>
            </a:r>
            <a:r>
              <a:rPr lang="en-US" altLang="en-US" sz="1000">
                <a:latin typeface="Arial" panose="020B0604020202020204" pitchFamily="34" charset="0"/>
                <a:cs typeface="Arial" panose="020B0604020202020204" pitchFamily="34" charset="0"/>
              </a:rPr>
              <a:t>, etc. </a:t>
            </a:r>
            <a:r>
              <a:rPr lang="en-US" altLang="en-US" sz="1000" b="1">
                <a:latin typeface="Arial" panose="020B0604020202020204" pitchFamily="34" charset="0"/>
                <a:cs typeface="Arial" panose="020B0604020202020204" pitchFamily="34" charset="0"/>
              </a:rPr>
              <a:t>ODBC</a:t>
            </a:r>
            <a:r>
              <a:rPr lang="en-US" altLang="en-US" sz="1000">
                <a:latin typeface="Arial" panose="020B0604020202020204" pitchFamily="34" charset="0"/>
                <a:cs typeface="Arial" panose="020B0604020202020204" pitchFamily="34" charset="0"/>
              </a:rPr>
              <a:t> está desaconsejado, es conveniente usar </a:t>
            </a:r>
            <a:r>
              <a:rPr lang="en-US" altLang="en-US" sz="1000" b="1">
                <a:latin typeface="Arial" panose="020B0604020202020204" pitchFamily="34" charset="0"/>
                <a:cs typeface="Arial" panose="020B0604020202020204" pitchFamily="34" charset="0"/>
              </a:rPr>
              <a:t>OLE-DB</a:t>
            </a:r>
            <a:r>
              <a:rPr lang="en-US" altLang="en-US" sz="1000">
                <a:latin typeface="Arial" panose="020B0604020202020204" pitchFamily="34" charset="0"/>
                <a:cs typeface="Arial" panose="020B0604020202020204" pitchFamily="34" charset="0"/>
              </a:rPr>
              <a:t> en su lugar.</a:t>
            </a:r>
          </a:p>
          <a:p>
            <a:pPr eaLnBrk="1" hangingPunct="1">
              <a:lnSpc>
                <a:spcPct val="90000"/>
              </a:lnSpc>
            </a:pPr>
            <a:r>
              <a:rPr lang="en-US" altLang="en-US" sz="1000" b="1">
                <a:latin typeface="Arial" panose="020B0604020202020204" pitchFamily="34" charset="0"/>
                <a:cs typeface="Arial" panose="020B0604020202020204" pitchFamily="34" charset="0"/>
              </a:rPr>
              <a:t>DataBinding</a:t>
            </a:r>
            <a:r>
              <a:rPr lang="en-US" altLang="en-US" sz="1000">
                <a:latin typeface="Arial" panose="020B0604020202020204" pitchFamily="34" charset="0"/>
                <a:cs typeface="Arial" panose="020B0604020202020204" pitchFamily="34" charset="0"/>
              </a:rPr>
              <a:t>: es el mecanismo de la plataforma .NET que, en aplicaciones con interfaz </a:t>
            </a:r>
            <a:r>
              <a:rPr lang="en-US" altLang="en-US" sz="1000" b="1">
                <a:latin typeface="Arial" panose="020B0604020202020204" pitchFamily="34" charset="0"/>
                <a:cs typeface="Arial" panose="020B0604020202020204" pitchFamily="34" charset="0"/>
              </a:rPr>
              <a:t>WindowsForms</a:t>
            </a:r>
            <a:r>
              <a:rPr lang="en-US" altLang="en-US" sz="1000">
                <a:latin typeface="Arial" panose="020B0604020202020204" pitchFamily="34" charset="0"/>
                <a:cs typeface="Arial" panose="020B0604020202020204" pitchFamily="34" charset="0"/>
              </a:rPr>
              <a:t>, permite crear enlaces entre los objetos que contienen los datos y los controles del formulario. Como ejemplo, se puede enlazar la propiedad </a:t>
            </a:r>
            <a:r>
              <a:rPr lang="en-US" altLang="en-US" sz="1000" i="1">
                <a:latin typeface="Arial" panose="020B0604020202020204" pitchFamily="34" charset="0"/>
                <a:cs typeface="Arial" panose="020B0604020202020204" pitchFamily="34" charset="0"/>
              </a:rPr>
              <a:t>Text</a:t>
            </a:r>
            <a:r>
              <a:rPr lang="en-US" altLang="en-US" sz="1000">
                <a:latin typeface="Arial" panose="020B0604020202020204" pitchFamily="34" charset="0"/>
                <a:cs typeface="Arial" panose="020B0604020202020204" pitchFamily="34" charset="0"/>
              </a:rPr>
              <a:t> de un control </a:t>
            </a:r>
            <a:r>
              <a:rPr lang="en-US" altLang="en-US" sz="1000" i="1">
                <a:latin typeface="Arial" panose="020B0604020202020204" pitchFamily="34" charset="0"/>
                <a:cs typeface="Arial" panose="020B0604020202020204" pitchFamily="34" charset="0"/>
              </a:rPr>
              <a:t>TextBox</a:t>
            </a:r>
            <a:r>
              <a:rPr lang="en-US" altLang="en-US" sz="1000">
                <a:latin typeface="Arial" panose="020B0604020202020204" pitchFamily="34" charset="0"/>
                <a:cs typeface="Arial" panose="020B0604020202020204" pitchFamily="34" charset="0"/>
              </a:rPr>
              <a:t> con una columna de una tabla del </a:t>
            </a:r>
            <a:r>
              <a:rPr lang="en-US" altLang="en-US" sz="1000" i="1">
                <a:latin typeface="Arial" panose="020B0604020202020204" pitchFamily="34" charset="0"/>
                <a:cs typeface="Arial" panose="020B0604020202020204" pitchFamily="34" charset="0"/>
              </a:rPr>
              <a:t>DataSet</a:t>
            </a:r>
            <a:r>
              <a:rPr lang="en-US" altLang="en-US" sz="1000">
                <a:latin typeface="Arial" panose="020B0604020202020204" pitchFamily="34" charset="0"/>
                <a:cs typeface="Arial" panose="020B0604020202020204" pitchFamily="34" charset="0"/>
              </a:rPr>
              <a:t> (la base de datos desconectada), lo que simplifica enormemente las operaciones de navegación por los registros de la tabla. </a:t>
            </a:r>
            <a:endParaRPr lang="es-AR" altLang="en-US" sz="1000">
              <a:latin typeface="Arial" panose="020B0604020202020204" pitchFamily="34" charset="0"/>
              <a:cs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623121B2-C7AA-4E9B-99AB-9483D05213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77F7530D-B0B2-4A38-9F87-307B3F644E1F}" type="slidenum">
              <a:rPr lang="es-AR" altLang="en-US" b="0">
                <a:solidFill>
                  <a:schemeClr val="tx1"/>
                </a:solidFill>
              </a:rPr>
              <a:pPr eaLnBrk="1" hangingPunct="1"/>
              <a:t>40</a:t>
            </a:fld>
            <a:endParaRPr lang="es-AR" altLang="en-US" b="0">
              <a:solidFill>
                <a:schemeClr val="tx1"/>
              </a:solidFill>
            </a:endParaRPr>
          </a:p>
        </p:txBody>
      </p:sp>
      <p:sp>
        <p:nvSpPr>
          <p:cNvPr id="98307" name="Rectangle 2">
            <a:extLst>
              <a:ext uri="{FF2B5EF4-FFF2-40B4-BE49-F238E27FC236}">
                <a16:creationId xmlns:a16="http://schemas.microsoft.com/office/drawing/2014/main" id="{F2BA3CF3-6BCB-4432-8D5A-095975814B1D}"/>
              </a:ext>
            </a:extLst>
          </p:cNvPr>
          <p:cNvSpPr>
            <a:spLocks noRot="1" noChangeArrowheads="1" noTextEdit="1"/>
          </p:cNvSpPr>
          <p:nvPr>
            <p:ph type="sldImg"/>
          </p:nvPr>
        </p:nvSpPr>
        <p:spPr>
          <a:xfrm>
            <a:off x="4325938" y="73025"/>
            <a:ext cx="2466975" cy="1851025"/>
          </a:xfrm>
          <a:ln/>
        </p:spPr>
      </p:sp>
      <p:sp>
        <p:nvSpPr>
          <p:cNvPr id="98308" name="Rectangle 3">
            <a:extLst>
              <a:ext uri="{FF2B5EF4-FFF2-40B4-BE49-F238E27FC236}">
                <a16:creationId xmlns:a16="http://schemas.microsoft.com/office/drawing/2014/main" id="{F0EE2600-FB87-4AE2-B679-991F7613F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http://www.microsoft.com/spanish/msdn/articulos/archivo/030505/voices/NewDtaStVS05.asp</a:t>
            </a:r>
            <a:endParaRPr lang="es-AR" altLang="en-US">
              <a:latin typeface="Arial" panose="020B0604020202020204" pitchFamily="34" charset="0"/>
              <a:cs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D1C9A28A-F650-4DBB-9A12-75CB2422E7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E2C6AECA-6637-439F-9451-944A9418DF07}" type="slidenum">
              <a:rPr lang="es-AR" altLang="en-US" b="0">
                <a:solidFill>
                  <a:schemeClr val="tx1"/>
                </a:solidFill>
              </a:rPr>
              <a:pPr eaLnBrk="1" hangingPunct="1"/>
              <a:t>41</a:t>
            </a:fld>
            <a:endParaRPr lang="es-AR" altLang="en-US" b="0">
              <a:solidFill>
                <a:schemeClr val="tx1"/>
              </a:solidFill>
            </a:endParaRPr>
          </a:p>
        </p:txBody>
      </p:sp>
      <p:sp>
        <p:nvSpPr>
          <p:cNvPr id="99331" name="Rectangle 2">
            <a:extLst>
              <a:ext uri="{FF2B5EF4-FFF2-40B4-BE49-F238E27FC236}">
                <a16:creationId xmlns:a16="http://schemas.microsoft.com/office/drawing/2014/main" id="{B54108F3-D201-4491-A732-451F5F889478}"/>
              </a:ext>
            </a:extLst>
          </p:cNvPr>
          <p:cNvSpPr>
            <a:spLocks noRot="1" noChangeArrowheads="1" noTextEdit="1"/>
          </p:cNvSpPr>
          <p:nvPr>
            <p:ph type="sldImg"/>
          </p:nvPr>
        </p:nvSpPr>
        <p:spPr>
          <a:xfrm>
            <a:off x="4325938" y="73025"/>
            <a:ext cx="2466975" cy="1851025"/>
          </a:xfrm>
          <a:ln/>
        </p:spPr>
      </p:sp>
      <p:sp>
        <p:nvSpPr>
          <p:cNvPr id="99332" name="Rectangle 3">
            <a:extLst>
              <a:ext uri="{FF2B5EF4-FFF2-40B4-BE49-F238E27FC236}">
                <a16:creationId xmlns:a16="http://schemas.microsoft.com/office/drawing/2014/main" id="{FBF59B9E-D676-4021-B280-13662FF661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34E99B01-CF60-42AE-819B-06EF325878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F8DDF81F-3CF8-42CC-9208-83AF6A4D26BC}" type="slidenum">
              <a:rPr lang="es-AR" altLang="en-US" b="0">
                <a:solidFill>
                  <a:schemeClr val="tx1"/>
                </a:solidFill>
              </a:rPr>
              <a:pPr eaLnBrk="1" hangingPunct="1"/>
              <a:t>42</a:t>
            </a:fld>
            <a:endParaRPr lang="es-AR" altLang="en-US" b="0">
              <a:solidFill>
                <a:schemeClr val="tx1"/>
              </a:solidFill>
            </a:endParaRPr>
          </a:p>
        </p:txBody>
      </p:sp>
      <p:sp>
        <p:nvSpPr>
          <p:cNvPr id="100355" name="Rectangle 2">
            <a:extLst>
              <a:ext uri="{FF2B5EF4-FFF2-40B4-BE49-F238E27FC236}">
                <a16:creationId xmlns:a16="http://schemas.microsoft.com/office/drawing/2014/main" id="{79ADEB8A-DCAF-4DE6-B0E6-F6C3F1BDD88D}"/>
              </a:ext>
            </a:extLst>
          </p:cNvPr>
          <p:cNvSpPr>
            <a:spLocks noRot="1" noChangeArrowheads="1" noTextEdit="1"/>
          </p:cNvSpPr>
          <p:nvPr>
            <p:ph type="sldImg"/>
          </p:nvPr>
        </p:nvSpPr>
        <p:spPr>
          <a:xfrm>
            <a:off x="4325938" y="73025"/>
            <a:ext cx="2466975" cy="1851025"/>
          </a:xfrm>
          <a:ln/>
        </p:spPr>
      </p:sp>
      <p:sp>
        <p:nvSpPr>
          <p:cNvPr id="100356" name="Rectangle 3">
            <a:extLst>
              <a:ext uri="{FF2B5EF4-FFF2-40B4-BE49-F238E27FC236}">
                <a16:creationId xmlns:a16="http://schemas.microsoft.com/office/drawing/2014/main" id="{08B12675-7103-4A0A-98C0-18451944B0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en-US" sz="800">
                <a:latin typeface="Arial" panose="020B0604020202020204" pitchFamily="34" charset="0"/>
                <a:cs typeface="Arial" panose="020B0604020202020204" pitchFamily="34" charset="0"/>
              </a:rPr>
              <a:t>Las transacciones son un grupo de operaciones combinadas en una unidad lógica de trabajo. Se usan para controlar y conservar la coherencia e integridad de todas las acciones de una transacción de forma que no se vean afectadas por los errores que pueden producirse en el sistema.</a:t>
            </a:r>
          </a:p>
          <a:p>
            <a:pPr eaLnBrk="1" hangingPunct="1">
              <a:lnSpc>
                <a:spcPct val="80000"/>
              </a:lnSpc>
            </a:pPr>
            <a:r>
              <a:rPr lang="en-US" altLang="en-US" sz="800">
                <a:latin typeface="Arial" panose="020B0604020202020204" pitchFamily="34" charset="0"/>
                <a:cs typeface="Arial" panose="020B0604020202020204" pitchFamily="34" charset="0"/>
              </a:rPr>
              <a:t>Por ejemplo, en el caso de una aplicación bancaria en la que se transfieren fondos de una cuenta a otra, en una cuenta se suma el importe de la transacción al crédito en una tabla de una base de datos al mismo tiempo que se sustrae de la otra el mismo importe en otra tabla de base de datos. Como los equipos pueden sufrir errores como consecuencia de cortes de suministro eléctrico, errores en la red, etcétera, es posible actualizar una fila en una tabla y no hacerlo en la otra. Si la base de datos admite el uso de transacciones, puede agrupar las operaciones en la base de datos formando una transacción para evitar que se produzca una incoherencia en la base de datos generada por los eventos antes citados. Si se produce un error en un momento de la transacción, se pueden deshacer todas las actualizaciones hasta alcanzar el estado previo al comienzo de la transacción. Si no se produce ningún error, las actualizaciones pueden finalizarse confirmando que la transacción está completa.</a:t>
            </a:r>
          </a:p>
          <a:p>
            <a:pPr eaLnBrk="1" hangingPunct="1">
              <a:lnSpc>
                <a:spcPct val="80000"/>
              </a:lnSpc>
            </a:pPr>
            <a:endParaRPr lang="es-AR" altLang="en-US" sz="800">
              <a:latin typeface="Arial" panose="020B0604020202020204" pitchFamily="34" charset="0"/>
              <a:cs typeface="Arial" panose="020B0604020202020204" pitchFamily="34" charset="0"/>
            </a:endParaRPr>
          </a:p>
          <a:p>
            <a:pPr eaLnBrk="1" hangingPunct="1">
              <a:lnSpc>
                <a:spcPct val="80000"/>
              </a:lnSpc>
            </a:pPr>
            <a:r>
              <a:rPr lang="es-AR" altLang="en-US" sz="800">
                <a:latin typeface="Arial" panose="020B0604020202020204" pitchFamily="34" charset="0"/>
                <a:cs typeface="Arial" panose="020B0604020202020204" pitchFamily="34" charset="0"/>
              </a:rPr>
              <a:t>-------------------------------------------</a:t>
            </a:r>
          </a:p>
          <a:p>
            <a:pPr eaLnBrk="1" hangingPunct="1">
              <a:lnSpc>
                <a:spcPct val="80000"/>
              </a:lnSpc>
            </a:pPr>
            <a:r>
              <a:rPr lang="en-US" altLang="en-US" sz="800">
                <a:latin typeface="Arial" panose="020B0604020202020204" pitchFamily="34" charset="0"/>
                <a:cs typeface="Arial" panose="020B0604020202020204" pitchFamily="34" charset="0"/>
              </a:rPr>
              <a:t>http://groups.msn.com/DotNetUniversidaddeGuayaquil/general.msnw?action=get_message&amp;mview=0&amp;ID_Message=324&amp;LastModified=4675510594887265381</a:t>
            </a:r>
          </a:p>
          <a:p>
            <a:pPr eaLnBrk="1" hangingPunct="1">
              <a:lnSpc>
                <a:spcPct val="80000"/>
              </a:lnSpc>
            </a:pPr>
            <a:endParaRPr lang="es-AR" altLang="en-US" sz="800">
              <a:latin typeface="Arial" panose="020B0604020202020204" pitchFamily="34" charset="0"/>
              <a:cs typeface="Arial" panose="020B0604020202020204" pitchFamily="34" charset="0"/>
            </a:endParaRPr>
          </a:p>
          <a:p>
            <a:pPr eaLnBrk="1" hangingPunct="1">
              <a:lnSpc>
                <a:spcPct val="80000"/>
              </a:lnSpc>
            </a:pPr>
            <a:r>
              <a:rPr lang="en-US" altLang="en-US" sz="800">
                <a:latin typeface="Arial" panose="020B0604020202020204" pitchFamily="34" charset="0"/>
                <a:cs typeface="Arial" panose="020B0604020202020204" pitchFamily="34" charset="0"/>
              </a:rPr>
              <a:t>La idea del ejemplo obviamente es transferir un monto de la cuenta origen a la cuenta destino y se asume que las cuentas están en bases de datos diferentes. Este tipo de situación implicaría, necesariamente, la utilización de EnterpriseServices para poder manejar una transación a través del Microsoft DTC (Distributed Transaction Coordinator). Sin embargo, las clases del nuevo namespace System.Transactions nos permiten hacer esto de una forma diferente. El TransactionScope es, digamos, el encargado de manejar la transacción, ya sea local ó distribuida. Cuando abrimos la conexionBD1, la transacción se está manejando como una transacció local normal, una simple transacción a nivel de ADO.Net. Pero, cuando abrimos la conexionBD2, la cual apunta a otra base, el Transaction Scope promueve esta transacción a una transacción distribuida, la cual pasa a estar a cargo del DTC, lo cual nos asegura la integridad de la misma a lo largo de las dos bases de datos. Es decir, se obtiene el alto performance de las transacciones locales cuando se tiene una sola BD, pero se gana el poder y el alcance las transacciones distribuidas cuando se tiene más de una BD, y todo esto de forma transparente a nuestro código.</a:t>
            </a:r>
          </a:p>
          <a:p>
            <a:pPr eaLnBrk="1" hangingPunct="1">
              <a:lnSpc>
                <a:spcPct val="80000"/>
              </a:lnSpc>
            </a:pPr>
            <a:r>
              <a:rPr lang="en-US" altLang="en-US" sz="800">
                <a:latin typeface="Arial" panose="020B0604020202020204" pitchFamily="34" charset="0"/>
                <a:cs typeface="Arial" panose="020B0604020202020204" pitchFamily="34" charset="0"/>
              </a:rPr>
              <a:t> </a:t>
            </a:r>
          </a:p>
          <a:p>
            <a:pPr eaLnBrk="1" hangingPunct="1">
              <a:lnSpc>
                <a:spcPct val="80000"/>
              </a:lnSpc>
            </a:pPr>
            <a:r>
              <a:rPr lang="en-US" altLang="en-US" sz="800">
                <a:latin typeface="Arial" panose="020B0604020202020204" pitchFamily="34" charset="0"/>
                <a:cs typeface="Arial" panose="020B0604020202020204" pitchFamily="34" charset="0"/>
              </a:rPr>
              <a:t>Interesante, ¿no? Bueno, lo otro interesante que incluí en este ejemplo es el uso de la nueva sentencia </a:t>
            </a:r>
            <a:r>
              <a:rPr lang="en-US" altLang="en-US" sz="800" i="1">
                <a:latin typeface="Arial" panose="020B0604020202020204" pitchFamily="34" charset="0"/>
                <a:cs typeface="Arial" panose="020B0604020202020204" pitchFamily="34" charset="0"/>
              </a:rPr>
              <a:t>using</a:t>
            </a:r>
            <a:r>
              <a:rPr lang="en-US" altLang="en-US" sz="800">
                <a:latin typeface="Arial" panose="020B0604020202020204" pitchFamily="34" charset="0"/>
                <a:cs typeface="Arial" panose="020B0604020202020204" pitchFamily="34" charset="0"/>
              </a:rPr>
              <a:t>, la cual es nueva claro para VB, pues C# ya la venía usando hace tiempo. Esta sentencia funciona de una forma parecida al Try....Finally que ya conocemos, y esto asegura que cualquier recurso no administrado que se inicie en la sentencia </a:t>
            </a:r>
            <a:r>
              <a:rPr lang="en-US" altLang="en-US" sz="800" i="1">
                <a:latin typeface="Arial" panose="020B0604020202020204" pitchFamily="34" charset="0"/>
                <a:cs typeface="Arial" panose="020B0604020202020204" pitchFamily="34" charset="0"/>
              </a:rPr>
              <a:t>Using</a:t>
            </a:r>
            <a:r>
              <a:rPr lang="en-US" altLang="en-US" sz="800">
                <a:latin typeface="Arial" panose="020B0604020202020204" pitchFamily="34" charset="0"/>
                <a:cs typeface="Arial" panose="020B0604020202020204" pitchFamily="34" charset="0"/>
              </a:rPr>
              <a:t>, será automáticamente liberado cuando se cierre la misma con </a:t>
            </a:r>
            <a:r>
              <a:rPr lang="en-US" altLang="en-US" sz="800" i="1">
                <a:latin typeface="Arial" panose="020B0604020202020204" pitchFamily="34" charset="0"/>
                <a:cs typeface="Arial" panose="020B0604020202020204" pitchFamily="34" charset="0"/>
              </a:rPr>
              <a:t>End Using.</a:t>
            </a:r>
            <a:r>
              <a:rPr lang="en-US" altLang="en-US" sz="800">
                <a:latin typeface="Arial" panose="020B0604020202020204" pitchFamily="34" charset="0"/>
                <a:cs typeface="Arial" panose="020B0604020202020204" pitchFamily="34" charset="0"/>
              </a:rPr>
              <a:t> Así, como pueden observar, tanto el </a:t>
            </a:r>
            <a:r>
              <a:rPr lang="en-US" altLang="en-US" sz="800" i="1">
                <a:latin typeface="Arial" panose="020B0604020202020204" pitchFamily="34" charset="0"/>
                <a:cs typeface="Arial" panose="020B0604020202020204" pitchFamily="34" charset="0"/>
              </a:rPr>
              <a:t>Scope</a:t>
            </a:r>
            <a:r>
              <a:rPr lang="en-US" altLang="en-US" sz="800">
                <a:latin typeface="Arial" panose="020B0604020202020204" pitchFamily="34" charset="0"/>
                <a:cs typeface="Arial" panose="020B0604020202020204" pitchFamily="34" charset="0"/>
              </a:rPr>
              <a:t>, así como las dos conexiones, las inicio con un </a:t>
            </a:r>
            <a:r>
              <a:rPr lang="en-US" altLang="en-US" sz="800" i="1">
                <a:latin typeface="Arial" panose="020B0604020202020204" pitchFamily="34" charset="0"/>
                <a:cs typeface="Arial" panose="020B0604020202020204" pitchFamily="34" charset="0"/>
              </a:rPr>
              <a:t>using</a:t>
            </a:r>
            <a:r>
              <a:rPr lang="en-US" altLang="en-US" sz="800">
                <a:latin typeface="Arial" panose="020B0604020202020204" pitchFamily="34" charset="0"/>
                <a:cs typeface="Arial" panose="020B0604020202020204" pitchFamily="34" charset="0"/>
              </a:rPr>
              <a:t>. De esta manera, cuando cierro con </a:t>
            </a:r>
            <a:r>
              <a:rPr lang="en-US" altLang="en-US" sz="800" i="1">
                <a:latin typeface="Arial" panose="020B0604020202020204" pitchFamily="34" charset="0"/>
                <a:cs typeface="Arial" panose="020B0604020202020204" pitchFamily="34" charset="0"/>
              </a:rPr>
              <a:t>End Using, </a:t>
            </a:r>
            <a:r>
              <a:rPr lang="en-US" altLang="en-US" sz="800">
                <a:latin typeface="Arial" panose="020B0604020202020204" pitchFamily="34" charset="0"/>
                <a:cs typeface="Arial" panose="020B0604020202020204" pitchFamily="34" charset="0"/>
              </a:rPr>
              <a:t>pues los métodos dispose del scope y de las conexiones son llamados por el CLR sin que yo tenga que hacer más nada.</a:t>
            </a:r>
            <a:endParaRPr lang="es-AR" altLang="en-US" sz="800">
              <a:latin typeface="Arial" panose="020B0604020202020204" pitchFamily="34" charset="0"/>
              <a:cs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FD0C00A1-EE46-4200-90D6-A085BE9ADA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fld id="{0ADBC24D-F519-4234-A67A-C0A99C53ECCB}" type="slidenum">
              <a:rPr lang="es-AR" altLang="en-US" b="0">
                <a:solidFill>
                  <a:schemeClr val="tx1"/>
                </a:solidFill>
              </a:rPr>
              <a:pPr eaLnBrk="1" hangingPunct="1"/>
              <a:t>43</a:t>
            </a:fld>
            <a:endParaRPr lang="es-AR" altLang="en-US" b="0">
              <a:solidFill>
                <a:schemeClr val="tx1"/>
              </a:solidFill>
            </a:endParaRPr>
          </a:p>
        </p:txBody>
      </p:sp>
      <p:sp>
        <p:nvSpPr>
          <p:cNvPr id="101379" name="Rectangle 2">
            <a:extLst>
              <a:ext uri="{FF2B5EF4-FFF2-40B4-BE49-F238E27FC236}">
                <a16:creationId xmlns:a16="http://schemas.microsoft.com/office/drawing/2014/main" id="{1B3671C3-9056-4231-B338-BB9AAD950366}"/>
              </a:ext>
            </a:extLst>
          </p:cNvPr>
          <p:cNvSpPr>
            <a:spLocks noRot="1" noChangeArrowheads="1" noTextEdit="1"/>
          </p:cNvSpPr>
          <p:nvPr>
            <p:ph type="sldImg"/>
          </p:nvPr>
        </p:nvSpPr>
        <p:spPr>
          <a:xfrm>
            <a:off x="4325938" y="73025"/>
            <a:ext cx="2466975" cy="1851025"/>
          </a:xfrm>
          <a:ln/>
        </p:spPr>
      </p:sp>
      <p:sp>
        <p:nvSpPr>
          <p:cNvPr id="101380" name="Rectangle 3">
            <a:extLst>
              <a:ext uri="{FF2B5EF4-FFF2-40B4-BE49-F238E27FC236}">
                <a16:creationId xmlns:a16="http://schemas.microsoft.com/office/drawing/2014/main" id="{50D87E50-8437-42F3-B4A0-645C12731A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US"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0BC3868C-13D0-4C9F-A882-A12BF6D9BF81}" type="slidenum">
              <a:rPr lang="en-US" smtClean="0"/>
              <a:t>44</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20483C</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1: Review of Visual C# Syntax</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US" sz="1000">
                <a:latin typeface="Arial"/>
              </a:rPr>
              <a:t>(More notes on the next slide)</a:t>
            </a:r>
          </a:p>
        </p:txBody>
      </p:sp>
    </p:spTree>
    <p:extLst>
      <p:ext uri="{BB962C8B-B14F-4D97-AF65-F5344CB8AC3E}">
        <p14:creationId xmlns:p14="http://schemas.microsoft.com/office/powerpoint/2010/main" val="3477800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OC Title Slide">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userDrawn="1"/>
        </p:nvSpPr>
        <p:spPr>
          <a:xfrm>
            <a:off x="76200" y="1447800"/>
            <a:ext cx="8991600" cy="707886"/>
          </a:xfrm>
          <a:prstGeom prst="rect">
            <a:avLst/>
          </a:prstGeom>
          <a:noFill/>
        </p:spPr>
        <p:txBody>
          <a:bodyPr wrap="square" rtlCol="0">
            <a:spAutoFit/>
          </a:bodyPr>
          <a:lstStyle/>
          <a:p>
            <a:pPr algn="ctr"/>
            <a:r>
              <a:rPr lang="es-AR" sz="4000" spc="-100" baseline="0" noProof="0" dirty="0">
                <a:solidFill>
                  <a:schemeClr val="tx1">
                    <a:lumMod val="50000"/>
                    <a:lumOff val="50000"/>
                  </a:schemeClr>
                </a:solidFill>
                <a:latin typeface="Arial" panose="020B0604020202020204" pitchFamily="34" charset="0"/>
                <a:ea typeface="Segoe UI" pitchFamily="34" charset="0"/>
                <a:cs typeface="Arial" panose="020B0604020202020204" pitchFamily="34" charset="0"/>
              </a:rPr>
              <a:t>Universidad Tecnológica Nacional</a:t>
            </a:r>
          </a:p>
        </p:txBody>
      </p:sp>
      <p:sp>
        <p:nvSpPr>
          <p:cNvPr id="12" name="Text Placeholder 14"/>
          <p:cNvSpPr>
            <a:spLocks noGrp="1"/>
          </p:cNvSpPr>
          <p:nvPr>
            <p:ph type="body" sz="quarter" idx="10" hasCustomPrompt="1"/>
          </p:nvPr>
        </p:nvSpPr>
        <p:spPr>
          <a:xfrm>
            <a:off x="2667000" y="2514600"/>
            <a:ext cx="6324599" cy="2514600"/>
          </a:xfrm>
          <a:prstGeom prst="rect">
            <a:avLst/>
          </a:prstGeom>
        </p:spPr>
        <p:txBody>
          <a:bodyPr anchor="ctr"/>
          <a:lstStyle>
            <a:lvl1pPr marL="0" indent="0" algn="ctr">
              <a:buNone/>
              <a:defRPr sz="4000" baseline="0">
                <a:solidFill>
                  <a:schemeClr val="bg1"/>
                </a:solidFill>
                <a:latin typeface="Arial" panose="020B0604020202020204" pitchFamily="34" charset="0"/>
                <a:cs typeface="Arial" panose="020B0604020202020204" pitchFamily="34" charset="0"/>
              </a:defRPr>
            </a:lvl1pPr>
          </a:lstStyle>
          <a:p>
            <a:pPr lvl="0"/>
            <a:r>
              <a:rPr lang="es-ES" dirty="0"/>
              <a:t>Tecnologías de desarrollo de software IDE</a:t>
            </a:r>
            <a:endParaRPr lang="en-US" dirty="0"/>
          </a:p>
        </p:txBody>
      </p:sp>
      <p:pic>
        <p:nvPicPr>
          <p:cNvPr id="8" name="Picture 2" descr="Resultado de imagen para logo utn">
            <a:extLst>
              <a:ext uri="{FF2B5EF4-FFF2-40B4-BE49-F238E27FC236}">
                <a16:creationId xmlns:a16="http://schemas.microsoft.com/office/drawing/2014/main" id="{76F00DCE-9F1D-4DA2-B51E-CE59077E8BA6}"/>
              </a:ext>
            </a:extLst>
          </p:cNvPr>
          <p:cNvPicPr>
            <a:picLocks noChangeAspect="1" noChangeArrowheads="1"/>
          </p:cNvPicPr>
          <p:nvPr userDrawn="1"/>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81000" y="2971799"/>
            <a:ext cx="2041434" cy="1710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806872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Rectangle 4"/>
          <p:cNvSpPr/>
          <p:nvPr/>
        </p:nvSpPr>
        <p:spPr>
          <a:xfrm>
            <a:off x="14177" y="0"/>
            <a:ext cx="9144000"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26019" name="Rectangle 3"/>
          <p:cNvSpPr>
            <a:spLocks noGrp="1" noChangeArrowheads="1"/>
          </p:cNvSpPr>
          <p:nvPr>
            <p:ph type="ctrTitle" sz="quarter" hasCustomPrompt="1"/>
          </p:nvPr>
        </p:nvSpPr>
        <p:spPr>
          <a:xfrm>
            <a:off x="2590801" y="816066"/>
            <a:ext cx="6344116" cy="627864"/>
          </a:xfrm>
          <a:solidFill>
            <a:srgbClr val="3399FF"/>
          </a:solidFill>
          <a:ln algn="ctr"/>
        </p:spPr>
        <p:txBody>
          <a:bodyPr wrap="square" tIns="0" rIns="0" bIns="0">
            <a:spAutoFit/>
          </a:bodyPr>
          <a:lstStyle>
            <a:lvl1pPr algn="l">
              <a:spcBef>
                <a:spcPct val="60000"/>
              </a:spcBef>
              <a:buClr>
                <a:schemeClr val="hlink"/>
              </a:buClr>
              <a:buSzPct val="90000"/>
              <a:buFontTx/>
              <a:buNone/>
              <a:defRPr sz="4800" baseline="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s-AR" noProof="0" dirty="0"/>
              <a:t>Unidad</a:t>
            </a:r>
          </a:p>
        </p:txBody>
      </p:sp>
      <p:sp>
        <p:nvSpPr>
          <p:cNvPr id="726020" name="Rectangle 4"/>
          <p:cNvSpPr>
            <a:spLocks noGrp="1" noChangeArrowheads="1"/>
          </p:cNvSpPr>
          <p:nvPr>
            <p:ph type="subTitle" sz="quarter" idx="1" hasCustomPrompt="1"/>
          </p:nvPr>
        </p:nvSpPr>
        <p:spPr>
          <a:xfrm>
            <a:off x="2590801" y="1582081"/>
            <a:ext cx="6384177" cy="677915"/>
          </a:xfrm>
        </p:spPr>
        <p:txBody>
          <a:bodyPr lIns="91440" tIns="45720" rIns="91440" bIns="45720"/>
          <a:lstStyle>
            <a:lvl1pPr marL="0" indent="0" algn="l">
              <a:lnSpc>
                <a:spcPct val="95000"/>
              </a:lnSpc>
              <a:spcBef>
                <a:spcPct val="60000"/>
              </a:spcBef>
              <a:buFontTx/>
              <a:buNone/>
              <a:defRPr sz="280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s-AR" noProof="0" dirty="0"/>
              <a:t>Titulo Unidad</a:t>
            </a:r>
          </a:p>
        </p:txBody>
      </p:sp>
      <p:sp>
        <p:nvSpPr>
          <p:cNvPr id="7" name="Text Box 4">
            <a:extLst>
              <a:ext uri="{FF2B5EF4-FFF2-40B4-BE49-F238E27FC236}">
                <a16:creationId xmlns:a16="http://schemas.microsoft.com/office/drawing/2014/main" id="{8F58D2F9-02DC-478E-932D-524432B62473}"/>
              </a:ext>
            </a:extLst>
          </p:cNvPr>
          <p:cNvSpPr txBox="1">
            <a:spLocks noChangeArrowheads="1"/>
          </p:cNvSpPr>
          <p:nvPr userDrawn="1"/>
        </p:nvSpPr>
        <p:spPr bwMode="auto">
          <a:xfrm>
            <a:off x="79717" y="6172587"/>
            <a:ext cx="815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eaLnBrk="1" hangingPunct="1">
              <a:spcBef>
                <a:spcPct val="0"/>
              </a:spcBef>
            </a:pPr>
            <a:r>
              <a:rPr lang="es-AR" altLang="en-US" sz="2400" b="0" dirty="0">
                <a:solidFill>
                  <a:schemeClr val="bg1"/>
                </a:solidFill>
                <a:latin typeface="Arial" panose="020B0604020202020204" pitchFamily="34" charset="0"/>
                <a:cs typeface="Arial" panose="020B0604020202020204" pitchFamily="34" charset="0"/>
              </a:rPr>
              <a:t>Tecnologías de desarrollo de software IDE</a:t>
            </a:r>
            <a:endParaRPr lang="en-US" altLang="en-US" sz="2400" b="0" dirty="0">
              <a:solidFill>
                <a:schemeClr val="bg1"/>
              </a:solidFill>
              <a:latin typeface="Arial" panose="020B0604020202020204" pitchFamily="34" charset="0"/>
              <a:cs typeface="Arial" panose="020B0604020202020204" pitchFamily="34" charset="0"/>
            </a:endParaRPr>
          </a:p>
        </p:txBody>
      </p:sp>
      <p:pic>
        <p:nvPicPr>
          <p:cNvPr id="1026" name="Picture 2" descr="Resultado de imagen para logo utn">
            <a:extLst>
              <a:ext uri="{FF2B5EF4-FFF2-40B4-BE49-F238E27FC236}">
                <a16:creationId xmlns:a16="http://schemas.microsoft.com/office/drawing/2014/main" id="{76E22921-D732-418F-B74E-08FC5F80A995}"/>
              </a:ext>
            </a:extLst>
          </p:cNvPr>
          <p:cNvPicPr>
            <a:picLocks noChangeAspect="1" noChangeArrowheads="1"/>
          </p:cNvPicPr>
          <p:nvPr userDrawn="1"/>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7924800" y="6086862"/>
            <a:ext cx="769255" cy="644674"/>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DA92365E-3723-4AAA-9C8D-C48E08B07D2F}"/>
              </a:ext>
            </a:extLst>
          </p:cNvPr>
          <p:cNvSpPr>
            <a:spLocks noGrp="1"/>
          </p:cNvSpPr>
          <p:nvPr>
            <p:ph type="body" sz="quarter" idx="10" hasCustomPrompt="1"/>
          </p:nvPr>
        </p:nvSpPr>
        <p:spPr>
          <a:xfrm>
            <a:off x="2589213" y="2879259"/>
            <a:ext cx="6345237" cy="523220"/>
          </a:xfrm>
          <a:solidFill>
            <a:srgbClr val="3399FF"/>
          </a:solidFill>
          <a:ln w="9525" algn="ctr">
            <a:noFill/>
            <a:miter lim="800000"/>
            <a:headEnd/>
            <a:tailEnd/>
          </a:ln>
        </p:spPr>
        <p:txBody>
          <a:bodyPr vert="horz" wrap="square" lIns="0" tIns="0" rIns="0" bIns="0" numCol="1" anchor="ctr" anchorCtr="0" compatLnSpc="1">
            <a:prstTxWarp prst="textNoShape">
              <a:avLst/>
            </a:prstTxWarp>
            <a:spAutoFit/>
          </a:bodyPr>
          <a:lstStyle>
            <a:lvl1pPr marL="0" indent="0" algn="l" rtl="0" eaLnBrk="1" fontAlgn="base" hangingPunct="1">
              <a:lnSpc>
                <a:spcPct val="85000"/>
              </a:lnSpc>
              <a:spcBef>
                <a:spcPct val="60000"/>
              </a:spcBef>
              <a:spcAft>
                <a:spcPct val="0"/>
              </a:spcAft>
              <a:buClr>
                <a:schemeClr val="hlink"/>
              </a:buClr>
              <a:buSzPct val="90000"/>
              <a:buFontTx/>
              <a:buNone/>
              <a:defRPr lang="es-AR" sz="4000" baseline="0" noProof="0" dirty="0" smtClean="0">
                <a:solidFill>
                  <a:schemeClr val="bg1"/>
                </a:solidFill>
                <a:latin typeface="Arial" panose="020B0604020202020204" pitchFamily="34" charset="0"/>
                <a:ea typeface="Arial" panose="020B0604020202020204" pitchFamily="34" charset="0"/>
                <a:cs typeface="Arial" panose="020B0604020202020204" pitchFamily="34" charset="0"/>
              </a:defRPr>
            </a:lvl1pPr>
            <a:lvl2pPr marL="288925" indent="0">
              <a:buNone/>
              <a:defRPr lang="en-US" smtClean="0">
                <a:latin typeface="Verdana" pitchFamily="34" charset="0"/>
              </a:defRPr>
            </a:lvl2pPr>
            <a:lvl3pPr>
              <a:defRPr lang="en-US" sz="2400" smtClean="0">
                <a:latin typeface="Verdana" pitchFamily="34" charset="0"/>
              </a:defRPr>
            </a:lvl3pPr>
            <a:lvl4pPr>
              <a:defRPr lang="en-US" sz="2400" smtClean="0">
                <a:latin typeface="Verdana" pitchFamily="34" charset="0"/>
              </a:defRPr>
            </a:lvl4pPr>
            <a:lvl5pPr>
              <a:defRPr lang="en-US" sz="2400">
                <a:latin typeface="Verdana" pitchFamily="34" charset="0"/>
              </a:defRPr>
            </a:lvl5pPr>
          </a:lstStyle>
          <a:p>
            <a:pPr lvl="0">
              <a:lnSpc>
                <a:spcPct val="85000"/>
              </a:lnSpc>
              <a:spcBef>
                <a:spcPct val="60000"/>
              </a:spcBef>
              <a:buClr>
                <a:schemeClr val="hlink"/>
              </a:buClr>
              <a:buFontTx/>
              <a:buNone/>
            </a:pPr>
            <a:r>
              <a:rPr lang="es-AR" noProof="0" dirty="0"/>
              <a:t>Capitulo</a:t>
            </a:r>
          </a:p>
        </p:txBody>
      </p:sp>
      <p:sp>
        <p:nvSpPr>
          <p:cNvPr id="10" name="Text Placeholder 9">
            <a:extLst>
              <a:ext uri="{FF2B5EF4-FFF2-40B4-BE49-F238E27FC236}">
                <a16:creationId xmlns:a16="http://schemas.microsoft.com/office/drawing/2014/main" id="{54A79634-B49A-4380-96BF-533A430C04C2}"/>
              </a:ext>
            </a:extLst>
          </p:cNvPr>
          <p:cNvSpPr>
            <a:spLocks noGrp="1"/>
          </p:cNvSpPr>
          <p:nvPr>
            <p:ph type="body" sz="quarter" idx="11" hasCustomPrompt="1"/>
          </p:nvPr>
        </p:nvSpPr>
        <p:spPr>
          <a:xfrm>
            <a:off x="2582357" y="3643003"/>
            <a:ext cx="6383338" cy="642937"/>
          </a:xfr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lnSpc>
                <a:spcPct val="95000"/>
              </a:lnSpc>
              <a:spcBef>
                <a:spcPct val="60000"/>
              </a:spcBef>
              <a:spcAft>
                <a:spcPct val="0"/>
              </a:spcAft>
              <a:buClr>
                <a:srgbClr val="0070C0"/>
              </a:buClr>
              <a:buSzPct val="90000"/>
              <a:buFontTx/>
              <a:buNone/>
              <a:defRPr lang="es-AR" sz="2400" noProof="0" dirty="0" smtClean="0">
                <a:solidFill>
                  <a:schemeClr val="bg1"/>
                </a:solidFill>
                <a:latin typeface="Arial" panose="020B0604020202020204" pitchFamily="34" charset="0"/>
                <a:ea typeface="Arial" panose="020B0604020202020204" pitchFamily="34" charset="0"/>
                <a:cs typeface="Arial" panose="020B0604020202020204" pitchFamily="34" charset="0"/>
              </a:defRPr>
            </a:lvl1pPr>
            <a:lvl2pPr>
              <a:defRPr lang="en-US" kern="1200" smtClean="0"/>
            </a:lvl2pPr>
            <a:lvl3pPr>
              <a:defRPr lang="en-US" kern="1200" smtClean="0"/>
            </a:lvl3pPr>
            <a:lvl4pPr>
              <a:defRPr lang="en-US" kern="1200" smtClean="0"/>
            </a:lvl4pPr>
            <a:lvl5pPr>
              <a:defRPr lang="en-US" kern="1200"/>
            </a:lvl5pPr>
          </a:lstStyle>
          <a:p>
            <a:pPr marL="0" lvl="0" indent="0" defTabSz="914400" latinLnBrk="0">
              <a:lnSpc>
                <a:spcPct val="95000"/>
              </a:lnSpc>
              <a:spcBef>
                <a:spcPct val="60000"/>
              </a:spcBef>
              <a:buFontTx/>
              <a:buNone/>
            </a:pPr>
            <a:r>
              <a:rPr lang="es-AR" noProof="0" dirty="0"/>
              <a:t>Titulo Capitulo</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14710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88913"/>
            <a:ext cx="8578850" cy="777875"/>
          </a:xfrm>
        </p:spPr>
        <p:txBody>
          <a:bodyPr/>
          <a:lstStyle/>
          <a:p>
            <a:r>
              <a:rPr lang="en-US"/>
              <a:t>Click to edit Master title style</a:t>
            </a:r>
          </a:p>
        </p:txBody>
      </p:sp>
      <p:sp>
        <p:nvSpPr>
          <p:cNvPr id="3" name="Text Placeholder 2"/>
          <p:cNvSpPr>
            <a:spLocks noGrp="1"/>
          </p:cNvSpPr>
          <p:nvPr>
            <p:ph type="body" sz="half" idx="1"/>
          </p:nvPr>
        </p:nvSpPr>
        <p:spPr>
          <a:xfrm>
            <a:off x="457200" y="1196975"/>
            <a:ext cx="4213225" cy="5472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22825" y="1196975"/>
            <a:ext cx="4213225" cy="5472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0554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lt1" tx1="dk1" bg2="lt2" tx2="dk2" accent1="accent1" accent2="accent2" accent3="accent3" accent4="accent4" accent5="accent5" accent6="accent6" hlink="hlink" folHlink="folHlink"/>
  <p:sldLayoutIdLst>
    <p:sldLayoutId id="2147483674"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5" r:id="rId14"/>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70B5A6-B4BD-4EDD-82FF-3C83B7E6B746}"/>
              </a:ext>
            </a:extLst>
          </p:cNvPr>
          <p:cNvSpPr>
            <a:spLocks noGrp="1"/>
          </p:cNvSpPr>
          <p:nvPr>
            <p:ph type="ctrTitle" sz="quarter"/>
          </p:nvPr>
        </p:nvSpPr>
        <p:spPr>
          <a:xfrm>
            <a:off x="2438400" y="816066"/>
            <a:ext cx="6344116" cy="627864"/>
          </a:xfrm>
        </p:spPr>
        <p:txBody>
          <a:bodyPr/>
          <a:lstStyle/>
          <a:p>
            <a:r>
              <a:rPr lang="es-AR" dirty="0">
                <a:latin typeface="Arial" panose="020B0604020202020204" pitchFamily="34" charset="0"/>
                <a:cs typeface="Arial" panose="020B0604020202020204" pitchFamily="34" charset="0"/>
              </a:rPr>
              <a:t>Unidad 4</a:t>
            </a:r>
          </a:p>
        </p:txBody>
      </p:sp>
      <p:sp>
        <p:nvSpPr>
          <p:cNvPr id="5" name="Subtitle 4">
            <a:extLst>
              <a:ext uri="{FF2B5EF4-FFF2-40B4-BE49-F238E27FC236}">
                <a16:creationId xmlns:a16="http://schemas.microsoft.com/office/drawing/2014/main" id="{3D1F2EB1-A746-44CB-998A-5477BF67054D}"/>
              </a:ext>
            </a:extLst>
          </p:cNvPr>
          <p:cNvSpPr>
            <a:spLocks noGrp="1"/>
          </p:cNvSpPr>
          <p:nvPr>
            <p:ph type="subTitle" sz="quarter" idx="1"/>
          </p:nvPr>
        </p:nvSpPr>
        <p:spPr>
          <a:xfrm>
            <a:off x="2438400" y="1582081"/>
            <a:ext cx="6553200" cy="677915"/>
          </a:xfrm>
        </p:spPr>
        <p:txBody>
          <a:bodyPr/>
          <a:lstStyle/>
          <a:p>
            <a:r>
              <a:rPr lang="es-AR" dirty="0"/>
              <a:t>Acceso a Datos</a:t>
            </a:r>
          </a:p>
        </p:txBody>
      </p:sp>
    </p:spTree>
    <p:extLst>
      <p:ext uri="{BB962C8B-B14F-4D97-AF65-F5344CB8AC3E}">
        <p14:creationId xmlns:p14="http://schemas.microsoft.com/office/powerpoint/2010/main" val="158486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latin typeface="Arial" panose="020B0604020202020204" pitchFamily="34" charset="0"/>
                <a:cs typeface="Arial" panose="020B0604020202020204" pitchFamily="34" charset="0"/>
              </a:rPr>
              <a:t>Contenidos</a:t>
            </a:r>
          </a:p>
        </p:txBody>
      </p:sp>
      <p:sp>
        <p:nvSpPr>
          <p:cNvPr id="3" name="Text Placeholder 2"/>
          <p:cNvSpPr>
            <a:spLocks noGrp="1"/>
          </p:cNvSpPr>
          <p:nvPr>
            <p:ph type="body" idx="1"/>
          </p:nvPr>
        </p:nvSpPr>
        <p:spPr/>
        <p:txBody>
          <a:bodyPr/>
          <a:lstStyle/>
          <a:p>
            <a:r>
              <a:rPr lang="es-AR" altLang="en-US" sz="2400" dirty="0"/>
              <a:t>Que es ADO.NET?</a:t>
            </a:r>
          </a:p>
          <a:p>
            <a:r>
              <a:rPr lang="es-AR" altLang="en-US" sz="2400" dirty="0" err="1"/>
              <a:t>Namespaces</a:t>
            </a:r>
            <a:endParaRPr lang="es-AR" altLang="en-US" sz="2400" dirty="0"/>
          </a:p>
          <a:p>
            <a:r>
              <a:rPr lang="es-AR" altLang="en-US" sz="2400" dirty="0" err="1"/>
              <a:t>Connection</a:t>
            </a:r>
            <a:endParaRPr lang="es-AR" altLang="en-US" sz="2400" dirty="0"/>
          </a:p>
          <a:p>
            <a:r>
              <a:rPr lang="es-AR" altLang="en-US" sz="2400" dirty="0" err="1"/>
              <a:t>Commands</a:t>
            </a:r>
            <a:endParaRPr lang="es-AR" altLang="en-US" sz="2400" dirty="0"/>
          </a:p>
          <a:p>
            <a:r>
              <a:rPr lang="es-AR" altLang="en-US" sz="2400" dirty="0" err="1"/>
              <a:t>DataReader</a:t>
            </a:r>
            <a:endParaRPr lang="es-AR" altLang="en-US" sz="2400" dirty="0"/>
          </a:p>
          <a:p>
            <a:r>
              <a:rPr lang="es-AR" altLang="en-US" sz="2400" dirty="0" err="1"/>
              <a:t>DataSet</a:t>
            </a:r>
            <a:r>
              <a:rPr lang="es-AR" altLang="en-US" sz="2400" dirty="0"/>
              <a:t>, </a:t>
            </a:r>
            <a:r>
              <a:rPr lang="es-AR" altLang="en-US" sz="2400" dirty="0" err="1"/>
              <a:t>DataTable</a:t>
            </a:r>
            <a:r>
              <a:rPr lang="es-AR" altLang="en-US" sz="2400" dirty="0"/>
              <a:t> y </a:t>
            </a:r>
            <a:r>
              <a:rPr lang="es-AR" altLang="en-US" sz="2400" dirty="0" err="1"/>
              <a:t>DataAdapter</a:t>
            </a:r>
            <a:endParaRPr lang="es-AR" altLang="en-US" sz="2400" dirty="0"/>
          </a:p>
          <a:p>
            <a:r>
              <a:rPr lang="es-AR" altLang="en-US" sz="2400" dirty="0" err="1"/>
              <a:t>DataSet</a:t>
            </a:r>
            <a:r>
              <a:rPr lang="es-AR" altLang="en-US" sz="2400" dirty="0"/>
              <a:t> Tipados (</a:t>
            </a:r>
            <a:r>
              <a:rPr lang="es-AR" altLang="en-US" sz="2400" dirty="0" err="1"/>
              <a:t>Typed</a:t>
            </a:r>
            <a:r>
              <a:rPr lang="es-AR" altLang="en-US" sz="2400" dirty="0"/>
              <a:t> </a:t>
            </a:r>
            <a:r>
              <a:rPr lang="es-AR" altLang="en-US" sz="2400" dirty="0" err="1"/>
              <a:t>DataSet</a:t>
            </a:r>
            <a:r>
              <a:rPr lang="es-AR" altLang="en-US" sz="2400" dirty="0"/>
              <a:t>)</a:t>
            </a:r>
          </a:p>
          <a:p>
            <a:r>
              <a:rPr lang="es-AR" altLang="en-US" sz="2400" dirty="0"/>
              <a:t>ASP.NET Data </a:t>
            </a:r>
            <a:r>
              <a:rPr lang="es-AR" altLang="en-US" sz="2400" dirty="0" err="1"/>
              <a:t>Binding</a:t>
            </a:r>
            <a:endParaRPr lang="es-AR" altLang="en-US" sz="2400" dirty="0"/>
          </a:p>
          <a:p>
            <a:r>
              <a:rPr lang="es-AR" altLang="en-US" sz="2400" dirty="0"/>
              <a:t>Data </a:t>
            </a:r>
            <a:r>
              <a:rPr lang="es-AR" altLang="en-US" sz="2400" dirty="0" err="1"/>
              <a:t>Source</a:t>
            </a:r>
            <a:r>
              <a:rPr lang="es-AR" altLang="en-US" sz="2400" dirty="0"/>
              <a:t> </a:t>
            </a:r>
            <a:r>
              <a:rPr lang="es-AR" altLang="en-US" sz="2400" dirty="0" err="1"/>
              <a:t>Components</a:t>
            </a:r>
            <a:endParaRPr lang="es-AR" altLang="en-US" sz="2400" dirty="0"/>
          </a:p>
        </p:txBody>
      </p:sp>
    </p:spTree>
    <p:extLst>
      <p:ext uri="{BB962C8B-B14F-4D97-AF65-F5344CB8AC3E}">
        <p14:creationId xmlns:p14="http://schemas.microsoft.com/office/powerpoint/2010/main" val="3647059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BB9B05A-45EB-4220-9E18-A421A97243CE}"/>
              </a:ext>
            </a:extLst>
          </p:cNvPr>
          <p:cNvSpPr>
            <a:spLocks noGrp="1" noChangeArrowheads="1"/>
          </p:cNvSpPr>
          <p:nvPr>
            <p:ph type="title"/>
          </p:nvPr>
        </p:nvSpPr>
        <p:spPr/>
        <p:txBody>
          <a:bodyPr/>
          <a:lstStyle/>
          <a:p>
            <a:pPr eaLnBrk="1" hangingPunct="1"/>
            <a:r>
              <a:rPr lang="es-AR" altLang="en-US"/>
              <a:t>Que es ADO.NET?</a:t>
            </a:r>
          </a:p>
        </p:txBody>
      </p:sp>
      <p:sp>
        <p:nvSpPr>
          <p:cNvPr id="4099" name="Rectangle 3">
            <a:extLst>
              <a:ext uri="{FF2B5EF4-FFF2-40B4-BE49-F238E27FC236}">
                <a16:creationId xmlns:a16="http://schemas.microsoft.com/office/drawing/2014/main" id="{B0EEC54F-8652-4275-9BBC-EA5B7E5939DE}"/>
              </a:ext>
            </a:extLst>
          </p:cNvPr>
          <p:cNvSpPr>
            <a:spLocks noGrp="1" noChangeArrowheads="1"/>
          </p:cNvSpPr>
          <p:nvPr>
            <p:ph type="body" idx="1"/>
          </p:nvPr>
        </p:nvSpPr>
        <p:spPr/>
        <p:txBody>
          <a:bodyPr/>
          <a:lstStyle/>
          <a:p>
            <a:pPr eaLnBrk="1" hangingPunct="1">
              <a:lnSpc>
                <a:spcPct val="90000"/>
              </a:lnSpc>
            </a:pPr>
            <a:r>
              <a:rPr lang="es-AR" altLang="en-US" sz="2800" dirty="0"/>
              <a:t>ADO.NET es un conjunto de clases para conectar y manipular fuentes de datos</a:t>
            </a:r>
          </a:p>
          <a:p>
            <a:pPr eaLnBrk="1" hangingPunct="1">
              <a:lnSpc>
                <a:spcPct val="90000"/>
              </a:lnSpc>
            </a:pPr>
            <a:r>
              <a:rPr lang="es-AR" altLang="en-US" sz="2800" dirty="0"/>
              <a:t>Características</a:t>
            </a:r>
          </a:p>
          <a:p>
            <a:pPr lvl="1" eaLnBrk="1" hangingPunct="1">
              <a:lnSpc>
                <a:spcPct val="90000"/>
              </a:lnSpc>
            </a:pPr>
            <a:r>
              <a:rPr lang="es-AR" altLang="en-US" sz="2400" dirty="0"/>
              <a:t>Diseñado para trabajar en entornos desconectados</a:t>
            </a:r>
          </a:p>
          <a:p>
            <a:pPr lvl="1" eaLnBrk="1" hangingPunct="1">
              <a:lnSpc>
                <a:spcPct val="90000"/>
              </a:lnSpc>
            </a:pPr>
            <a:r>
              <a:rPr lang="es-AR" altLang="en-US" sz="2400" dirty="0"/>
              <a:t>Modelo de programación con soporte para XML</a:t>
            </a:r>
          </a:p>
          <a:p>
            <a:pPr lvl="1" eaLnBrk="1" hangingPunct="1">
              <a:lnSpc>
                <a:spcPct val="90000"/>
              </a:lnSpc>
            </a:pPr>
            <a:r>
              <a:rPr lang="es-AR" altLang="en-US" sz="2400" dirty="0"/>
              <a:t>Brinda un conjunto de clases, estructuras, interfaces y enumeraciones para la administración del acceso a datos</a:t>
            </a:r>
          </a:p>
          <a:p>
            <a:pPr lvl="1" eaLnBrk="1" hangingPunct="1">
              <a:lnSpc>
                <a:spcPct val="90000"/>
              </a:lnSpc>
            </a:pPr>
            <a:r>
              <a:rPr lang="es-AR" altLang="en-US" sz="2400" dirty="0"/>
              <a:t>Basado en Data </a:t>
            </a:r>
            <a:r>
              <a:rPr lang="es-AR" altLang="en-US" sz="2400" dirty="0" err="1"/>
              <a:t>Providers</a:t>
            </a:r>
            <a:endParaRPr lang="es-AR" altLang="en-US" sz="2400" dirty="0"/>
          </a:p>
          <a:p>
            <a:pPr lvl="1" eaLnBrk="1" hangingPunct="1">
              <a:lnSpc>
                <a:spcPct val="90000"/>
              </a:lnSpc>
            </a:pPr>
            <a:r>
              <a:rPr lang="es-AR" altLang="en-US" sz="2400" dirty="0"/>
              <a:t>Diseñado para trabajar con cualquier origen de datos (no solo base de datos relacionales)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ADFC18F-1E8B-4848-ABA9-84AE724238FA}"/>
              </a:ext>
            </a:extLst>
          </p:cNvPr>
          <p:cNvSpPr>
            <a:spLocks noGrp="1" noChangeArrowheads="1"/>
          </p:cNvSpPr>
          <p:nvPr>
            <p:ph type="title"/>
          </p:nvPr>
        </p:nvSpPr>
        <p:spPr>
          <a:xfrm>
            <a:off x="460374" y="-2"/>
            <a:ext cx="8378826" cy="740664"/>
          </a:xfrm>
        </p:spPr>
        <p:txBody>
          <a:bodyPr/>
          <a:lstStyle/>
          <a:p>
            <a:pPr eaLnBrk="1" hangingPunct="1"/>
            <a:r>
              <a:rPr lang="es-AR" altLang="en-US" dirty="0"/>
              <a:t>Modelo de objetos de ADO.NET (usando </a:t>
            </a:r>
            <a:r>
              <a:rPr lang="es-AR" altLang="en-US" dirty="0" err="1"/>
              <a:t>DataSets</a:t>
            </a:r>
            <a:r>
              <a:rPr lang="es-AR" altLang="en-US" dirty="0"/>
              <a:t>)</a:t>
            </a:r>
          </a:p>
        </p:txBody>
      </p:sp>
      <p:sp>
        <p:nvSpPr>
          <p:cNvPr id="5124" name="AutoShape 6">
            <a:extLst>
              <a:ext uri="{FF2B5EF4-FFF2-40B4-BE49-F238E27FC236}">
                <a16:creationId xmlns:a16="http://schemas.microsoft.com/office/drawing/2014/main" id="{F34A4AC8-0884-4F5C-9A9C-CD64A7D03CF7}"/>
              </a:ext>
            </a:extLst>
          </p:cNvPr>
          <p:cNvSpPr>
            <a:spLocks noChangeArrowheads="1"/>
          </p:cNvSpPr>
          <p:nvPr/>
        </p:nvSpPr>
        <p:spPr bwMode="auto">
          <a:xfrm>
            <a:off x="1752600" y="5091112"/>
            <a:ext cx="2286000" cy="1295400"/>
          </a:xfrm>
          <a:prstGeom prst="can">
            <a:avLst>
              <a:gd name="adj" fmla="val 39787"/>
            </a:avLst>
          </a:prstGeom>
          <a:gradFill rotWithShape="1">
            <a:gsLst>
              <a:gs pos="0">
                <a:srgbClr val="CECECE"/>
              </a:gs>
              <a:gs pos="100000">
                <a:srgbClr val="F7F7F7"/>
              </a:gs>
            </a:gsLst>
            <a:lin ang="5400000" scaled="1"/>
          </a:gradFill>
          <a:ln w="9525">
            <a:solidFill>
              <a:srgbClr val="000000"/>
            </a:solidFill>
            <a:round/>
            <a:headEnd/>
            <a:tailEnd/>
          </a:ln>
        </p:spPr>
        <p:txBody>
          <a:bodyPr wrap="none" anchor="b"/>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endParaRPr lang="en-GB" altLang="en-US" sz="2200">
              <a:solidFill>
                <a:schemeClr val="tx1"/>
              </a:solidFill>
            </a:endParaRPr>
          </a:p>
        </p:txBody>
      </p:sp>
      <p:sp>
        <p:nvSpPr>
          <p:cNvPr id="5125" name="AutoShape 7">
            <a:extLst>
              <a:ext uri="{FF2B5EF4-FFF2-40B4-BE49-F238E27FC236}">
                <a16:creationId xmlns:a16="http://schemas.microsoft.com/office/drawing/2014/main" id="{21CC4952-6F60-488F-9172-CB4CDCD9E9E0}"/>
              </a:ext>
            </a:extLst>
          </p:cNvPr>
          <p:cNvSpPr>
            <a:spLocks noChangeArrowheads="1"/>
          </p:cNvSpPr>
          <p:nvPr/>
        </p:nvSpPr>
        <p:spPr bwMode="auto">
          <a:xfrm>
            <a:off x="4876800" y="5091112"/>
            <a:ext cx="2286000" cy="1295400"/>
          </a:xfrm>
          <a:prstGeom prst="can">
            <a:avLst>
              <a:gd name="adj" fmla="val 39787"/>
            </a:avLst>
          </a:prstGeom>
          <a:gradFill rotWithShape="1">
            <a:gsLst>
              <a:gs pos="0">
                <a:srgbClr val="CECECE"/>
              </a:gs>
              <a:gs pos="100000">
                <a:srgbClr val="F7F7F7"/>
              </a:gs>
            </a:gsLst>
            <a:lin ang="5400000" scaled="1"/>
          </a:gradFill>
          <a:ln w="9525">
            <a:solidFill>
              <a:srgbClr val="000000"/>
            </a:solidFill>
            <a:round/>
            <a:headEnd/>
            <a:tailEnd/>
          </a:ln>
        </p:spPr>
        <p:txBody>
          <a:bodyPr wrap="none" anchor="b"/>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endParaRPr lang="en-GB" altLang="en-US" sz="2200">
              <a:solidFill>
                <a:schemeClr val="tx1"/>
              </a:solidFill>
            </a:endParaRPr>
          </a:p>
        </p:txBody>
      </p:sp>
      <p:sp>
        <p:nvSpPr>
          <p:cNvPr id="5126" name="AutoShape 8">
            <a:extLst>
              <a:ext uri="{FF2B5EF4-FFF2-40B4-BE49-F238E27FC236}">
                <a16:creationId xmlns:a16="http://schemas.microsoft.com/office/drawing/2014/main" id="{47C4CDB3-863C-47BB-A7E9-D90DAD394759}"/>
              </a:ext>
            </a:extLst>
          </p:cNvPr>
          <p:cNvSpPr>
            <a:spLocks noChangeArrowheads="1"/>
          </p:cNvSpPr>
          <p:nvPr/>
        </p:nvSpPr>
        <p:spPr bwMode="auto">
          <a:xfrm>
            <a:off x="2590800" y="1128712"/>
            <a:ext cx="3962400" cy="1600200"/>
          </a:xfrm>
          <a:prstGeom prst="roundRect">
            <a:avLst>
              <a:gd name="adj" fmla="val 16667"/>
            </a:avLst>
          </a:prstGeom>
          <a:gradFill rotWithShape="0">
            <a:gsLst>
              <a:gs pos="0">
                <a:srgbClr val="FBFDFF"/>
              </a:gs>
              <a:gs pos="100000">
                <a:srgbClr val="99CCFF"/>
              </a:gs>
            </a:gsLst>
            <a:lin ang="5400000" scaled="1"/>
          </a:gradFill>
          <a:ln w="9525" algn="ctr">
            <a:solidFill>
              <a:srgbClr val="0033CC"/>
            </a:solidFill>
            <a:round/>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7" name="Rectangle 9">
            <a:extLst>
              <a:ext uri="{FF2B5EF4-FFF2-40B4-BE49-F238E27FC236}">
                <a16:creationId xmlns:a16="http://schemas.microsoft.com/office/drawing/2014/main" id="{A6A33B0B-34C3-4133-B695-6B1588E9C94D}"/>
              </a:ext>
            </a:extLst>
          </p:cNvPr>
          <p:cNvSpPr>
            <a:spLocks noChangeArrowheads="1"/>
          </p:cNvSpPr>
          <p:nvPr/>
        </p:nvSpPr>
        <p:spPr bwMode="auto">
          <a:xfrm>
            <a:off x="4138613" y="911225"/>
            <a:ext cx="1330325" cy="466725"/>
          </a:xfrm>
          <a:prstGeom prst="rect">
            <a:avLst/>
          </a:prstGeom>
          <a:solidFill>
            <a:srgbClr val="FFFFFF"/>
          </a:solidFill>
          <a:ln w="9525">
            <a:solidFill>
              <a:srgbClr val="2828A0"/>
            </a:solidFill>
            <a:miter lim="800000"/>
            <a:headEnd/>
            <a:tailEnd/>
          </a:ln>
        </p:spPr>
        <p:txBody>
          <a:bodyPr wrap="none">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spcBef>
                <a:spcPct val="0"/>
              </a:spcBef>
            </a:pPr>
            <a:r>
              <a:rPr lang="en-US" altLang="en-US" sz="2400">
                <a:solidFill>
                  <a:srgbClr val="000000"/>
                </a:solidFill>
                <a:latin typeface="Segoe Semibold" pitchFamily="34" charset="0"/>
              </a:rPr>
              <a:t>DataSet</a:t>
            </a:r>
          </a:p>
        </p:txBody>
      </p:sp>
      <p:graphicFrame>
        <p:nvGraphicFramePr>
          <p:cNvPr id="309258" name="Group 10">
            <a:extLst>
              <a:ext uri="{FF2B5EF4-FFF2-40B4-BE49-F238E27FC236}">
                <a16:creationId xmlns:a16="http://schemas.microsoft.com/office/drawing/2014/main" id="{EDC943E8-EF9A-4BA9-A893-E9C637843EC8}"/>
              </a:ext>
            </a:extLst>
          </p:cNvPr>
          <p:cNvGraphicFramePr>
            <a:graphicFrameLocks noGrp="1"/>
          </p:cNvGraphicFramePr>
          <p:nvPr>
            <p:extLst>
              <p:ext uri="{D42A27DB-BD31-4B8C-83A1-F6EECF244321}">
                <p14:modId xmlns:p14="http://schemas.microsoft.com/office/powerpoint/2010/main" val="3716251760"/>
              </p:ext>
            </p:extLst>
          </p:nvPr>
        </p:nvGraphicFramePr>
        <p:xfrm>
          <a:off x="4829175" y="1706562"/>
          <a:ext cx="1489075" cy="974968"/>
        </p:xfrm>
        <a:graphic>
          <a:graphicData uri="http://schemas.openxmlformats.org/drawingml/2006/table">
            <a:tbl>
              <a:tblPr/>
              <a:tblGrid>
                <a:gridCol w="533400">
                  <a:extLst>
                    <a:ext uri="{9D8B030D-6E8A-4147-A177-3AD203B41FA5}">
                      <a16:colId xmlns:a16="http://schemas.microsoft.com/office/drawing/2014/main" val="20000"/>
                    </a:ext>
                  </a:extLst>
                </a:gridCol>
                <a:gridCol w="458788">
                  <a:extLst>
                    <a:ext uri="{9D8B030D-6E8A-4147-A177-3AD203B41FA5}">
                      <a16:colId xmlns:a16="http://schemas.microsoft.com/office/drawing/2014/main" val="20001"/>
                    </a:ext>
                  </a:extLst>
                </a:gridCol>
                <a:gridCol w="496887">
                  <a:extLst>
                    <a:ext uri="{9D8B030D-6E8A-4147-A177-3AD203B41FA5}">
                      <a16:colId xmlns:a16="http://schemas.microsoft.com/office/drawing/2014/main" val="20002"/>
                    </a:ext>
                  </a:extLst>
                </a:gridCol>
              </a:tblGrid>
              <a:tr h="24368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extLst>
                  <a:ext uri="{0D108BD9-81ED-4DB2-BD59-A6C34878D82A}">
                    <a16:rowId xmlns:a16="http://schemas.microsoft.com/office/drawing/2014/main" val="10000"/>
                  </a:ext>
                </a:extLst>
              </a:tr>
              <a:tr h="24368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extLst>
                  <a:ext uri="{0D108BD9-81ED-4DB2-BD59-A6C34878D82A}">
                    <a16:rowId xmlns:a16="http://schemas.microsoft.com/office/drawing/2014/main" val="10001"/>
                  </a:ext>
                </a:extLst>
              </a:tr>
              <a:tr h="24368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extLst>
                  <a:ext uri="{0D108BD9-81ED-4DB2-BD59-A6C34878D82A}">
                    <a16:rowId xmlns:a16="http://schemas.microsoft.com/office/drawing/2014/main" val="10002"/>
                  </a:ext>
                </a:extLst>
              </a:tr>
              <a:tr h="24368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618FFD"/>
                    </a:solidFill>
                  </a:tcPr>
                </a:tc>
                <a:extLst>
                  <a:ext uri="{0D108BD9-81ED-4DB2-BD59-A6C34878D82A}">
                    <a16:rowId xmlns:a16="http://schemas.microsoft.com/office/drawing/2014/main" val="10003"/>
                  </a:ext>
                </a:extLst>
              </a:tr>
            </a:tbl>
          </a:graphicData>
        </a:graphic>
      </p:graphicFrame>
      <p:graphicFrame>
        <p:nvGraphicFramePr>
          <p:cNvPr id="309280" name="Group 32">
            <a:extLst>
              <a:ext uri="{FF2B5EF4-FFF2-40B4-BE49-F238E27FC236}">
                <a16:creationId xmlns:a16="http://schemas.microsoft.com/office/drawing/2014/main" id="{4193E187-2363-4E85-8E75-36FAE3CE28D2}"/>
              </a:ext>
            </a:extLst>
          </p:cNvPr>
          <p:cNvGraphicFramePr>
            <a:graphicFrameLocks noGrp="1"/>
          </p:cNvGraphicFramePr>
          <p:nvPr>
            <p:extLst>
              <p:ext uri="{D42A27DB-BD31-4B8C-83A1-F6EECF244321}">
                <p14:modId xmlns:p14="http://schemas.microsoft.com/office/powerpoint/2010/main" val="3554266476"/>
              </p:ext>
            </p:extLst>
          </p:nvPr>
        </p:nvGraphicFramePr>
        <p:xfrm>
          <a:off x="2771775" y="1325562"/>
          <a:ext cx="1295400" cy="974968"/>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tblGrid>
              <a:tr h="24368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extLst>
                  <a:ext uri="{0D108BD9-81ED-4DB2-BD59-A6C34878D82A}">
                    <a16:rowId xmlns:a16="http://schemas.microsoft.com/office/drawing/2014/main" val="10000"/>
                  </a:ext>
                </a:extLst>
              </a:tr>
              <a:tr h="24368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extLst>
                  <a:ext uri="{0D108BD9-81ED-4DB2-BD59-A6C34878D82A}">
                    <a16:rowId xmlns:a16="http://schemas.microsoft.com/office/drawing/2014/main" val="10001"/>
                  </a:ext>
                </a:extLst>
              </a:tr>
              <a:tr h="24368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18FFD"/>
                    </a:solidFill>
                  </a:tcPr>
                </a:tc>
                <a:extLst>
                  <a:ext uri="{0D108BD9-81ED-4DB2-BD59-A6C34878D82A}">
                    <a16:rowId xmlns:a16="http://schemas.microsoft.com/office/drawing/2014/main" val="10002"/>
                  </a:ext>
                </a:extLst>
              </a:tr>
              <a:tr h="24368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618FFD"/>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n-GB" sz="1000" b="0" i="0" u="none" strike="noStrike" cap="none" normalizeH="0" baseline="0">
                        <a:ln>
                          <a:noFill/>
                        </a:ln>
                        <a:solidFill>
                          <a:schemeClr val="bg1"/>
                        </a:solidFill>
                        <a:effectLst/>
                        <a:latin typeface="Arial" charset="0"/>
                      </a:endParaRPr>
                    </a:p>
                  </a:txBody>
                  <a:tcPr marT="45671" marB="4567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618FFD"/>
                    </a:solidFill>
                  </a:tcPr>
                </a:tc>
                <a:extLst>
                  <a:ext uri="{0D108BD9-81ED-4DB2-BD59-A6C34878D82A}">
                    <a16:rowId xmlns:a16="http://schemas.microsoft.com/office/drawing/2014/main" val="10003"/>
                  </a:ext>
                </a:extLst>
              </a:tr>
            </a:tbl>
          </a:graphicData>
        </a:graphic>
      </p:graphicFrame>
      <p:sp>
        <p:nvSpPr>
          <p:cNvPr id="5172" name="Line 54">
            <a:extLst>
              <a:ext uri="{FF2B5EF4-FFF2-40B4-BE49-F238E27FC236}">
                <a16:creationId xmlns:a16="http://schemas.microsoft.com/office/drawing/2014/main" id="{DF0DD348-F197-49E1-BE29-86685F28D239}"/>
              </a:ext>
            </a:extLst>
          </p:cNvPr>
          <p:cNvSpPr>
            <a:spLocks noChangeShapeType="1"/>
          </p:cNvSpPr>
          <p:nvPr/>
        </p:nvSpPr>
        <p:spPr bwMode="auto">
          <a:xfrm>
            <a:off x="4067175" y="1822450"/>
            <a:ext cx="762000" cy="381000"/>
          </a:xfrm>
          <a:prstGeom prst="line">
            <a:avLst/>
          </a:prstGeom>
          <a:noFill/>
          <a:ln w="50800">
            <a:solidFill>
              <a:srgbClr val="000000"/>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US"/>
          </a:p>
        </p:txBody>
      </p:sp>
      <p:sp>
        <p:nvSpPr>
          <p:cNvPr id="5173" name="AutoShape 55">
            <a:extLst>
              <a:ext uri="{FF2B5EF4-FFF2-40B4-BE49-F238E27FC236}">
                <a16:creationId xmlns:a16="http://schemas.microsoft.com/office/drawing/2014/main" id="{E0B416AC-B56C-4070-9919-A2E396517D3B}"/>
              </a:ext>
            </a:extLst>
          </p:cNvPr>
          <p:cNvSpPr>
            <a:spLocks noChangeArrowheads="1"/>
          </p:cNvSpPr>
          <p:nvPr/>
        </p:nvSpPr>
        <p:spPr bwMode="auto">
          <a:xfrm>
            <a:off x="1728788" y="3254375"/>
            <a:ext cx="2438400" cy="1143000"/>
          </a:xfrm>
          <a:prstGeom prst="roundRect">
            <a:avLst>
              <a:gd name="adj" fmla="val 16667"/>
            </a:avLst>
          </a:prstGeom>
          <a:gradFill rotWithShape="0">
            <a:gsLst>
              <a:gs pos="0">
                <a:srgbClr val="FBFDF4"/>
              </a:gs>
              <a:gs pos="100000">
                <a:srgbClr val="99CC00"/>
              </a:gs>
            </a:gsLst>
            <a:lin ang="5400000" scaled="1"/>
          </a:gradFill>
          <a:ln w="9525" algn="ctr">
            <a:solidFill>
              <a:srgbClr val="009900"/>
            </a:solidFill>
            <a:round/>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a:solidFill>
                  <a:srgbClr val="000000"/>
                </a:solidFill>
                <a:latin typeface="Segoe Semibold" pitchFamily="34" charset="0"/>
              </a:rPr>
              <a:t>SQL Server .NET </a:t>
            </a:r>
          </a:p>
          <a:p>
            <a:pPr algn="ctr">
              <a:spcBef>
                <a:spcPct val="0"/>
              </a:spcBef>
            </a:pPr>
            <a:r>
              <a:rPr lang="en-US" altLang="en-US" sz="2000">
                <a:solidFill>
                  <a:srgbClr val="000000"/>
                </a:solidFill>
                <a:latin typeface="Segoe Semibold" pitchFamily="34" charset="0"/>
              </a:rPr>
              <a:t>Data Provider</a:t>
            </a:r>
          </a:p>
        </p:txBody>
      </p:sp>
      <p:sp>
        <p:nvSpPr>
          <p:cNvPr id="5174" name="AutoShape 56">
            <a:extLst>
              <a:ext uri="{FF2B5EF4-FFF2-40B4-BE49-F238E27FC236}">
                <a16:creationId xmlns:a16="http://schemas.microsoft.com/office/drawing/2014/main" id="{FCE1109A-5714-4B3B-978F-C9D4902BC59A}"/>
              </a:ext>
            </a:extLst>
          </p:cNvPr>
          <p:cNvSpPr>
            <a:spLocks noChangeArrowheads="1"/>
          </p:cNvSpPr>
          <p:nvPr/>
        </p:nvSpPr>
        <p:spPr bwMode="auto">
          <a:xfrm>
            <a:off x="4852988" y="3254375"/>
            <a:ext cx="2438400" cy="1143000"/>
          </a:xfrm>
          <a:prstGeom prst="roundRect">
            <a:avLst>
              <a:gd name="adj" fmla="val 16667"/>
            </a:avLst>
          </a:prstGeom>
          <a:gradFill rotWithShape="0">
            <a:gsLst>
              <a:gs pos="0">
                <a:srgbClr val="FBFDF4"/>
              </a:gs>
              <a:gs pos="100000">
                <a:srgbClr val="99CC00"/>
              </a:gs>
            </a:gsLst>
            <a:lin ang="5400000" scaled="1"/>
          </a:gradFill>
          <a:ln w="9525" algn="ctr">
            <a:solidFill>
              <a:srgbClr val="009900"/>
            </a:solidFill>
            <a:round/>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a:solidFill>
                  <a:srgbClr val="000000"/>
                </a:solidFill>
                <a:latin typeface="Segoe Semibold" pitchFamily="34" charset="0"/>
              </a:rPr>
              <a:t>OLE DB .NET </a:t>
            </a:r>
          </a:p>
          <a:p>
            <a:pPr algn="ctr">
              <a:spcBef>
                <a:spcPct val="0"/>
              </a:spcBef>
            </a:pPr>
            <a:r>
              <a:rPr lang="en-US" altLang="en-US" sz="2000">
                <a:solidFill>
                  <a:srgbClr val="000000"/>
                </a:solidFill>
                <a:latin typeface="Segoe Semibold" pitchFamily="34" charset="0"/>
              </a:rPr>
              <a:t>Data Provider</a:t>
            </a:r>
          </a:p>
        </p:txBody>
      </p:sp>
      <p:sp>
        <p:nvSpPr>
          <p:cNvPr id="5175" name="Text Box 57">
            <a:extLst>
              <a:ext uri="{FF2B5EF4-FFF2-40B4-BE49-F238E27FC236}">
                <a16:creationId xmlns:a16="http://schemas.microsoft.com/office/drawing/2014/main" id="{3D2E812D-ED6B-4D13-8689-D5C6DF3ED169}"/>
              </a:ext>
            </a:extLst>
          </p:cNvPr>
          <p:cNvSpPr txBox="1">
            <a:spLocks noChangeArrowheads="1"/>
          </p:cNvSpPr>
          <p:nvPr/>
        </p:nvSpPr>
        <p:spPr bwMode="auto">
          <a:xfrm>
            <a:off x="1676400" y="5638800"/>
            <a:ext cx="2438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nchor="ct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GB" altLang="en-US">
                <a:solidFill>
                  <a:srgbClr val="000000"/>
                </a:solidFill>
                <a:latin typeface="Segoe Semibold" pitchFamily="34" charset="0"/>
              </a:rPr>
              <a:t>SQL Server 7.0</a:t>
            </a:r>
          </a:p>
          <a:p>
            <a:pPr algn="ctr">
              <a:spcBef>
                <a:spcPct val="0"/>
              </a:spcBef>
            </a:pPr>
            <a:r>
              <a:rPr lang="en-GB" altLang="en-US">
                <a:solidFill>
                  <a:srgbClr val="000000"/>
                </a:solidFill>
                <a:latin typeface="Segoe Semibold" pitchFamily="34" charset="0"/>
              </a:rPr>
              <a:t>(y superior)</a:t>
            </a:r>
          </a:p>
        </p:txBody>
      </p:sp>
      <p:sp>
        <p:nvSpPr>
          <p:cNvPr id="5176" name="Text Box 58">
            <a:extLst>
              <a:ext uri="{FF2B5EF4-FFF2-40B4-BE49-F238E27FC236}">
                <a16:creationId xmlns:a16="http://schemas.microsoft.com/office/drawing/2014/main" id="{14977582-4B29-45EC-A50B-4F6BAC52775E}"/>
              </a:ext>
            </a:extLst>
          </p:cNvPr>
          <p:cNvSpPr txBox="1">
            <a:spLocks noChangeArrowheads="1"/>
          </p:cNvSpPr>
          <p:nvPr/>
        </p:nvSpPr>
        <p:spPr bwMode="auto">
          <a:xfrm>
            <a:off x="4800600" y="5638800"/>
            <a:ext cx="2438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nchor="ct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GB" altLang="en-US">
                <a:solidFill>
                  <a:srgbClr val="000000"/>
                </a:solidFill>
                <a:latin typeface="Segoe Semibold" pitchFamily="34" charset="0"/>
              </a:rPr>
              <a:t>Fuentes OLEDB</a:t>
            </a:r>
            <a:br>
              <a:rPr lang="en-GB" altLang="en-US">
                <a:solidFill>
                  <a:srgbClr val="000000"/>
                </a:solidFill>
                <a:latin typeface="Segoe Semibold" pitchFamily="34" charset="0"/>
              </a:rPr>
            </a:br>
            <a:r>
              <a:rPr lang="en-GB" altLang="en-US">
                <a:solidFill>
                  <a:srgbClr val="000000"/>
                </a:solidFill>
                <a:latin typeface="Segoe Semibold" pitchFamily="34" charset="0"/>
              </a:rPr>
              <a:t>(Access, Excel)</a:t>
            </a:r>
          </a:p>
        </p:txBody>
      </p:sp>
      <p:sp>
        <p:nvSpPr>
          <p:cNvPr id="5177" name="AutoShape 59">
            <a:extLst>
              <a:ext uri="{FF2B5EF4-FFF2-40B4-BE49-F238E27FC236}">
                <a16:creationId xmlns:a16="http://schemas.microsoft.com/office/drawing/2014/main" id="{9D5E5D18-6186-43BD-8042-D6D69FD52E3F}"/>
              </a:ext>
            </a:extLst>
          </p:cNvPr>
          <p:cNvSpPr>
            <a:spLocks noChangeArrowheads="1"/>
          </p:cNvSpPr>
          <p:nvPr/>
        </p:nvSpPr>
        <p:spPr bwMode="auto">
          <a:xfrm>
            <a:off x="3100388" y="1814512"/>
            <a:ext cx="533400" cy="1608138"/>
          </a:xfrm>
          <a:prstGeom prst="upDownArrow">
            <a:avLst>
              <a:gd name="adj1" fmla="val 50000"/>
              <a:gd name="adj2" fmla="val 60298"/>
            </a:avLst>
          </a:prstGeom>
          <a:gradFill rotWithShape="0">
            <a:gsLst>
              <a:gs pos="0">
                <a:srgbClr val="EC86CC"/>
              </a:gs>
              <a:gs pos="50000">
                <a:srgbClr val="D60093"/>
              </a:gs>
              <a:gs pos="100000">
                <a:srgbClr val="EC86CC"/>
              </a:gs>
            </a:gsLst>
            <a:lin ang="5400000" scaled="1"/>
          </a:gradFill>
          <a:ln w="6350" algn="ctr">
            <a:solidFill>
              <a:srgbClr val="800080"/>
            </a:solidFill>
            <a:miter lim="800000"/>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78" name="AutoShape 60">
            <a:extLst>
              <a:ext uri="{FF2B5EF4-FFF2-40B4-BE49-F238E27FC236}">
                <a16:creationId xmlns:a16="http://schemas.microsoft.com/office/drawing/2014/main" id="{B9F899E2-7D56-4EB9-8F4D-40C716E55DC8}"/>
              </a:ext>
            </a:extLst>
          </p:cNvPr>
          <p:cNvSpPr>
            <a:spLocks noChangeArrowheads="1"/>
          </p:cNvSpPr>
          <p:nvPr/>
        </p:nvSpPr>
        <p:spPr bwMode="auto">
          <a:xfrm>
            <a:off x="2643188" y="4244975"/>
            <a:ext cx="533400" cy="1150937"/>
          </a:xfrm>
          <a:prstGeom prst="upDownArrow">
            <a:avLst>
              <a:gd name="adj1" fmla="val 50000"/>
              <a:gd name="adj2" fmla="val 43155"/>
            </a:avLst>
          </a:prstGeom>
          <a:gradFill rotWithShape="0">
            <a:gsLst>
              <a:gs pos="0">
                <a:srgbClr val="EC86CC"/>
              </a:gs>
              <a:gs pos="50000">
                <a:srgbClr val="D60093"/>
              </a:gs>
              <a:gs pos="100000">
                <a:srgbClr val="EC86CC"/>
              </a:gs>
            </a:gsLst>
            <a:lin ang="5400000" scaled="1"/>
          </a:gradFill>
          <a:ln w="6350" algn="ctr">
            <a:solidFill>
              <a:srgbClr val="800080"/>
            </a:solidFill>
            <a:miter lim="800000"/>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79" name="AutoShape 61">
            <a:extLst>
              <a:ext uri="{FF2B5EF4-FFF2-40B4-BE49-F238E27FC236}">
                <a16:creationId xmlns:a16="http://schemas.microsoft.com/office/drawing/2014/main" id="{3FD8E14E-A433-41EC-8C9D-466FD2CB4799}"/>
              </a:ext>
            </a:extLst>
          </p:cNvPr>
          <p:cNvSpPr>
            <a:spLocks noChangeArrowheads="1"/>
          </p:cNvSpPr>
          <p:nvPr/>
        </p:nvSpPr>
        <p:spPr bwMode="auto">
          <a:xfrm>
            <a:off x="5767388" y="4244975"/>
            <a:ext cx="533400" cy="1150937"/>
          </a:xfrm>
          <a:prstGeom prst="upDownArrow">
            <a:avLst>
              <a:gd name="adj1" fmla="val 50000"/>
              <a:gd name="adj2" fmla="val 43155"/>
            </a:avLst>
          </a:prstGeom>
          <a:gradFill rotWithShape="0">
            <a:gsLst>
              <a:gs pos="0">
                <a:srgbClr val="EC86CC"/>
              </a:gs>
              <a:gs pos="50000">
                <a:srgbClr val="D60093"/>
              </a:gs>
              <a:gs pos="100000">
                <a:srgbClr val="EC86CC"/>
              </a:gs>
            </a:gsLst>
            <a:lin ang="5400000" scaled="1"/>
          </a:gradFill>
          <a:ln w="6350" algn="ctr">
            <a:solidFill>
              <a:srgbClr val="800080"/>
            </a:solidFill>
            <a:miter lim="800000"/>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80" name="AutoShape 62">
            <a:extLst>
              <a:ext uri="{FF2B5EF4-FFF2-40B4-BE49-F238E27FC236}">
                <a16:creationId xmlns:a16="http://schemas.microsoft.com/office/drawing/2014/main" id="{D32ACFE2-304E-4979-8562-568605E6D69C}"/>
              </a:ext>
            </a:extLst>
          </p:cNvPr>
          <p:cNvSpPr>
            <a:spLocks noChangeArrowheads="1"/>
          </p:cNvSpPr>
          <p:nvPr/>
        </p:nvSpPr>
        <p:spPr bwMode="auto">
          <a:xfrm>
            <a:off x="5334000" y="2271712"/>
            <a:ext cx="533400" cy="1150938"/>
          </a:xfrm>
          <a:prstGeom prst="upDownArrow">
            <a:avLst>
              <a:gd name="adj1" fmla="val 50000"/>
              <a:gd name="adj2" fmla="val 43155"/>
            </a:avLst>
          </a:prstGeom>
          <a:gradFill rotWithShape="0">
            <a:gsLst>
              <a:gs pos="0">
                <a:srgbClr val="EC86CC"/>
              </a:gs>
              <a:gs pos="50000">
                <a:srgbClr val="D60093"/>
              </a:gs>
              <a:gs pos="100000">
                <a:srgbClr val="EC86CC"/>
              </a:gs>
            </a:gsLst>
            <a:lin ang="5400000" scaled="1"/>
          </a:gradFill>
          <a:ln w="6350" algn="ctr">
            <a:solidFill>
              <a:srgbClr val="800080"/>
            </a:solidFill>
            <a:miter lim="800000"/>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81" name="AutoShape 63">
            <a:extLst>
              <a:ext uri="{FF2B5EF4-FFF2-40B4-BE49-F238E27FC236}">
                <a16:creationId xmlns:a16="http://schemas.microsoft.com/office/drawing/2014/main" id="{7A9B40D6-E021-483E-8A28-D0654B506EAF}"/>
              </a:ext>
            </a:extLst>
          </p:cNvPr>
          <p:cNvSpPr>
            <a:spLocks noChangeArrowheads="1"/>
          </p:cNvSpPr>
          <p:nvPr/>
        </p:nvSpPr>
        <p:spPr bwMode="auto">
          <a:xfrm>
            <a:off x="6781800" y="4481512"/>
            <a:ext cx="1752600" cy="381000"/>
          </a:xfrm>
          <a:prstGeom prst="wedgeRoundRectCallout">
            <a:avLst>
              <a:gd name="adj1" fmla="val -90940"/>
              <a:gd name="adj2" fmla="val 38750"/>
              <a:gd name="adj3" fmla="val 16667"/>
            </a:avLst>
          </a:prstGeom>
          <a:gradFill rotWithShape="1">
            <a:gsLst>
              <a:gs pos="0">
                <a:srgbClr val="FFCC00"/>
              </a:gs>
              <a:gs pos="100000">
                <a:srgbClr val="FFE786"/>
              </a:gs>
            </a:gsLst>
            <a:lin ang="5400000" scaled="1"/>
          </a:gradFill>
          <a:ln w="9525">
            <a:solidFill>
              <a:schemeClr val="folHlink"/>
            </a:solidFill>
            <a:miter lim="800000"/>
            <a:headEnd/>
            <a:tailEnd/>
          </a:ln>
          <a:effectLst>
            <a:outerShdw dist="35921" dir="2700000" algn="ctr" rotWithShape="0">
              <a:schemeClr val="bg2"/>
            </a:outerShdw>
          </a:effec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1200">
                <a:solidFill>
                  <a:srgbClr val="000000"/>
                </a:solidFill>
                <a:latin typeface="Segoe Semibold" pitchFamily="34" charset="0"/>
              </a:rPr>
              <a:t>OleDbConnection</a:t>
            </a:r>
          </a:p>
        </p:txBody>
      </p:sp>
      <p:sp>
        <p:nvSpPr>
          <p:cNvPr id="5182" name="AutoShape 64">
            <a:extLst>
              <a:ext uri="{FF2B5EF4-FFF2-40B4-BE49-F238E27FC236}">
                <a16:creationId xmlns:a16="http://schemas.microsoft.com/office/drawing/2014/main" id="{332494FF-3FC4-4080-B6E5-6A03BBF26C21}"/>
              </a:ext>
            </a:extLst>
          </p:cNvPr>
          <p:cNvSpPr>
            <a:spLocks noChangeArrowheads="1"/>
          </p:cNvSpPr>
          <p:nvPr/>
        </p:nvSpPr>
        <p:spPr bwMode="auto">
          <a:xfrm>
            <a:off x="6781800" y="2576512"/>
            <a:ext cx="1752600" cy="381000"/>
          </a:xfrm>
          <a:prstGeom prst="wedgeRoundRectCallout">
            <a:avLst>
              <a:gd name="adj1" fmla="val -114403"/>
              <a:gd name="adj2" fmla="val 52917"/>
              <a:gd name="adj3" fmla="val 16667"/>
            </a:avLst>
          </a:prstGeom>
          <a:gradFill rotWithShape="1">
            <a:gsLst>
              <a:gs pos="0">
                <a:srgbClr val="FFCC00"/>
              </a:gs>
              <a:gs pos="100000">
                <a:srgbClr val="FFE786"/>
              </a:gs>
            </a:gsLst>
            <a:lin ang="5400000" scaled="1"/>
          </a:gradFill>
          <a:ln w="9525">
            <a:solidFill>
              <a:schemeClr val="folHlink"/>
            </a:solidFill>
            <a:miter lim="800000"/>
            <a:headEnd/>
            <a:tailEnd/>
          </a:ln>
          <a:effectLst>
            <a:outerShdw dist="35921" dir="2700000" algn="ctr" rotWithShape="0">
              <a:schemeClr val="bg2"/>
            </a:outerShdw>
          </a:effec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1200">
                <a:solidFill>
                  <a:srgbClr val="000000"/>
                </a:solidFill>
                <a:latin typeface="Segoe Semibold" pitchFamily="34" charset="0"/>
              </a:rPr>
              <a:t>OleDbDataAdapter</a:t>
            </a:r>
          </a:p>
        </p:txBody>
      </p:sp>
      <p:sp>
        <p:nvSpPr>
          <p:cNvPr id="5183" name="AutoShape 65">
            <a:extLst>
              <a:ext uri="{FF2B5EF4-FFF2-40B4-BE49-F238E27FC236}">
                <a16:creationId xmlns:a16="http://schemas.microsoft.com/office/drawing/2014/main" id="{15E4572C-792F-4001-AF50-BE5FF00045BC}"/>
              </a:ext>
            </a:extLst>
          </p:cNvPr>
          <p:cNvSpPr>
            <a:spLocks noChangeArrowheads="1"/>
          </p:cNvSpPr>
          <p:nvPr/>
        </p:nvSpPr>
        <p:spPr bwMode="auto">
          <a:xfrm>
            <a:off x="609600" y="2347912"/>
            <a:ext cx="1447800" cy="381000"/>
          </a:xfrm>
          <a:prstGeom prst="wedgeRoundRectCallout">
            <a:avLst>
              <a:gd name="adj1" fmla="val 138375"/>
              <a:gd name="adj2" fmla="val 126667"/>
              <a:gd name="adj3" fmla="val 16667"/>
            </a:avLst>
          </a:prstGeom>
          <a:gradFill rotWithShape="1">
            <a:gsLst>
              <a:gs pos="0">
                <a:srgbClr val="FFCC00"/>
              </a:gs>
              <a:gs pos="100000">
                <a:srgbClr val="FFE786"/>
              </a:gs>
            </a:gsLst>
            <a:lin ang="5400000" scaled="1"/>
          </a:gradFill>
          <a:ln w="9525">
            <a:solidFill>
              <a:schemeClr val="folHlink"/>
            </a:solidFill>
            <a:miter lim="800000"/>
            <a:headEnd/>
            <a:tailEnd/>
          </a:ln>
          <a:effectLst>
            <a:outerShdw dist="35921" dir="2700000" algn="ctr" rotWithShape="0">
              <a:schemeClr val="bg2"/>
            </a:outerShdw>
          </a:effec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1200">
                <a:solidFill>
                  <a:srgbClr val="000000"/>
                </a:solidFill>
                <a:latin typeface="Segoe Semibold" pitchFamily="34" charset="0"/>
              </a:rPr>
              <a:t>SqlDataAdapter</a:t>
            </a:r>
          </a:p>
        </p:txBody>
      </p:sp>
      <p:sp>
        <p:nvSpPr>
          <p:cNvPr id="5184" name="AutoShape 66">
            <a:extLst>
              <a:ext uri="{FF2B5EF4-FFF2-40B4-BE49-F238E27FC236}">
                <a16:creationId xmlns:a16="http://schemas.microsoft.com/office/drawing/2014/main" id="{4BC06FE3-EB67-4E5C-9377-AFE4AAC50B0F}"/>
              </a:ext>
            </a:extLst>
          </p:cNvPr>
          <p:cNvSpPr>
            <a:spLocks noChangeArrowheads="1"/>
          </p:cNvSpPr>
          <p:nvPr/>
        </p:nvSpPr>
        <p:spPr bwMode="auto">
          <a:xfrm>
            <a:off x="533400" y="4633912"/>
            <a:ext cx="1524000" cy="381000"/>
          </a:xfrm>
          <a:prstGeom prst="wedgeRoundRectCallout">
            <a:avLst>
              <a:gd name="adj1" fmla="val 104481"/>
              <a:gd name="adj2" fmla="val -12500"/>
              <a:gd name="adj3" fmla="val 16667"/>
            </a:avLst>
          </a:prstGeom>
          <a:gradFill rotWithShape="1">
            <a:gsLst>
              <a:gs pos="0">
                <a:srgbClr val="FFCC00"/>
              </a:gs>
              <a:gs pos="100000">
                <a:srgbClr val="FFE786"/>
              </a:gs>
            </a:gsLst>
            <a:lin ang="5400000" scaled="1"/>
          </a:gradFill>
          <a:ln w="9525">
            <a:solidFill>
              <a:schemeClr val="folHlink"/>
            </a:solidFill>
            <a:miter lim="800000"/>
            <a:headEnd/>
            <a:tailEnd/>
          </a:ln>
          <a:effectLst>
            <a:outerShdw dist="35921" dir="2700000" algn="ctr" rotWithShape="0">
              <a:schemeClr val="bg2"/>
            </a:outerShdw>
          </a:effec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1200">
                <a:solidFill>
                  <a:srgbClr val="000000"/>
                </a:solidFill>
                <a:latin typeface="Segoe Semibold" pitchFamily="34" charset="0"/>
              </a:rPr>
              <a:t>SqlConnection</a:t>
            </a:r>
          </a:p>
        </p:txBody>
      </p:sp>
      <p:sp>
        <p:nvSpPr>
          <p:cNvPr id="5185" name="Rectangle 67">
            <a:extLst>
              <a:ext uri="{FF2B5EF4-FFF2-40B4-BE49-F238E27FC236}">
                <a16:creationId xmlns:a16="http://schemas.microsoft.com/office/drawing/2014/main" id="{5D88E172-E398-4673-9999-FEF4A424C19F}"/>
              </a:ext>
            </a:extLst>
          </p:cNvPr>
          <p:cNvSpPr>
            <a:spLocks noChangeArrowheads="1"/>
          </p:cNvSpPr>
          <p:nvPr/>
        </p:nvSpPr>
        <p:spPr bwMode="auto">
          <a:xfrm>
            <a:off x="5029200" y="1511300"/>
            <a:ext cx="1163638" cy="346075"/>
          </a:xfrm>
          <a:prstGeom prst="rect">
            <a:avLst/>
          </a:prstGeom>
          <a:solidFill>
            <a:srgbClr val="FFFFFF"/>
          </a:solidFill>
          <a:ln w="9525">
            <a:solidFill>
              <a:srgbClr val="2828A0"/>
            </a:solidFill>
            <a:miter lim="800000"/>
            <a:headEnd/>
            <a:tailEnd/>
          </a:ln>
        </p:spPr>
        <p:txBody>
          <a:bodyPr wrap="none">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spcBef>
                <a:spcPct val="0"/>
              </a:spcBef>
            </a:pPr>
            <a:r>
              <a:rPr lang="en-US" altLang="en-US" sz="1600">
                <a:solidFill>
                  <a:srgbClr val="000000"/>
                </a:solidFill>
                <a:latin typeface="Segoe Semibold" pitchFamily="34" charset="0"/>
              </a:rPr>
              <a:t>DataTable</a:t>
            </a:r>
          </a:p>
        </p:txBody>
      </p:sp>
      <p:sp>
        <p:nvSpPr>
          <p:cNvPr id="5186" name="Rectangle 68">
            <a:extLst>
              <a:ext uri="{FF2B5EF4-FFF2-40B4-BE49-F238E27FC236}">
                <a16:creationId xmlns:a16="http://schemas.microsoft.com/office/drawing/2014/main" id="{52F68B07-FE14-44DC-A4D6-706D91D605CC}"/>
              </a:ext>
            </a:extLst>
          </p:cNvPr>
          <p:cNvSpPr>
            <a:spLocks noChangeArrowheads="1"/>
          </p:cNvSpPr>
          <p:nvPr/>
        </p:nvSpPr>
        <p:spPr bwMode="auto">
          <a:xfrm>
            <a:off x="2895600" y="1206500"/>
            <a:ext cx="1163638" cy="346075"/>
          </a:xfrm>
          <a:prstGeom prst="rect">
            <a:avLst/>
          </a:prstGeom>
          <a:solidFill>
            <a:srgbClr val="FFFFFF"/>
          </a:solidFill>
          <a:ln w="9525">
            <a:solidFill>
              <a:srgbClr val="2828A0"/>
            </a:solidFill>
            <a:miter lim="800000"/>
            <a:headEnd/>
            <a:tailEnd/>
          </a:ln>
        </p:spPr>
        <p:txBody>
          <a:bodyPr wrap="none">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spcBef>
                <a:spcPct val="0"/>
              </a:spcBef>
            </a:pPr>
            <a:r>
              <a:rPr lang="en-US" altLang="en-US" sz="1600">
                <a:solidFill>
                  <a:srgbClr val="000000"/>
                </a:solidFill>
                <a:latin typeface="Segoe Semibold" pitchFamily="34" charset="0"/>
              </a:rPr>
              <a:t>DataTable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ADFC18F-1E8B-4848-ABA9-84AE724238FA}"/>
              </a:ext>
            </a:extLst>
          </p:cNvPr>
          <p:cNvSpPr>
            <a:spLocks noGrp="1" noChangeArrowheads="1"/>
          </p:cNvSpPr>
          <p:nvPr>
            <p:ph type="title"/>
          </p:nvPr>
        </p:nvSpPr>
        <p:spPr>
          <a:xfrm>
            <a:off x="460374" y="-2"/>
            <a:ext cx="8378826" cy="740664"/>
          </a:xfrm>
        </p:spPr>
        <p:txBody>
          <a:bodyPr/>
          <a:lstStyle/>
          <a:p>
            <a:pPr eaLnBrk="1" hangingPunct="1"/>
            <a:r>
              <a:rPr lang="es-AR" altLang="en-US" dirty="0"/>
              <a:t>Modelo de objetos de ADO.NET (usando Objetos)</a:t>
            </a:r>
          </a:p>
        </p:txBody>
      </p:sp>
      <p:sp>
        <p:nvSpPr>
          <p:cNvPr id="5124" name="AutoShape 6">
            <a:extLst>
              <a:ext uri="{FF2B5EF4-FFF2-40B4-BE49-F238E27FC236}">
                <a16:creationId xmlns:a16="http://schemas.microsoft.com/office/drawing/2014/main" id="{F34A4AC8-0884-4F5C-9A9C-CD64A7D03CF7}"/>
              </a:ext>
            </a:extLst>
          </p:cNvPr>
          <p:cNvSpPr>
            <a:spLocks noChangeArrowheads="1"/>
          </p:cNvSpPr>
          <p:nvPr/>
        </p:nvSpPr>
        <p:spPr bwMode="auto">
          <a:xfrm>
            <a:off x="1752600" y="5091112"/>
            <a:ext cx="2286000" cy="1295400"/>
          </a:xfrm>
          <a:prstGeom prst="can">
            <a:avLst>
              <a:gd name="adj" fmla="val 39787"/>
            </a:avLst>
          </a:prstGeom>
          <a:gradFill rotWithShape="1">
            <a:gsLst>
              <a:gs pos="0">
                <a:srgbClr val="CECECE"/>
              </a:gs>
              <a:gs pos="100000">
                <a:srgbClr val="F7F7F7"/>
              </a:gs>
            </a:gsLst>
            <a:lin ang="5400000" scaled="1"/>
          </a:gradFill>
          <a:ln w="9525">
            <a:solidFill>
              <a:srgbClr val="000000"/>
            </a:solidFill>
            <a:round/>
            <a:headEnd/>
            <a:tailEnd/>
          </a:ln>
        </p:spPr>
        <p:txBody>
          <a:bodyPr wrap="none" anchor="b"/>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endParaRPr lang="en-GB" altLang="en-US" sz="2200">
              <a:solidFill>
                <a:schemeClr val="tx1"/>
              </a:solidFill>
            </a:endParaRPr>
          </a:p>
        </p:txBody>
      </p:sp>
      <p:sp>
        <p:nvSpPr>
          <p:cNvPr id="5125" name="AutoShape 7">
            <a:extLst>
              <a:ext uri="{FF2B5EF4-FFF2-40B4-BE49-F238E27FC236}">
                <a16:creationId xmlns:a16="http://schemas.microsoft.com/office/drawing/2014/main" id="{21CC4952-6F60-488F-9172-CB4CDCD9E9E0}"/>
              </a:ext>
            </a:extLst>
          </p:cNvPr>
          <p:cNvSpPr>
            <a:spLocks noChangeArrowheads="1"/>
          </p:cNvSpPr>
          <p:nvPr/>
        </p:nvSpPr>
        <p:spPr bwMode="auto">
          <a:xfrm>
            <a:off x="4876800" y="5091112"/>
            <a:ext cx="2286000" cy="1295400"/>
          </a:xfrm>
          <a:prstGeom prst="can">
            <a:avLst>
              <a:gd name="adj" fmla="val 39787"/>
            </a:avLst>
          </a:prstGeom>
          <a:gradFill rotWithShape="1">
            <a:gsLst>
              <a:gs pos="0">
                <a:srgbClr val="CECECE"/>
              </a:gs>
              <a:gs pos="100000">
                <a:srgbClr val="F7F7F7"/>
              </a:gs>
            </a:gsLst>
            <a:lin ang="5400000" scaled="1"/>
          </a:gradFill>
          <a:ln w="9525">
            <a:solidFill>
              <a:srgbClr val="000000"/>
            </a:solidFill>
            <a:round/>
            <a:headEnd/>
            <a:tailEnd/>
          </a:ln>
        </p:spPr>
        <p:txBody>
          <a:bodyPr wrap="none" anchor="b"/>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endParaRPr lang="en-GB" altLang="en-US" sz="2200">
              <a:solidFill>
                <a:schemeClr val="tx1"/>
              </a:solidFill>
            </a:endParaRPr>
          </a:p>
        </p:txBody>
      </p:sp>
      <p:sp>
        <p:nvSpPr>
          <p:cNvPr id="5126" name="AutoShape 8">
            <a:extLst>
              <a:ext uri="{FF2B5EF4-FFF2-40B4-BE49-F238E27FC236}">
                <a16:creationId xmlns:a16="http://schemas.microsoft.com/office/drawing/2014/main" id="{47C4CDB3-863C-47BB-A7E9-D90DAD394759}"/>
              </a:ext>
            </a:extLst>
          </p:cNvPr>
          <p:cNvSpPr>
            <a:spLocks noChangeArrowheads="1"/>
          </p:cNvSpPr>
          <p:nvPr/>
        </p:nvSpPr>
        <p:spPr bwMode="auto">
          <a:xfrm>
            <a:off x="2590800" y="1128712"/>
            <a:ext cx="3962400" cy="1600200"/>
          </a:xfrm>
          <a:prstGeom prst="roundRect">
            <a:avLst>
              <a:gd name="adj" fmla="val 16667"/>
            </a:avLst>
          </a:prstGeom>
          <a:gradFill rotWithShape="0">
            <a:gsLst>
              <a:gs pos="0">
                <a:srgbClr val="FBFDFF"/>
              </a:gs>
              <a:gs pos="100000">
                <a:srgbClr val="99CCFF"/>
              </a:gs>
            </a:gsLst>
            <a:lin ang="5400000" scaled="1"/>
          </a:gradFill>
          <a:ln w="9525" algn="ctr">
            <a:solidFill>
              <a:srgbClr val="0033CC"/>
            </a:solidFill>
            <a:round/>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73" name="AutoShape 55">
            <a:extLst>
              <a:ext uri="{FF2B5EF4-FFF2-40B4-BE49-F238E27FC236}">
                <a16:creationId xmlns:a16="http://schemas.microsoft.com/office/drawing/2014/main" id="{E0B416AC-B56C-4070-9919-A2E396517D3B}"/>
              </a:ext>
            </a:extLst>
          </p:cNvPr>
          <p:cNvSpPr>
            <a:spLocks noChangeArrowheads="1"/>
          </p:cNvSpPr>
          <p:nvPr/>
        </p:nvSpPr>
        <p:spPr bwMode="auto">
          <a:xfrm>
            <a:off x="1728788" y="3254375"/>
            <a:ext cx="2438400" cy="1143000"/>
          </a:xfrm>
          <a:prstGeom prst="roundRect">
            <a:avLst>
              <a:gd name="adj" fmla="val 16667"/>
            </a:avLst>
          </a:prstGeom>
          <a:gradFill rotWithShape="0">
            <a:gsLst>
              <a:gs pos="0">
                <a:srgbClr val="FBFDF4"/>
              </a:gs>
              <a:gs pos="100000">
                <a:srgbClr val="99CC00"/>
              </a:gs>
            </a:gsLst>
            <a:lin ang="5400000" scaled="1"/>
          </a:gradFill>
          <a:ln w="9525" algn="ctr">
            <a:solidFill>
              <a:srgbClr val="009900"/>
            </a:solidFill>
            <a:round/>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a:solidFill>
                  <a:srgbClr val="000000"/>
                </a:solidFill>
                <a:latin typeface="Segoe Semibold" pitchFamily="34" charset="0"/>
              </a:rPr>
              <a:t>SQL Server .NET </a:t>
            </a:r>
          </a:p>
          <a:p>
            <a:pPr algn="ctr">
              <a:spcBef>
                <a:spcPct val="0"/>
              </a:spcBef>
            </a:pPr>
            <a:r>
              <a:rPr lang="en-US" altLang="en-US" sz="2000">
                <a:solidFill>
                  <a:srgbClr val="000000"/>
                </a:solidFill>
                <a:latin typeface="Segoe Semibold" pitchFamily="34" charset="0"/>
              </a:rPr>
              <a:t>Data Provider</a:t>
            </a:r>
          </a:p>
        </p:txBody>
      </p:sp>
      <p:sp>
        <p:nvSpPr>
          <p:cNvPr id="5174" name="AutoShape 56">
            <a:extLst>
              <a:ext uri="{FF2B5EF4-FFF2-40B4-BE49-F238E27FC236}">
                <a16:creationId xmlns:a16="http://schemas.microsoft.com/office/drawing/2014/main" id="{FCE1109A-5714-4B3B-978F-C9D4902BC59A}"/>
              </a:ext>
            </a:extLst>
          </p:cNvPr>
          <p:cNvSpPr>
            <a:spLocks noChangeArrowheads="1"/>
          </p:cNvSpPr>
          <p:nvPr/>
        </p:nvSpPr>
        <p:spPr bwMode="auto">
          <a:xfrm>
            <a:off x="4852988" y="3254375"/>
            <a:ext cx="2438400" cy="1143000"/>
          </a:xfrm>
          <a:prstGeom prst="roundRect">
            <a:avLst>
              <a:gd name="adj" fmla="val 16667"/>
            </a:avLst>
          </a:prstGeom>
          <a:gradFill rotWithShape="0">
            <a:gsLst>
              <a:gs pos="0">
                <a:srgbClr val="FBFDF4"/>
              </a:gs>
              <a:gs pos="100000">
                <a:srgbClr val="99CC00"/>
              </a:gs>
            </a:gsLst>
            <a:lin ang="5400000" scaled="1"/>
          </a:gradFill>
          <a:ln w="9525" algn="ctr">
            <a:solidFill>
              <a:srgbClr val="009900"/>
            </a:solidFill>
            <a:round/>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a:solidFill>
                  <a:srgbClr val="000000"/>
                </a:solidFill>
                <a:latin typeface="Segoe Semibold" pitchFamily="34" charset="0"/>
              </a:rPr>
              <a:t>OLE DB .NET </a:t>
            </a:r>
          </a:p>
          <a:p>
            <a:pPr algn="ctr">
              <a:spcBef>
                <a:spcPct val="0"/>
              </a:spcBef>
            </a:pPr>
            <a:r>
              <a:rPr lang="en-US" altLang="en-US" sz="2000">
                <a:solidFill>
                  <a:srgbClr val="000000"/>
                </a:solidFill>
                <a:latin typeface="Segoe Semibold" pitchFamily="34" charset="0"/>
              </a:rPr>
              <a:t>Data Provider</a:t>
            </a:r>
          </a:p>
        </p:txBody>
      </p:sp>
      <p:sp>
        <p:nvSpPr>
          <p:cNvPr id="5175" name="Text Box 57">
            <a:extLst>
              <a:ext uri="{FF2B5EF4-FFF2-40B4-BE49-F238E27FC236}">
                <a16:creationId xmlns:a16="http://schemas.microsoft.com/office/drawing/2014/main" id="{3D2E812D-ED6B-4D13-8689-D5C6DF3ED169}"/>
              </a:ext>
            </a:extLst>
          </p:cNvPr>
          <p:cNvSpPr txBox="1">
            <a:spLocks noChangeArrowheads="1"/>
          </p:cNvSpPr>
          <p:nvPr/>
        </p:nvSpPr>
        <p:spPr bwMode="auto">
          <a:xfrm>
            <a:off x="1676400" y="5638800"/>
            <a:ext cx="2438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nchor="ct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GB" altLang="en-US">
                <a:solidFill>
                  <a:srgbClr val="000000"/>
                </a:solidFill>
                <a:latin typeface="Segoe Semibold" pitchFamily="34" charset="0"/>
              </a:rPr>
              <a:t>SQL Server 7.0</a:t>
            </a:r>
          </a:p>
          <a:p>
            <a:pPr algn="ctr">
              <a:spcBef>
                <a:spcPct val="0"/>
              </a:spcBef>
            </a:pPr>
            <a:r>
              <a:rPr lang="en-GB" altLang="en-US">
                <a:solidFill>
                  <a:srgbClr val="000000"/>
                </a:solidFill>
                <a:latin typeface="Segoe Semibold" pitchFamily="34" charset="0"/>
              </a:rPr>
              <a:t>(y superior)</a:t>
            </a:r>
          </a:p>
        </p:txBody>
      </p:sp>
      <p:sp>
        <p:nvSpPr>
          <p:cNvPr id="5176" name="Text Box 58">
            <a:extLst>
              <a:ext uri="{FF2B5EF4-FFF2-40B4-BE49-F238E27FC236}">
                <a16:creationId xmlns:a16="http://schemas.microsoft.com/office/drawing/2014/main" id="{14977582-4B29-45EC-A50B-4F6BAC52775E}"/>
              </a:ext>
            </a:extLst>
          </p:cNvPr>
          <p:cNvSpPr txBox="1">
            <a:spLocks noChangeArrowheads="1"/>
          </p:cNvSpPr>
          <p:nvPr/>
        </p:nvSpPr>
        <p:spPr bwMode="auto">
          <a:xfrm>
            <a:off x="4800600" y="5638800"/>
            <a:ext cx="2438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nchor="ct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GB" altLang="en-US">
                <a:solidFill>
                  <a:srgbClr val="000000"/>
                </a:solidFill>
                <a:latin typeface="Segoe Semibold" pitchFamily="34" charset="0"/>
              </a:rPr>
              <a:t>Fuentes OLEDB</a:t>
            </a:r>
            <a:br>
              <a:rPr lang="en-GB" altLang="en-US">
                <a:solidFill>
                  <a:srgbClr val="000000"/>
                </a:solidFill>
                <a:latin typeface="Segoe Semibold" pitchFamily="34" charset="0"/>
              </a:rPr>
            </a:br>
            <a:r>
              <a:rPr lang="en-GB" altLang="en-US">
                <a:solidFill>
                  <a:srgbClr val="000000"/>
                </a:solidFill>
                <a:latin typeface="Segoe Semibold" pitchFamily="34" charset="0"/>
              </a:rPr>
              <a:t>(Access, Excel)</a:t>
            </a:r>
          </a:p>
        </p:txBody>
      </p:sp>
      <p:sp>
        <p:nvSpPr>
          <p:cNvPr id="5177" name="AutoShape 59">
            <a:extLst>
              <a:ext uri="{FF2B5EF4-FFF2-40B4-BE49-F238E27FC236}">
                <a16:creationId xmlns:a16="http://schemas.microsoft.com/office/drawing/2014/main" id="{9D5E5D18-6186-43BD-8042-D6D69FD52E3F}"/>
              </a:ext>
            </a:extLst>
          </p:cNvPr>
          <p:cNvSpPr>
            <a:spLocks noChangeArrowheads="1"/>
          </p:cNvSpPr>
          <p:nvPr/>
        </p:nvSpPr>
        <p:spPr bwMode="auto">
          <a:xfrm>
            <a:off x="3100388" y="1814512"/>
            <a:ext cx="533400" cy="1608138"/>
          </a:xfrm>
          <a:prstGeom prst="upDownArrow">
            <a:avLst>
              <a:gd name="adj1" fmla="val 50000"/>
              <a:gd name="adj2" fmla="val 60298"/>
            </a:avLst>
          </a:prstGeom>
          <a:gradFill rotWithShape="0">
            <a:gsLst>
              <a:gs pos="0">
                <a:srgbClr val="EC86CC"/>
              </a:gs>
              <a:gs pos="50000">
                <a:srgbClr val="D60093"/>
              </a:gs>
              <a:gs pos="100000">
                <a:srgbClr val="EC86CC"/>
              </a:gs>
            </a:gsLst>
            <a:lin ang="5400000" scaled="1"/>
          </a:gradFill>
          <a:ln w="6350" algn="ctr">
            <a:solidFill>
              <a:srgbClr val="800080"/>
            </a:solidFill>
            <a:miter lim="800000"/>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78" name="AutoShape 60">
            <a:extLst>
              <a:ext uri="{FF2B5EF4-FFF2-40B4-BE49-F238E27FC236}">
                <a16:creationId xmlns:a16="http://schemas.microsoft.com/office/drawing/2014/main" id="{B9F899E2-7D56-4EB9-8F4D-40C716E55DC8}"/>
              </a:ext>
            </a:extLst>
          </p:cNvPr>
          <p:cNvSpPr>
            <a:spLocks noChangeArrowheads="1"/>
          </p:cNvSpPr>
          <p:nvPr/>
        </p:nvSpPr>
        <p:spPr bwMode="auto">
          <a:xfrm>
            <a:off x="2643188" y="4244975"/>
            <a:ext cx="533400" cy="1150937"/>
          </a:xfrm>
          <a:prstGeom prst="upDownArrow">
            <a:avLst>
              <a:gd name="adj1" fmla="val 50000"/>
              <a:gd name="adj2" fmla="val 43155"/>
            </a:avLst>
          </a:prstGeom>
          <a:gradFill rotWithShape="0">
            <a:gsLst>
              <a:gs pos="0">
                <a:srgbClr val="EC86CC"/>
              </a:gs>
              <a:gs pos="50000">
                <a:srgbClr val="D60093"/>
              </a:gs>
              <a:gs pos="100000">
                <a:srgbClr val="EC86CC"/>
              </a:gs>
            </a:gsLst>
            <a:lin ang="5400000" scaled="1"/>
          </a:gradFill>
          <a:ln w="6350" algn="ctr">
            <a:solidFill>
              <a:srgbClr val="800080"/>
            </a:solidFill>
            <a:miter lim="800000"/>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79" name="AutoShape 61">
            <a:extLst>
              <a:ext uri="{FF2B5EF4-FFF2-40B4-BE49-F238E27FC236}">
                <a16:creationId xmlns:a16="http://schemas.microsoft.com/office/drawing/2014/main" id="{3FD8E14E-A433-41EC-8C9D-466FD2CB4799}"/>
              </a:ext>
            </a:extLst>
          </p:cNvPr>
          <p:cNvSpPr>
            <a:spLocks noChangeArrowheads="1"/>
          </p:cNvSpPr>
          <p:nvPr/>
        </p:nvSpPr>
        <p:spPr bwMode="auto">
          <a:xfrm>
            <a:off x="5767388" y="4244975"/>
            <a:ext cx="533400" cy="1150937"/>
          </a:xfrm>
          <a:prstGeom prst="upDownArrow">
            <a:avLst>
              <a:gd name="adj1" fmla="val 50000"/>
              <a:gd name="adj2" fmla="val 43155"/>
            </a:avLst>
          </a:prstGeom>
          <a:gradFill rotWithShape="0">
            <a:gsLst>
              <a:gs pos="0">
                <a:srgbClr val="EC86CC"/>
              </a:gs>
              <a:gs pos="50000">
                <a:srgbClr val="D60093"/>
              </a:gs>
              <a:gs pos="100000">
                <a:srgbClr val="EC86CC"/>
              </a:gs>
            </a:gsLst>
            <a:lin ang="5400000" scaled="1"/>
          </a:gradFill>
          <a:ln w="6350" algn="ctr">
            <a:solidFill>
              <a:srgbClr val="800080"/>
            </a:solidFill>
            <a:miter lim="800000"/>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80" name="AutoShape 62">
            <a:extLst>
              <a:ext uri="{FF2B5EF4-FFF2-40B4-BE49-F238E27FC236}">
                <a16:creationId xmlns:a16="http://schemas.microsoft.com/office/drawing/2014/main" id="{D32ACFE2-304E-4979-8562-568605E6D69C}"/>
              </a:ext>
            </a:extLst>
          </p:cNvPr>
          <p:cNvSpPr>
            <a:spLocks noChangeArrowheads="1"/>
          </p:cNvSpPr>
          <p:nvPr/>
        </p:nvSpPr>
        <p:spPr bwMode="auto">
          <a:xfrm>
            <a:off x="5334000" y="2271712"/>
            <a:ext cx="533400" cy="1150938"/>
          </a:xfrm>
          <a:prstGeom prst="upDownArrow">
            <a:avLst>
              <a:gd name="adj1" fmla="val 50000"/>
              <a:gd name="adj2" fmla="val 43155"/>
            </a:avLst>
          </a:prstGeom>
          <a:gradFill rotWithShape="0">
            <a:gsLst>
              <a:gs pos="0">
                <a:srgbClr val="EC86CC"/>
              </a:gs>
              <a:gs pos="50000">
                <a:srgbClr val="D60093"/>
              </a:gs>
              <a:gs pos="100000">
                <a:srgbClr val="EC86CC"/>
              </a:gs>
            </a:gsLst>
            <a:lin ang="5400000" scaled="1"/>
          </a:gradFill>
          <a:ln w="6350" algn="ctr">
            <a:solidFill>
              <a:srgbClr val="800080"/>
            </a:solidFill>
            <a:miter lim="800000"/>
            <a:headEnd/>
            <a:tailEnd/>
          </a:ln>
        </p:spPr>
        <p:txBody>
          <a:bodyPr wrap="none" tIns="27432" bIns="27432"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81" name="AutoShape 63">
            <a:extLst>
              <a:ext uri="{FF2B5EF4-FFF2-40B4-BE49-F238E27FC236}">
                <a16:creationId xmlns:a16="http://schemas.microsoft.com/office/drawing/2014/main" id="{7A9B40D6-E021-483E-8A28-D0654B506EAF}"/>
              </a:ext>
            </a:extLst>
          </p:cNvPr>
          <p:cNvSpPr>
            <a:spLocks noChangeArrowheads="1"/>
          </p:cNvSpPr>
          <p:nvPr/>
        </p:nvSpPr>
        <p:spPr bwMode="auto">
          <a:xfrm>
            <a:off x="6781800" y="4481512"/>
            <a:ext cx="1752600" cy="381000"/>
          </a:xfrm>
          <a:prstGeom prst="wedgeRoundRectCallout">
            <a:avLst>
              <a:gd name="adj1" fmla="val -90940"/>
              <a:gd name="adj2" fmla="val 38750"/>
              <a:gd name="adj3" fmla="val 16667"/>
            </a:avLst>
          </a:prstGeom>
          <a:gradFill rotWithShape="1">
            <a:gsLst>
              <a:gs pos="0">
                <a:srgbClr val="FFCC00"/>
              </a:gs>
              <a:gs pos="100000">
                <a:srgbClr val="FFE786"/>
              </a:gs>
            </a:gsLst>
            <a:lin ang="5400000" scaled="1"/>
          </a:gradFill>
          <a:ln w="9525">
            <a:solidFill>
              <a:schemeClr val="folHlink"/>
            </a:solidFill>
            <a:miter lim="800000"/>
            <a:headEnd/>
            <a:tailEnd/>
          </a:ln>
          <a:effectLst>
            <a:outerShdw dist="35921" dir="2700000" algn="ctr" rotWithShape="0">
              <a:schemeClr val="bg2"/>
            </a:outerShdw>
          </a:effec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1200">
                <a:solidFill>
                  <a:srgbClr val="000000"/>
                </a:solidFill>
                <a:latin typeface="Segoe Semibold" pitchFamily="34" charset="0"/>
              </a:rPr>
              <a:t>OleDbConnection</a:t>
            </a:r>
          </a:p>
        </p:txBody>
      </p:sp>
      <p:sp>
        <p:nvSpPr>
          <p:cNvPr id="5182" name="AutoShape 64">
            <a:extLst>
              <a:ext uri="{FF2B5EF4-FFF2-40B4-BE49-F238E27FC236}">
                <a16:creationId xmlns:a16="http://schemas.microsoft.com/office/drawing/2014/main" id="{332494FF-3FC4-4080-B6E5-6A03BBF26C21}"/>
              </a:ext>
            </a:extLst>
          </p:cNvPr>
          <p:cNvSpPr>
            <a:spLocks noChangeArrowheads="1"/>
          </p:cNvSpPr>
          <p:nvPr/>
        </p:nvSpPr>
        <p:spPr bwMode="auto">
          <a:xfrm>
            <a:off x="6781800" y="2576512"/>
            <a:ext cx="1752600" cy="381000"/>
          </a:xfrm>
          <a:prstGeom prst="wedgeRoundRectCallout">
            <a:avLst>
              <a:gd name="adj1" fmla="val -114403"/>
              <a:gd name="adj2" fmla="val 52917"/>
              <a:gd name="adj3" fmla="val 16667"/>
            </a:avLst>
          </a:prstGeom>
          <a:gradFill rotWithShape="1">
            <a:gsLst>
              <a:gs pos="0">
                <a:srgbClr val="FFCC00"/>
              </a:gs>
              <a:gs pos="100000">
                <a:srgbClr val="FFE786"/>
              </a:gs>
            </a:gsLst>
            <a:lin ang="5400000" scaled="1"/>
          </a:gradFill>
          <a:ln w="9525">
            <a:solidFill>
              <a:schemeClr val="folHlink"/>
            </a:solidFill>
            <a:miter lim="800000"/>
            <a:headEnd/>
            <a:tailEnd/>
          </a:ln>
          <a:effectLst>
            <a:outerShdw dist="35921" dir="2700000" algn="ctr" rotWithShape="0">
              <a:schemeClr val="bg2"/>
            </a:outerShdw>
          </a:effec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1200" dirty="0" err="1">
                <a:solidFill>
                  <a:srgbClr val="000000"/>
                </a:solidFill>
                <a:latin typeface="Segoe Semibold" pitchFamily="34" charset="0"/>
              </a:rPr>
              <a:t>OleDbDataReader</a:t>
            </a:r>
            <a:endParaRPr lang="en-US" altLang="en-US" sz="1200" dirty="0">
              <a:solidFill>
                <a:srgbClr val="000000"/>
              </a:solidFill>
              <a:latin typeface="Segoe Semibold" pitchFamily="34" charset="0"/>
            </a:endParaRPr>
          </a:p>
        </p:txBody>
      </p:sp>
      <p:sp>
        <p:nvSpPr>
          <p:cNvPr id="5183" name="AutoShape 65">
            <a:extLst>
              <a:ext uri="{FF2B5EF4-FFF2-40B4-BE49-F238E27FC236}">
                <a16:creationId xmlns:a16="http://schemas.microsoft.com/office/drawing/2014/main" id="{15E4572C-792F-4001-AF50-BE5FF00045BC}"/>
              </a:ext>
            </a:extLst>
          </p:cNvPr>
          <p:cNvSpPr>
            <a:spLocks noChangeArrowheads="1"/>
          </p:cNvSpPr>
          <p:nvPr/>
        </p:nvSpPr>
        <p:spPr bwMode="auto">
          <a:xfrm>
            <a:off x="609600" y="2347912"/>
            <a:ext cx="1447800" cy="381000"/>
          </a:xfrm>
          <a:prstGeom prst="wedgeRoundRectCallout">
            <a:avLst>
              <a:gd name="adj1" fmla="val 138375"/>
              <a:gd name="adj2" fmla="val 126667"/>
              <a:gd name="adj3" fmla="val 16667"/>
            </a:avLst>
          </a:prstGeom>
          <a:gradFill rotWithShape="1">
            <a:gsLst>
              <a:gs pos="0">
                <a:srgbClr val="FFCC00"/>
              </a:gs>
              <a:gs pos="100000">
                <a:srgbClr val="FFE786"/>
              </a:gs>
            </a:gsLst>
            <a:lin ang="5400000" scaled="1"/>
          </a:gradFill>
          <a:ln w="9525">
            <a:solidFill>
              <a:schemeClr val="folHlink"/>
            </a:solidFill>
            <a:miter lim="800000"/>
            <a:headEnd/>
            <a:tailEnd/>
          </a:ln>
          <a:effectLst>
            <a:outerShdw dist="35921" dir="2700000" algn="ctr" rotWithShape="0">
              <a:schemeClr val="bg2"/>
            </a:outerShdw>
          </a:effec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1200" dirty="0" err="1">
                <a:solidFill>
                  <a:srgbClr val="000000"/>
                </a:solidFill>
                <a:latin typeface="Segoe Semibold" pitchFamily="34" charset="0"/>
              </a:rPr>
              <a:t>SqlDataReader</a:t>
            </a:r>
            <a:endParaRPr lang="en-US" altLang="en-US" sz="1200" dirty="0">
              <a:solidFill>
                <a:srgbClr val="000000"/>
              </a:solidFill>
              <a:latin typeface="Segoe Semibold" pitchFamily="34" charset="0"/>
            </a:endParaRPr>
          </a:p>
        </p:txBody>
      </p:sp>
      <p:sp>
        <p:nvSpPr>
          <p:cNvPr id="5184" name="AutoShape 66">
            <a:extLst>
              <a:ext uri="{FF2B5EF4-FFF2-40B4-BE49-F238E27FC236}">
                <a16:creationId xmlns:a16="http://schemas.microsoft.com/office/drawing/2014/main" id="{4BC06FE3-EB67-4E5C-9377-AFE4AAC50B0F}"/>
              </a:ext>
            </a:extLst>
          </p:cNvPr>
          <p:cNvSpPr>
            <a:spLocks noChangeArrowheads="1"/>
          </p:cNvSpPr>
          <p:nvPr/>
        </p:nvSpPr>
        <p:spPr bwMode="auto">
          <a:xfrm>
            <a:off x="533400" y="4633912"/>
            <a:ext cx="1524000" cy="381000"/>
          </a:xfrm>
          <a:prstGeom prst="wedgeRoundRectCallout">
            <a:avLst>
              <a:gd name="adj1" fmla="val 104481"/>
              <a:gd name="adj2" fmla="val -12500"/>
              <a:gd name="adj3" fmla="val 16667"/>
            </a:avLst>
          </a:prstGeom>
          <a:gradFill rotWithShape="1">
            <a:gsLst>
              <a:gs pos="0">
                <a:srgbClr val="FFCC00"/>
              </a:gs>
              <a:gs pos="100000">
                <a:srgbClr val="FFE786"/>
              </a:gs>
            </a:gsLst>
            <a:lin ang="5400000" scaled="1"/>
          </a:gradFill>
          <a:ln w="9525">
            <a:solidFill>
              <a:schemeClr val="folHlink"/>
            </a:solidFill>
            <a:miter lim="800000"/>
            <a:headEnd/>
            <a:tailEnd/>
          </a:ln>
          <a:effectLst>
            <a:outerShdw dist="35921" dir="2700000" algn="ctr" rotWithShape="0">
              <a:schemeClr val="bg2"/>
            </a:outerShdw>
          </a:effectLst>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1200">
                <a:solidFill>
                  <a:srgbClr val="000000"/>
                </a:solidFill>
                <a:latin typeface="Segoe Semibold" pitchFamily="34" charset="0"/>
              </a:rPr>
              <a:t>SqlConnection</a:t>
            </a:r>
          </a:p>
        </p:txBody>
      </p:sp>
      <p:sp>
        <p:nvSpPr>
          <p:cNvPr id="28" name="Rectangle 50">
            <a:extLst>
              <a:ext uri="{FF2B5EF4-FFF2-40B4-BE49-F238E27FC236}">
                <a16:creationId xmlns:a16="http://schemas.microsoft.com/office/drawing/2014/main" id="{D17860C9-E6C7-4C0A-AC2F-DDBC87940137}"/>
              </a:ext>
            </a:extLst>
          </p:cNvPr>
          <p:cNvSpPr>
            <a:spLocks noChangeArrowheads="1"/>
          </p:cNvSpPr>
          <p:nvPr/>
        </p:nvSpPr>
        <p:spPr bwMode="auto">
          <a:xfrm>
            <a:off x="5108367" y="2028824"/>
            <a:ext cx="938213" cy="169862"/>
          </a:xfrm>
          <a:prstGeom prst="rect">
            <a:avLst/>
          </a:prstGeom>
          <a:solidFill>
            <a:schemeClr val="bg1"/>
          </a:solidFill>
          <a:ln w="12700" cap="rnd">
            <a:solidFill>
              <a:srgbClr val="000000"/>
            </a:solidFill>
            <a:round/>
            <a:headEnd/>
            <a:tailEnd/>
          </a:ln>
        </p:spPr>
        <p:txBody>
          <a:bodyPr/>
          <a:lstStyle>
            <a:lvl1pPr>
              <a:spcBef>
                <a:spcPct val="20000"/>
              </a:spcBef>
              <a:buClr>
                <a:srgbClr val="FFCC00"/>
              </a:buClr>
              <a:buSzPct val="120000"/>
              <a:buChar char="•"/>
              <a:defRPr sz="3200">
                <a:solidFill>
                  <a:schemeClr val="bg1"/>
                </a:solidFill>
                <a:latin typeface="Arial" panose="020B0604020202020204" pitchFamily="34" charset="0"/>
              </a:defRPr>
            </a:lvl1pPr>
            <a:lvl2pPr marL="742950" indent="-285750">
              <a:spcBef>
                <a:spcPct val="20000"/>
              </a:spcBef>
              <a:buClr>
                <a:srgbClr val="FFCC00"/>
              </a:buClr>
              <a:buSzPct val="75000"/>
              <a:buFont typeface="Wingdings" panose="05000000000000000000" pitchFamily="2" charset="2"/>
              <a:buChar char="Ø"/>
              <a:defRPr sz="2800">
                <a:solidFill>
                  <a:schemeClr val="bg1"/>
                </a:solidFill>
                <a:latin typeface="Arial" panose="020B0604020202020204" pitchFamily="34" charset="0"/>
              </a:defRPr>
            </a:lvl2pPr>
            <a:lvl3pPr marL="1143000" indent="-228600">
              <a:spcBef>
                <a:spcPct val="20000"/>
              </a:spcBef>
              <a:buClr>
                <a:srgbClr val="FFCC00"/>
              </a:buClr>
              <a:buSzPct val="75000"/>
              <a:buFont typeface="Wingdings" panose="05000000000000000000" pitchFamily="2" charset="2"/>
              <a:buChar char="v"/>
              <a:defRPr sz="2400">
                <a:solidFill>
                  <a:schemeClr val="bg1"/>
                </a:solidFill>
                <a:latin typeface="Arial" panose="020B0604020202020204" pitchFamily="34" charset="0"/>
              </a:defRPr>
            </a:lvl3pPr>
            <a:lvl4pPr marL="1600200" indent="-228600">
              <a:spcBef>
                <a:spcPct val="20000"/>
              </a:spcBef>
              <a:buClr>
                <a:srgbClr val="FFCC00"/>
              </a:buClr>
              <a:buSzPct val="75000"/>
              <a:buFont typeface="Wingdings" panose="05000000000000000000" pitchFamily="2" charset="2"/>
              <a:buChar char="ü"/>
              <a:defRPr sz="2000">
                <a:solidFill>
                  <a:schemeClr val="bg1"/>
                </a:solidFill>
                <a:latin typeface="Arial" panose="020B0604020202020204" pitchFamily="34" charset="0"/>
              </a:defRPr>
            </a:lvl4pPr>
            <a:lvl5pPr marL="2057400" indent="-228600">
              <a:spcBef>
                <a:spcPct val="20000"/>
              </a:spcBef>
              <a:buClr>
                <a:srgbClr val="FFCC00"/>
              </a:buClr>
              <a:buSzPct val="75000"/>
              <a:buFont typeface="Wingdings" panose="05000000000000000000" pitchFamily="2" charset="2"/>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9pPr>
          </a:lstStyle>
          <a:p>
            <a:pPr eaLnBrk="1" hangingPunct="1">
              <a:spcBef>
                <a:spcPct val="50000"/>
              </a:spcBef>
              <a:buClrTx/>
              <a:buSzTx/>
              <a:buFontTx/>
              <a:buNone/>
            </a:pPr>
            <a:endParaRPr lang="es-ES" altLang="es-AR" sz="1800" b="1" dirty="0">
              <a:solidFill>
                <a:srgbClr val="FFCC00"/>
              </a:solidFill>
            </a:endParaRPr>
          </a:p>
        </p:txBody>
      </p:sp>
      <p:sp>
        <p:nvSpPr>
          <p:cNvPr id="29" name="Rectangle 51">
            <a:extLst>
              <a:ext uri="{FF2B5EF4-FFF2-40B4-BE49-F238E27FC236}">
                <a16:creationId xmlns:a16="http://schemas.microsoft.com/office/drawing/2014/main" id="{BC40CA92-8EA7-44EE-9B55-531954378E4A}"/>
              </a:ext>
            </a:extLst>
          </p:cNvPr>
          <p:cNvSpPr>
            <a:spLocks noChangeArrowheads="1"/>
          </p:cNvSpPr>
          <p:nvPr/>
        </p:nvSpPr>
        <p:spPr bwMode="auto">
          <a:xfrm>
            <a:off x="5108367" y="1858961"/>
            <a:ext cx="938213" cy="169863"/>
          </a:xfrm>
          <a:prstGeom prst="rect">
            <a:avLst/>
          </a:prstGeom>
          <a:solidFill>
            <a:schemeClr val="bg1"/>
          </a:solidFill>
          <a:ln w="12700" cap="rnd">
            <a:solidFill>
              <a:srgbClr val="000000"/>
            </a:solidFill>
            <a:round/>
            <a:headEnd/>
            <a:tailEnd/>
          </a:ln>
        </p:spPr>
        <p:txBody>
          <a:bodyPr/>
          <a:lstStyle>
            <a:lvl1pPr>
              <a:spcBef>
                <a:spcPct val="20000"/>
              </a:spcBef>
              <a:buClr>
                <a:srgbClr val="FFCC00"/>
              </a:buClr>
              <a:buSzPct val="120000"/>
              <a:buChar char="•"/>
              <a:defRPr sz="3200">
                <a:solidFill>
                  <a:schemeClr val="bg1"/>
                </a:solidFill>
                <a:latin typeface="Arial" panose="020B0604020202020204" pitchFamily="34" charset="0"/>
              </a:defRPr>
            </a:lvl1pPr>
            <a:lvl2pPr marL="742950" indent="-285750">
              <a:spcBef>
                <a:spcPct val="20000"/>
              </a:spcBef>
              <a:buClr>
                <a:srgbClr val="FFCC00"/>
              </a:buClr>
              <a:buSzPct val="75000"/>
              <a:buFont typeface="Wingdings" panose="05000000000000000000" pitchFamily="2" charset="2"/>
              <a:buChar char="Ø"/>
              <a:defRPr sz="2800">
                <a:solidFill>
                  <a:schemeClr val="bg1"/>
                </a:solidFill>
                <a:latin typeface="Arial" panose="020B0604020202020204" pitchFamily="34" charset="0"/>
              </a:defRPr>
            </a:lvl2pPr>
            <a:lvl3pPr marL="1143000" indent="-228600">
              <a:spcBef>
                <a:spcPct val="20000"/>
              </a:spcBef>
              <a:buClr>
                <a:srgbClr val="FFCC00"/>
              </a:buClr>
              <a:buSzPct val="75000"/>
              <a:buFont typeface="Wingdings" panose="05000000000000000000" pitchFamily="2" charset="2"/>
              <a:buChar char="v"/>
              <a:defRPr sz="2400">
                <a:solidFill>
                  <a:schemeClr val="bg1"/>
                </a:solidFill>
                <a:latin typeface="Arial" panose="020B0604020202020204" pitchFamily="34" charset="0"/>
              </a:defRPr>
            </a:lvl3pPr>
            <a:lvl4pPr marL="1600200" indent="-228600">
              <a:spcBef>
                <a:spcPct val="20000"/>
              </a:spcBef>
              <a:buClr>
                <a:srgbClr val="FFCC00"/>
              </a:buClr>
              <a:buSzPct val="75000"/>
              <a:buFont typeface="Wingdings" panose="05000000000000000000" pitchFamily="2" charset="2"/>
              <a:buChar char="ü"/>
              <a:defRPr sz="2000">
                <a:solidFill>
                  <a:schemeClr val="bg1"/>
                </a:solidFill>
                <a:latin typeface="Arial" panose="020B0604020202020204" pitchFamily="34" charset="0"/>
              </a:defRPr>
            </a:lvl4pPr>
            <a:lvl5pPr marL="2057400" indent="-228600">
              <a:spcBef>
                <a:spcPct val="20000"/>
              </a:spcBef>
              <a:buClr>
                <a:srgbClr val="FFCC00"/>
              </a:buClr>
              <a:buSzPct val="75000"/>
              <a:buFont typeface="Wingdings" panose="05000000000000000000" pitchFamily="2" charset="2"/>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9pPr>
          </a:lstStyle>
          <a:p>
            <a:pPr eaLnBrk="1" hangingPunct="1">
              <a:spcBef>
                <a:spcPct val="50000"/>
              </a:spcBef>
              <a:buClrTx/>
              <a:buSzTx/>
              <a:buFontTx/>
              <a:buNone/>
            </a:pPr>
            <a:endParaRPr lang="es-ES" altLang="es-AR" sz="1800" b="1">
              <a:solidFill>
                <a:srgbClr val="FFCC00"/>
              </a:solidFill>
            </a:endParaRPr>
          </a:p>
        </p:txBody>
      </p:sp>
      <p:sp>
        <p:nvSpPr>
          <p:cNvPr id="30" name="Rectangle 52">
            <a:extLst>
              <a:ext uri="{FF2B5EF4-FFF2-40B4-BE49-F238E27FC236}">
                <a16:creationId xmlns:a16="http://schemas.microsoft.com/office/drawing/2014/main" id="{99324693-68B9-4846-9C6A-40F07E1E538F}"/>
              </a:ext>
            </a:extLst>
          </p:cNvPr>
          <p:cNvSpPr>
            <a:spLocks noChangeArrowheads="1"/>
          </p:cNvSpPr>
          <p:nvPr/>
        </p:nvSpPr>
        <p:spPr bwMode="auto">
          <a:xfrm>
            <a:off x="5108367" y="1665286"/>
            <a:ext cx="938213" cy="193675"/>
          </a:xfrm>
          <a:prstGeom prst="rect">
            <a:avLst/>
          </a:prstGeom>
          <a:solidFill>
            <a:schemeClr val="bg1"/>
          </a:solidFill>
          <a:ln w="12700" cap="rnd">
            <a:solidFill>
              <a:srgbClr val="000000"/>
            </a:solidFill>
            <a:round/>
            <a:headEnd/>
            <a:tailEnd/>
          </a:ln>
        </p:spPr>
        <p:txBody>
          <a:bodyPr/>
          <a:lstStyle>
            <a:lvl1pPr>
              <a:spcBef>
                <a:spcPct val="20000"/>
              </a:spcBef>
              <a:buClr>
                <a:srgbClr val="FFCC00"/>
              </a:buClr>
              <a:buSzPct val="120000"/>
              <a:buChar char="•"/>
              <a:defRPr sz="3200">
                <a:solidFill>
                  <a:schemeClr val="bg1"/>
                </a:solidFill>
                <a:latin typeface="Arial" panose="020B0604020202020204" pitchFamily="34" charset="0"/>
              </a:defRPr>
            </a:lvl1pPr>
            <a:lvl2pPr marL="742950" indent="-285750">
              <a:spcBef>
                <a:spcPct val="20000"/>
              </a:spcBef>
              <a:buClr>
                <a:srgbClr val="FFCC00"/>
              </a:buClr>
              <a:buSzPct val="75000"/>
              <a:buFont typeface="Wingdings" panose="05000000000000000000" pitchFamily="2" charset="2"/>
              <a:buChar char="Ø"/>
              <a:defRPr sz="2800">
                <a:solidFill>
                  <a:schemeClr val="bg1"/>
                </a:solidFill>
                <a:latin typeface="Arial" panose="020B0604020202020204" pitchFamily="34" charset="0"/>
              </a:defRPr>
            </a:lvl2pPr>
            <a:lvl3pPr marL="1143000" indent="-228600">
              <a:spcBef>
                <a:spcPct val="20000"/>
              </a:spcBef>
              <a:buClr>
                <a:srgbClr val="FFCC00"/>
              </a:buClr>
              <a:buSzPct val="75000"/>
              <a:buFont typeface="Wingdings" panose="05000000000000000000" pitchFamily="2" charset="2"/>
              <a:buChar char="v"/>
              <a:defRPr sz="2400">
                <a:solidFill>
                  <a:schemeClr val="bg1"/>
                </a:solidFill>
                <a:latin typeface="Arial" panose="020B0604020202020204" pitchFamily="34" charset="0"/>
              </a:defRPr>
            </a:lvl3pPr>
            <a:lvl4pPr marL="1600200" indent="-228600">
              <a:spcBef>
                <a:spcPct val="20000"/>
              </a:spcBef>
              <a:buClr>
                <a:srgbClr val="FFCC00"/>
              </a:buClr>
              <a:buSzPct val="75000"/>
              <a:buFont typeface="Wingdings" panose="05000000000000000000" pitchFamily="2" charset="2"/>
              <a:buChar char="ü"/>
              <a:defRPr sz="2000">
                <a:solidFill>
                  <a:schemeClr val="bg1"/>
                </a:solidFill>
                <a:latin typeface="Arial" panose="020B0604020202020204" pitchFamily="34" charset="0"/>
              </a:defRPr>
            </a:lvl4pPr>
            <a:lvl5pPr marL="2057400" indent="-228600">
              <a:spcBef>
                <a:spcPct val="20000"/>
              </a:spcBef>
              <a:buClr>
                <a:srgbClr val="FFCC00"/>
              </a:buClr>
              <a:buSzPct val="75000"/>
              <a:buFont typeface="Wingdings" panose="05000000000000000000" pitchFamily="2" charset="2"/>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9pPr>
          </a:lstStyle>
          <a:p>
            <a:pPr eaLnBrk="1" hangingPunct="1">
              <a:spcBef>
                <a:spcPct val="50000"/>
              </a:spcBef>
              <a:buClrTx/>
              <a:buSzTx/>
              <a:buFontTx/>
              <a:buNone/>
            </a:pPr>
            <a:endParaRPr lang="es-ES" altLang="es-AR" sz="1800" b="1">
              <a:solidFill>
                <a:srgbClr val="FFCC00"/>
              </a:solidFill>
            </a:endParaRPr>
          </a:p>
        </p:txBody>
      </p:sp>
      <p:sp>
        <p:nvSpPr>
          <p:cNvPr id="31" name="Rectangle 53">
            <a:extLst>
              <a:ext uri="{FF2B5EF4-FFF2-40B4-BE49-F238E27FC236}">
                <a16:creationId xmlns:a16="http://schemas.microsoft.com/office/drawing/2014/main" id="{D5D7E047-CA6C-4983-848B-E9ACB6FCDAEA}"/>
              </a:ext>
            </a:extLst>
          </p:cNvPr>
          <p:cNvSpPr>
            <a:spLocks noChangeArrowheads="1"/>
          </p:cNvSpPr>
          <p:nvPr/>
        </p:nvSpPr>
        <p:spPr bwMode="auto">
          <a:xfrm>
            <a:off x="5419724" y="1678799"/>
            <a:ext cx="371475" cy="138499"/>
          </a:xfrm>
          <a:prstGeom prst="rect">
            <a:avLst/>
          </a:prstGeom>
          <a:solidFill>
            <a:schemeClr val="bg1"/>
          </a:solidFill>
          <a:ln>
            <a:noFill/>
          </a:ln>
        </p:spPr>
        <p:txBody>
          <a:bodyPr wrap="square" lIns="0" tIns="0" rIns="0" bIns="0">
            <a:spAutoFit/>
          </a:bodyPr>
          <a:lstStyle>
            <a:lvl1pPr>
              <a:spcBef>
                <a:spcPct val="20000"/>
              </a:spcBef>
              <a:buClr>
                <a:srgbClr val="FFCC00"/>
              </a:buClr>
              <a:buSzPct val="120000"/>
              <a:buChar char="•"/>
              <a:defRPr sz="3200">
                <a:solidFill>
                  <a:schemeClr val="bg1"/>
                </a:solidFill>
                <a:latin typeface="Arial" panose="020B0604020202020204" pitchFamily="34" charset="0"/>
              </a:defRPr>
            </a:lvl1pPr>
            <a:lvl2pPr marL="742950" indent="-285750">
              <a:spcBef>
                <a:spcPct val="20000"/>
              </a:spcBef>
              <a:buClr>
                <a:srgbClr val="FFCC00"/>
              </a:buClr>
              <a:buSzPct val="75000"/>
              <a:buFont typeface="Wingdings" panose="05000000000000000000" pitchFamily="2" charset="2"/>
              <a:buChar char="Ø"/>
              <a:defRPr sz="2800">
                <a:solidFill>
                  <a:schemeClr val="bg1"/>
                </a:solidFill>
                <a:latin typeface="Arial" panose="020B0604020202020204" pitchFamily="34" charset="0"/>
              </a:defRPr>
            </a:lvl2pPr>
            <a:lvl3pPr marL="1143000" indent="-228600">
              <a:spcBef>
                <a:spcPct val="20000"/>
              </a:spcBef>
              <a:buClr>
                <a:srgbClr val="FFCC00"/>
              </a:buClr>
              <a:buSzPct val="75000"/>
              <a:buFont typeface="Wingdings" panose="05000000000000000000" pitchFamily="2" charset="2"/>
              <a:buChar char="v"/>
              <a:defRPr sz="2400">
                <a:solidFill>
                  <a:schemeClr val="bg1"/>
                </a:solidFill>
                <a:latin typeface="Arial" panose="020B0604020202020204" pitchFamily="34" charset="0"/>
              </a:defRPr>
            </a:lvl3pPr>
            <a:lvl4pPr marL="1600200" indent="-228600">
              <a:spcBef>
                <a:spcPct val="20000"/>
              </a:spcBef>
              <a:buClr>
                <a:srgbClr val="FFCC00"/>
              </a:buClr>
              <a:buSzPct val="75000"/>
              <a:buFont typeface="Wingdings" panose="05000000000000000000" pitchFamily="2" charset="2"/>
              <a:buChar char="ü"/>
              <a:defRPr sz="2000">
                <a:solidFill>
                  <a:schemeClr val="bg1"/>
                </a:solidFill>
                <a:latin typeface="Arial" panose="020B0604020202020204" pitchFamily="34" charset="0"/>
              </a:defRPr>
            </a:lvl4pPr>
            <a:lvl5pPr marL="2057400" indent="-228600">
              <a:spcBef>
                <a:spcPct val="20000"/>
              </a:spcBef>
              <a:buClr>
                <a:srgbClr val="FFCC00"/>
              </a:buClr>
              <a:buSzPct val="75000"/>
              <a:buFont typeface="Wingdings" panose="05000000000000000000" pitchFamily="2" charset="2"/>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9pPr>
          </a:lstStyle>
          <a:p>
            <a:pPr algn="ctr" eaLnBrk="1" hangingPunct="1">
              <a:spcBef>
                <a:spcPct val="50000"/>
              </a:spcBef>
              <a:buClrTx/>
              <a:buSzTx/>
              <a:buFontTx/>
              <a:buNone/>
            </a:pPr>
            <a:r>
              <a:rPr lang="es-CR" altLang="es-AR" sz="900" b="1" dirty="0">
                <a:solidFill>
                  <a:srgbClr val="000000"/>
                </a:solidFill>
              </a:rPr>
              <a:t>Objeto</a:t>
            </a:r>
            <a:endParaRPr lang="es-CR" altLang="es-AR" sz="1800" b="1" dirty="0">
              <a:solidFill>
                <a:srgbClr val="FFCC00"/>
              </a:solidFill>
            </a:endParaRPr>
          </a:p>
        </p:txBody>
      </p:sp>
      <p:sp>
        <p:nvSpPr>
          <p:cNvPr id="32" name="Rectangle 50">
            <a:extLst>
              <a:ext uri="{FF2B5EF4-FFF2-40B4-BE49-F238E27FC236}">
                <a16:creationId xmlns:a16="http://schemas.microsoft.com/office/drawing/2014/main" id="{CF0ED945-990F-4CFA-B547-ADD534CABCC4}"/>
              </a:ext>
            </a:extLst>
          </p:cNvPr>
          <p:cNvSpPr>
            <a:spLocks noChangeArrowheads="1"/>
          </p:cNvSpPr>
          <p:nvPr/>
        </p:nvSpPr>
        <p:spPr bwMode="auto">
          <a:xfrm>
            <a:off x="2911370" y="1618256"/>
            <a:ext cx="938213" cy="169862"/>
          </a:xfrm>
          <a:prstGeom prst="rect">
            <a:avLst/>
          </a:prstGeom>
          <a:solidFill>
            <a:schemeClr val="bg1"/>
          </a:solidFill>
          <a:ln w="12700" cap="rnd">
            <a:solidFill>
              <a:srgbClr val="000000"/>
            </a:solidFill>
            <a:round/>
            <a:headEnd/>
            <a:tailEnd/>
          </a:ln>
        </p:spPr>
        <p:txBody>
          <a:bodyPr/>
          <a:lstStyle>
            <a:lvl1pPr>
              <a:spcBef>
                <a:spcPct val="20000"/>
              </a:spcBef>
              <a:buClr>
                <a:srgbClr val="FFCC00"/>
              </a:buClr>
              <a:buSzPct val="120000"/>
              <a:buChar char="•"/>
              <a:defRPr sz="3200">
                <a:solidFill>
                  <a:schemeClr val="bg1"/>
                </a:solidFill>
                <a:latin typeface="Arial" panose="020B0604020202020204" pitchFamily="34" charset="0"/>
              </a:defRPr>
            </a:lvl1pPr>
            <a:lvl2pPr marL="742950" indent="-285750">
              <a:spcBef>
                <a:spcPct val="20000"/>
              </a:spcBef>
              <a:buClr>
                <a:srgbClr val="FFCC00"/>
              </a:buClr>
              <a:buSzPct val="75000"/>
              <a:buFont typeface="Wingdings" panose="05000000000000000000" pitchFamily="2" charset="2"/>
              <a:buChar char="Ø"/>
              <a:defRPr sz="2800">
                <a:solidFill>
                  <a:schemeClr val="bg1"/>
                </a:solidFill>
                <a:latin typeface="Arial" panose="020B0604020202020204" pitchFamily="34" charset="0"/>
              </a:defRPr>
            </a:lvl2pPr>
            <a:lvl3pPr marL="1143000" indent="-228600">
              <a:spcBef>
                <a:spcPct val="20000"/>
              </a:spcBef>
              <a:buClr>
                <a:srgbClr val="FFCC00"/>
              </a:buClr>
              <a:buSzPct val="75000"/>
              <a:buFont typeface="Wingdings" panose="05000000000000000000" pitchFamily="2" charset="2"/>
              <a:buChar char="v"/>
              <a:defRPr sz="2400">
                <a:solidFill>
                  <a:schemeClr val="bg1"/>
                </a:solidFill>
                <a:latin typeface="Arial" panose="020B0604020202020204" pitchFamily="34" charset="0"/>
              </a:defRPr>
            </a:lvl3pPr>
            <a:lvl4pPr marL="1600200" indent="-228600">
              <a:spcBef>
                <a:spcPct val="20000"/>
              </a:spcBef>
              <a:buClr>
                <a:srgbClr val="FFCC00"/>
              </a:buClr>
              <a:buSzPct val="75000"/>
              <a:buFont typeface="Wingdings" panose="05000000000000000000" pitchFamily="2" charset="2"/>
              <a:buChar char="ü"/>
              <a:defRPr sz="2000">
                <a:solidFill>
                  <a:schemeClr val="bg1"/>
                </a:solidFill>
                <a:latin typeface="Arial" panose="020B0604020202020204" pitchFamily="34" charset="0"/>
              </a:defRPr>
            </a:lvl4pPr>
            <a:lvl5pPr marL="2057400" indent="-228600">
              <a:spcBef>
                <a:spcPct val="20000"/>
              </a:spcBef>
              <a:buClr>
                <a:srgbClr val="FFCC00"/>
              </a:buClr>
              <a:buSzPct val="75000"/>
              <a:buFont typeface="Wingdings" panose="05000000000000000000" pitchFamily="2" charset="2"/>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9pPr>
          </a:lstStyle>
          <a:p>
            <a:pPr eaLnBrk="1" hangingPunct="1">
              <a:spcBef>
                <a:spcPct val="50000"/>
              </a:spcBef>
              <a:buClrTx/>
              <a:buSzTx/>
              <a:buFontTx/>
              <a:buNone/>
            </a:pPr>
            <a:endParaRPr lang="es-ES" altLang="es-AR" sz="1800" b="1" dirty="0">
              <a:solidFill>
                <a:srgbClr val="FFCC00"/>
              </a:solidFill>
            </a:endParaRPr>
          </a:p>
        </p:txBody>
      </p:sp>
      <p:sp>
        <p:nvSpPr>
          <p:cNvPr id="33" name="Rectangle 51">
            <a:extLst>
              <a:ext uri="{FF2B5EF4-FFF2-40B4-BE49-F238E27FC236}">
                <a16:creationId xmlns:a16="http://schemas.microsoft.com/office/drawing/2014/main" id="{42EA6561-4321-4688-ADAE-34D8B2252141}"/>
              </a:ext>
            </a:extLst>
          </p:cNvPr>
          <p:cNvSpPr>
            <a:spLocks noChangeArrowheads="1"/>
          </p:cNvSpPr>
          <p:nvPr/>
        </p:nvSpPr>
        <p:spPr bwMode="auto">
          <a:xfrm>
            <a:off x="2911370" y="1448393"/>
            <a:ext cx="938213" cy="169863"/>
          </a:xfrm>
          <a:prstGeom prst="rect">
            <a:avLst/>
          </a:prstGeom>
          <a:solidFill>
            <a:schemeClr val="bg1"/>
          </a:solidFill>
          <a:ln w="12700" cap="rnd">
            <a:solidFill>
              <a:srgbClr val="000000"/>
            </a:solidFill>
            <a:round/>
            <a:headEnd/>
            <a:tailEnd/>
          </a:ln>
        </p:spPr>
        <p:txBody>
          <a:bodyPr/>
          <a:lstStyle>
            <a:lvl1pPr>
              <a:spcBef>
                <a:spcPct val="20000"/>
              </a:spcBef>
              <a:buClr>
                <a:srgbClr val="FFCC00"/>
              </a:buClr>
              <a:buSzPct val="120000"/>
              <a:buChar char="•"/>
              <a:defRPr sz="3200">
                <a:solidFill>
                  <a:schemeClr val="bg1"/>
                </a:solidFill>
                <a:latin typeface="Arial" panose="020B0604020202020204" pitchFamily="34" charset="0"/>
              </a:defRPr>
            </a:lvl1pPr>
            <a:lvl2pPr marL="742950" indent="-285750">
              <a:spcBef>
                <a:spcPct val="20000"/>
              </a:spcBef>
              <a:buClr>
                <a:srgbClr val="FFCC00"/>
              </a:buClr>
              <a:buSzPct val="75000"/>
              <a:buFont typeface="Wingdings" panose="05000000000000000000" pitchFamily="2" charset="2"/>
              <a:buChar char="Ø"/>
              <a:defRPr sz="2800">
                <a:solidFill>
                  <a:schemeClr val="bg1"/>
                </a:solidFill>
                <a:latin typeface="Arial" panose="020B0604020202020204" pitchFamily="34" charset="0"/>
              </a:defRPr>
            </a:lvl2pPr>
            <a:lvl3pPr marL="1143000" indent="-228600">
              <a:spcBef>
                <a:spcPct val="20000"/>
              </a:spcBef>
              <a:buClr>
                <a:srgbClr val="FFCC00"/>
              </a:buClr>
              <a:buSzPct val="75000"/>
              <a:buFont typeface="Wingdings" panose="05000000000000000000" pitchFamily="2" charset="2"/>
              <a:buChar char="v"/>
              <a:defRPr sz="2400">
                <a:solidFill>
                  <a:schemeClr val="bg1"/>
                </a:solidFill>
                <a:latin typeface="Arial" panose="020B0604020202020204" pitchFamily="34" charset="0"/>
              </a:defRPr>
            </a:lvl3pPr>
            <a:lvl4pPr marL="1600200" indent="-228600">
              <a:spcBef>
                <a:spcPct val="20000"/>
              </a:spcBef>
              <a:buClr>
                <a:srgbClr val="FFCC00"/>
              </a:buClr>
              <a:buSzPct val="75000"/>
              <a:buFont typeface="Wingdings" panose="05000000000000000000" pitchFamily="2" charset="2"/>
              <a:buChar char="ü"/>
              <a:defRPr sz="2000">
                <a:solidFill>
                  <a:schemeClr val="bg1"/>
                </a:solidFill>
                <a:latin typeface="Arial" panose="020B0604020202020204" pitchFamily="34" charset="0"/>
              </a:defRPr>
            </a:lvl4pPr>
            <a:lvl5pPr marL="2057400" indent="-228600">
              <a:spcBef>
                <a:spcPct val="20000"/>
              </a:spcBef>
              <a:buClr>
                <a:srgbClr val="FFCC00"/>
              </a:buClr>
              <a:buSzPct val="75000"/>
              <a:buFont typeface="Wingdings" panose="05000000000000000000" pitchFamily="2" charset="2"/>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9pPr>
          </a:lstStyle>
          <a:p>
            <a:pPr eaLnBrk="1" hangingPunct="1">
              <a:spcBef>
                <a:spcPct val="50000"/>
              </a:spcBef>
              <a:buClrTx/>
              <a:buSzTx/>
              <a:buFontTx/>
              <a:buNone/>
            </a:pPr>
            <a:endParaRPr lang="es-ES" altLang="es-AR" sz="1800" b="1">
              <a:solidFill>
                <a:srgbClr val="FFCC00"/>
              </a:solidFill>
            </a:endParaRPr>
          </a:p>
        </p:txBody>
      </p:sp>
      <p:sp>
        <p:nvSpPr>
          <p:cNvPr id="34" name="Rectangle 52">
            <a:extLst>
              <a:ext uri="{FF2B5EF4-FFF2-40B4-BE49-F238E27FC236}">
                <a16:creationId xmlns:a16="http://schemas.microsoft.com/office/drawing/2014/main" id="{51BEE944-2039-4F29-AC22-4BB0BB0FE685}"/>
              </a:ext>
            </a:extLst>
          </p:cNvPr>
          <p:cNvSpPr>
            <a:spLocks noChangeArrowheads="1"/>
          </p:cNvSpPr>
          <p:nvPr/>
        </p:nvSpPr>
        <p:spPr bwMode="auto">
          <a:xfrm>
            <a:off x="2911370" y="1254718"/>
            <a:ext cx="938213" cy="193675"/>
          </a:xfrm>
          <a:prstGeom prst="rect">
            <a:avLst/>
          </a:prstGeom>
          <a:solidFill>
            <a:schemeClr val="bg1"/>
          </a:solidFill>
          <a:ln w="12700" cap="rnd">
            <a:solidFill>
              <a:srgbClr val="000000"/>
            </a:solidFill>
            <a:round/>
            <a:headEnd/>
            <a:tailEnd/>
          </a:ln>
        </p:spPr>
        <p:txBody>
          <a:bodyPr/>
          <a:lstStyle>
            <a:lvl1pPr>
              <a:spcBef>
                <a:spcPct val="20000"/>
              </a:spcBef>
              <a:buClr>
                <a:srgbClr val="FFCC00"/>
              </a:buClr>
              <a:buSzPct val="120000"/>
              <a:buChar char="•"/>
              <a:defRPr sz="3200">
                <a:solidFill>
                  <a:schemeClr val="bg1"/>
                </a:solidFill>
                <a:latin typeface="Arial" panose="020B0604020202020204" pitchFamily="34" charset="0"/>
              </a:defRPr>
            </a:lvl1pPr>
            <a:lvl2pPr marL="742950" indent="-285750">
              <a:spcBef>
                <a:spcPct val="20000"/>
              </a:spcBef>
              <a:buClr>
                <a:srgbClr val="FFCC00"/>
              </a:buClr>
              <a:buSzPct val="75000"/>
              <a:buFont typeface="Wingdings" panose="05000000000000000000" pitchFamily="2" charset="2"/>
              <a:buChar char="Ø"/>
              <a:defRPr sz="2800">
                <a:solidFill>
                  <a:schemeClr val="bg1"/>
                </a:solidFill>
                <a:latin typeface="Arial" panose="020B0604020202020204" pitchFamily="34" charset="0"/>
              </a:defRPr>
            </a:lvl2pPr>
            <a:lvl3pPr marL="1143000" indent="-228600">
              <a:spcBef>
                <a:spcPct val="20000"/>
              </a:spcBef>
              <a:buClr>
                <a:srgbClr val="FFCC00"/>
              </a:buClr>
              <a:buSzPct val="75000"/>
              <a:buFont typeface="Wingdings" panose="05000000000000000000" pitchFamily="2" charset="2"/>
              <a:buChar char="v"/>
              <a:defRPr sz="2400">
                <a:solidFill>
                  <a:schemeClr val="bg1"/>
                </a:solidFill>
                <a:latin typeface="Arial" panose="020B0604020202020204" pitchFamily="34" charset="0"/>
              </a:defRPr>
            </a:lvl3pPr>
            <a:lvl4pPr marL="1600200" indent="-228600">
              <a:spcBef>
                <a:spcPct val="20000"/>
              </a:spcBef>
              <a:buClr>
                <a:srgbClr val="FFCC00"/>
              </a:buClr>
              <a:buSzPct val="75000"/>
              <a:buFont typeface="Wingdings" panose="05000000000000000000" pitchFamily="2" charset="2"/>
              <a:buChar char="ü"/>
              <a:defRPr sz="2000">
                <a:solidFill>
                  <a:schemeClr val="bg1"/>
                </a:solidFill>
                <a:latin typeface="Arial" panose="020B0604020202020204" pitchFamily="34" charset="0"/>
              </a:defRPr>
            </a:lvl4pPr>
            <a:lvl5pPr marL="2057400" indent="-228600">
              <a:spcBef>
                <a:spcPct val="20000"/>
              </a:spcBef>
              <a:buClr>
                <a:srgbClr val="FFCC00"/>
              </a:buClr>
              <a:buSzPct val="75000"/>
              <a:buFont typeface="Wingdings" panose="05000000000000000000" pitchFamily="2" charset="2"/>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9pPr>
          </a:lstStyle>
          <a:p>
            <a:pPr eaLnBrk="1" hangingPunct="1">
              <a:spcBef>
                <a:spcPct val="50000"/>
              </a:spcBef>
              <a:buClrTx/>
              <a:buSzTx/>
              <a:buFontTx/>
              <a:buNone/>
            </a:pPr>
            <a:endParaRPr lang="es-ES" altLang="es-AR" sz="1800" b="1">
              <a:solidFill>
                <a:srgbClr val="FFCC00"/>
              </a:solidFill>
            </a:endParaRPr>
          </a:p>
        </p:txBody>
      </p:sp>
      <p:sp>
        <p:nvSpPr>
          <p:cNvPr id="35" name="Rectangle 53">
            <a:extLst>
              <a:ext uri="{FF2B5EF4-FFF2-40B4-BE49-F238E27FC236}">
                <a16:creationId xmlns:a16="http://schemas.microsoft.com/office/drawing/2014/main" id="{B16D4A1C-5218-41CC-89DD-3FE1E5D5A813}"/>
              </a:ext>
            </a:extLst>
          </p:cNvPr>
          <p:cNvSpPr>
            <a:spLocks noChangeArrowheads="1"/>
          </p:cNvSpPr>
          <p:nvPr/>
        </p:nvSpPr>
        <p:spPr bwMode="auto">
          <a:xfrm>
            <a:off x="3222727" y="1268231"/>
            <a:ext cx="371475" cy="138499"/>
          </a:xfrm>
          <a:prstGeom prst="rect">
            <a:avLst/>
          </a:prstGeom>
          <a:solidFill>
            <a:schemeClr val="bg1"/>
          </a:solidFill>
          <a:ln>
            <a:noFill/>
          </a:ln>
        </p:spPr>
        <p:txBody>
          <a:bodyPr wrap="square" lIns="0" tIns="0" rIns="0" bIns="0">
            <a:spAutoFit/>
          </a:bodyPr>
          <a:lstStyle>
            <a:lvl1pPr>
              <a:spcBef>
                <a:spcPct val="20000"/>
              </a:spcBef>
              <a:buClr>
                <a:srgbClr val="FFCC00"/>
              </a:buClr>
              <a:buSzPct val="120000"/>
              <a:buChar char="•"/>
              <a:defRPr sz="3200">
                <a:solidFill>
                  <a:schemeClr val="bg1"/>
                </a:solidFill>
                <a:latin typeface="Arial" panose="020B0604020202020204" pitchFamily="34" charset="0"/>
              </a:defRPr>
            </a:lvl1pPr>
            <a:lvl2pPr marL="742950" indent="-285750">
              <a:spcBef>
                <a:spcPct val="20000"/>
              </a:spcBef>
              <a:buClr>
                <a:srgbClr val="FFCC00"/>
              </a:buClr>
              <a:buSzPct val="75000"/>
              <a:buFont typeface="Wingdings" panose="05000000000000000000" pitchFamily="2" charset="2"/>
              <a:buChar char="Ø"/>
              <a:defRPr sz="2800">
                <a:solidFill>
                  <a:schemeClr val="bg1"/>
                </a:solidFill>
                <a:latin typeface="Arial" panose="020B0604020202020204" pitchFamily="34" charset="0"/>
              </a:defRPr>
            </a:lvl2pPr>
            <a:lvl3pPr marL="1143000" indent="-228600">
              <a:spcBef>
                <a:spcPct val="20000"/>
              </a:spcBef>
              <a:buClr>
                <a:srgbClr val="FFCC00"/>
              </a:buClr>
              <a:buSzPct val="75000"/>
              <a:buFont typeface="Wingdings" panose="05000000000000000000" pitchFamily="2" charset="2"/>
              <a:buChar char="v"/>
              <a:defRPr sz="2400">
                <a:solidFill>
                  <a:schemeClr val="bg1"/>
                </a:solidFill>
                <a:latin typeface="Arial" panose="020B0604020202020204" pitchFamily="34" charset="0"/>
              </a:defRPr>
            </a:lvl3pPr>
            <a:lvl4pPr marL="1600200" indent="-228600">
              <a:spcBef>
                <a:spcPct val="20000"/>
              </a:spcBef>
              <a:buClr>
                <a:srgbClr val="FFCC00"/>
              </a:buClr>
              <a:buSzPct val="75000"/>
              <a:buFont typeface="Wingdings" panose="05000000000000000000" pitchFamily="2" charset="2"/>
              <a:buChar char="ü"/>
              <a:defRPr sz="2000">
                <a:solidFill>
                  <a:schemeClr val="bg1"/>
                </a:solidFill>
                <a:latin typeface="Arial" panose="020B0604020202020204" pitchFamily="34" charset="0"/>
              </a:defRPr>
            </a:lvl4pPr>
            <a:lvl5pPr marL="2057400" indent="-228600">
              <a:spcBef>
                <a:spcPct val="20000"/>
              </a:spcBef>
              <a:buClr>
                <a:srgbClr val="FFCC00"/>
              </a:buClr>
              <a:buSzPct val="75000"/>
              <a:buFont typeface="Wingdings" panose="05000000000000000000" pitchFamily="2" charset="2"/>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lr>
                <a:srgbClr val="FFCC00"/>
              </a:buClr>
              <a:buSzPct val="75000"/>
              <a:buFont typeface="Wingdings" panose="05000000000000000000" pitchFamily="2" charset="2"/>
              <a:buChar char="§"/>
              <a:defRPr sz="2000">
                <a:solidFill>
                  <a:schemeClr val="bg1"/>
                </a:solidFill>
                <a:latin typeface="Arial" panose="020B0604020202020204" pitchFamily="34" charset="0"/>
              </a:defRPr>
            </a:lvl9pPr>
          </a:lstStyle>
          <a:p>
            <a:pPr algn="ctr" eaLnBrk="1" hangingPunct="1">
              <a:spcBef>
                <a:spcPct val="50000"/>
              </a:spcBef>
              <a:buClrTx/>
              <a:buSzTx/>
              <a:buFontTx/>
              <a:buNone/>
            </a:pPr>
            <a:r>
              <a:rPr lang="es-CR" altLang="es-AR" sz="900" b="1" dirty="0">
                <a:solidFill>
                  <a:srgbClr val="000000"/>
                </a:solidFill>
              </a:rPr>
              <a:t>Objeto</a:t>
            </a:r>
            <a:endParaRPr lang="es-CR" altLang="es-AR" sz="1800" b="1" dirty="0">
              <a:solidFill>
                <a:srgbClr val="FFCC00"/>
              </a:solidFill>
            </a:endParaRPr>
          </a:p>
        </p:txBody>
      </p:sp>
    </p:spTree>
    <p:extLst>
      <p:ext uri="{BB962C8B-B14F-4D97-AF65-F5344CB8AC3E}">
        <p14:creationId xmlns:p14="http://schemas.microsoft.com/office/powerpoint/2010/main" val="1705830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476E9C5-55AD-4176-ABFC-7C3AD6FF16A1}"/>
              </a:ext>
            </a:extLst>
          </p:cNvPr>
          <p:cNvSpPr>
            <a:spLocks noGrp="1" noChangeArrowheads="1"/>
          </p:cNvSpPr>
          <p:nvPr>
            <p:ph type="title"/>
          </p:nvPr>
        </p:nvSpPr>
        <p:spPr/>
        <p:txBody>
          <a:bodyPr/>
          <a:lstStyle/>
          <a:p>
            <a:pPr eaLnBrk="1" hangingPunct="1"/>
            <a:r>
              <a:rPr lang="es-AR" altLang="en-US"/>
              <a:t>ADO.NET - </a:t>
            </a:r>
            <a:r>
              <a:rPr lang="en-US" altLang="en-US"/>
              <a:t>Namespaces</a:t>
            </a:r>
          </a:p>
        </p:txBody>
      </p:sp>
      <p:sp>
        <p:nvSpPr>
          <p:cNvPr id="7171" name="Rectangle 3">
            <a:extLst>
              <a:ext uri="{FF2B5EF4-FFF2-40B4-BE49-F238E27FC236}">
                <a16:creationId xmlns:a16="http://schemas.microsoft.com/office/drawing/2014/main" id="{9BEDDFE3-EA58-4E7F-9F1A-4BD62CC64B27}"/>
              </a:ext>
            </a:extLst>
          </p:cNvPr>
          <p:cNvSpPr>
            <a:spLocks noGrp="1" noChangeArrowheads="1"/>
          </p:cNvSpPr>
          <p:nvPr>
            <p:ph type="body" idx="1"/>
          </p:nvPr>
        </p:nvSpPr>
        <p:spPr>
          <a:xfrm>
            <a:off x="457200" y="1196975"/>
            <a:ext cx="8686800" cy="5472113"/>
          </a:xfrm>
        </p:spPr>
        <p:txBody>
          <a:bodyPr/>
          <a:lstStyle/>
          <a:p>
            <a:pPr eaLnBrk="1" hangingPunct="1"/>
            <a:r>
              <a:rPr lang="es-AR" altLang="en-US" dirty="0"/>
              <a:t>Use la instrucción </a:t>
            </a:r>
            <a:r>
              <a:rPr lang="es-AR" altLang="en-US" dirty="0" err="1"/>
              <a:t>using</a:t>
            </a:r>
            <a:r>
              <a:rPr lang="es-AR" altLang="en-US" dirty="0"/>
              <a:t> para importar </a:t>
            </a:r>
            <a:r>
              <a:rPr lang="es-AR" altLang="en-US" dirty="0" err="1"/>
              <a:t>namespaces</a:t>
            </a:r>
            <a:r>
              <a:rPr lang="es-AR" altLang="en-US" dirty="0"/>
              <a:t>:</a:t>
            </a:r>
          </a:p>
          <a:p>
            <a:pPr lvl="1" eaLnBrk="1" hangingPunct="1"/>
            <a:r>
              <a:rPr lang="es-AR" altLang="en-US" dirty="0" err="1"/>
              <a:t>System.Data</a:t>
            </a:r>
            <a:endParaRPr lang="es-AR" altLang="en-US" dirty="0"/>
          </a:p>
          <a:p>
            <a:pPr lvl="1" eaLnBrk="1" hangingPunct="1"/>
            <a:r>
              <a:rPr lang="es-AR" altLang="en-US" dirty="0" err="1"/>
              <a:t>System.Data.Common</a:t>
            </a:r>
            <a:endParaRPr lang="es-AR" altLang="en-US" dirty="0"/>
          </a:p>
          <a:p>
            <a:pPr eaLnBrk="1" hangingPunct="1"/>
            <a:r>
              <a:rPr lang="es-AR" altLang="en-US" dirty="0"/>
              <a:t>Depende del origen de datos a usar (Data </a:t>
            </a:r>
            <a:r>
              <a:rPr lang="es-AR" altLang="en-US" dirty="0" err="1"/>
              <a:t>Provider</a:t>
            </a:r>
            <a:r>
              <a:rPr lang="es-AR" altLang="en-US" dirty="0"/>
              <a:t>):</a:t>
            </a:r>
          </a:p>
          <a:p>
            <a:pPr lvl="1" eaLnBrk="1" hangingPunct="1"/>
            <a:r>
              <a:rPr lang="es-AR" altLang="en-US" dirty="0" err="1"/>
              <a:t>System.Data.SqlClient</a:t>
            </a:r>
            <a:endParaRPr lang="es-AR" altLang="en-US" dirty="0"/>
          </a:p>
          <a:p>
            <a:pPr lvl="1" eaLnBrk="1" hangingPunct="1"/>
            <a:r>
              <a:rPr lang="es-AR" altLang="en-US" dirty="0" err="1"/>
              <a:t>System.Data.OleDB</a:t>
            </a:r>
            <a:endParaRPr lang="es-AR" altLang="en-US" dirty="0"/>
          </a:p>
          <a:p>
            <a:pPr lvl="1" eaLnBrk="1" hangingPunct="1"/>
            <a:r>
              <a:rPr lang="es-AR" altLang="en-US" dirty="0" err="1"/>
              <a:t>System.Data.ODBC</a:t>
            </a:r>
            <a:endParaRPr lang="es-AR" altLang="en-US" dirty="0"/>
          </a:p>
          <a:p>
            <a:pPr lvl="1" eaLnBrk="1" hangingPunct="1"/>
            <a:r>
              <a:rPr lang="es-AR" altLang="en-US" dirty="0" err="1"/>
              <a:t>System.Data.OracleClient</a:t>
            </a:r>
            <a:endParaRPr lang="es-A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ABB2D51-54C7-4E03-8AC1-87F65AC5F825}"/>
              </a:ext>
            </a:extLst>
          </p:cNvPr>
          <p:cNvSpPr>
            <a:spLocks noGrp="1" noChangeArrowheads="1"/>
          </p:cNvSpPr>
          <p:nvPr>
            <p:ph type="title"/>
          </p:nvPr>
        </p:nvSpPr>
        <p:spPr/>
        <p:txBody>
          <a:bodyPr/>
          <a:lstStyle/>
          <a:p>
            <a:pPr eaLnBrk="1" hangingPunct="1"/>
            <a:r>
              <a:rPr lang="es-AR" altLang="en-US"/>
              <a:t>DataTable</a:t>
            </a:r>
          </a:p>
        </p:txBody>
      </p:sp>
      <p:sp>
        <p:nvSpPr>
          <p:cNvPr id="8195" name="Rectangle 3">
            <a:extLst>
              <a:ext uri="{FF2B5EF4-FFF2-40B4-BE49-F238E27FC236}">
                <a16:creationId xmlns:a16="http://schemas.microsoft.com/office/drawing/2014/main" id="{6F1160E6-588F-445D-A852-1004B30192EB}"/>
              </a:ext>
            </a:extLst>
          </p:cNvPr>
          <p:cNvSpPr>
            <a:spLocks noGrp="1" noChangeArrowheads="1"/>
          </p:cNvSpPr>
          <p:nvPr>
            <p:ph type="body" idx="1"/>
          </p:nvPr>
        </p:nvSpPr>
        <p:spPr/>
        <p:txBody>
          <a:bodyPr/>
          <a:lstStyle/>
          <a:p>
            <a:pPr eaLnBrk="1" hangingPunct="1">
              <a:lnSpc>
                <a:spcPct val="80000"/>
              </a:lnSpc>
            </a:pPr>
            <a:r>
              <a:rPr lang="es-AR" altLang="en-US" sz="2800" dirty="0"/>
              <a:t>Es el objeto central de la biblioteca ADO.NET para manejar datos (sino se usan objetos)</a:t>
            </a:r>
          </a:p>
          <a:p>
            <a:pPr eaLnBrk="1" hangingPunct="1">
              <a:lnSpc>
                <a:spcPct val="80000"/>
              </a:lnSpc>
            </a:pPr>
            <a:endParaRPr lang="es-AR" altLang="en-US" sz="2800" dirty="0"/>
          </a:p>
          <a:p>
            <a:pPr eaLnBrk="1" hangingPunct="1">
              <a:lnSpc>
                <a:spcPct val="80000"/>
              </a:lnSpc>
            </a:pPr>
            <a:r>
              <a:rPr lang="es-AR" altLang="en-US" sz="2800" dirty="0"/>
              <a:t>El esquema esta definido por </a:t>
            </a:r>
            <a:r>
              <a:rPr lang="es-AR" altLang="en-US" sz="2800" dirty="0" err="1"/>
              <a:t>DataColumnCollection</a:t>
            </a:r>
            <a:r>
              <a:rPr lang="es-AR" altLang="en-US" sz="2800" dirty="0"/>
              <a:t>.</a:t>
            </a:r>
          </a:p>
          <a:p>
            <a:pPr eaLnBrk="1" hangingPunct="1">
              <a:lnSpc>
                <a:spcPct val="80000"/>
              </a:lnSpc>
            </a:pPr>
            <a:endParaRPr lang="es-AR" altLang="en-US" sz="2800" dirty="0"/>
          </a:p>
          <a:p>
            <a:pPr eaLnBrk="1" hangingPunct="1">
              <a:lnSpc>
                <a:spcPct val="80000"/>
              </a:lnSpc>
            </a:pPr>
            <a:r>
              <a:rPr lang="es-AR" altLang="en-US" sz="2800" dirty="0"/>
              <a:t>Mantiene la integridad de los datos por medio de </a:t>
            </a:r>
            <a:r>
              <a:rPr lang="es-AR" altLang="en-US" sz="2800" dirty="0" err="1"/>
              <a:t>Constraints</a:t>
            </a:r>
            <a:endParaRPr lang="es-AR" altLang="en-US" sz="2800" dirty="0"/>
          </a:p>
          <a:p>
            <a:pPr eaLnBrk="1" hangingPunct="1">
              <a:lnSpc>
                <a:spcPct val="80000"/>
              </a:lnSpc>
            </a:pPr>
            <a:endParaRPr lang="es-AR" altLang="en-US" sz="2800" dirty="0"/>
          </a:p>
          <a:p>
            <a:pPr eaLnBrk="1" hangingPunct="1">
              <a:lnSpc>
                <a:spcPct val="80000"/>
              </a:lnSpc>
            </a:pPr>
            <a:r>
              <a:rPr lang="es-AR" altLang="en-US" sz="2800" dirty="0"/>
              <a:t>Por medio de sus eventos podemos controlar los diferentes estados de los registros.</a:t>
            </a:r>
          </a:p>
          <a:p>
            <a:pPr eaLnBrk="1" hangingPunct="1">
              <a:lnSpc>
                <a:spcPct val="80000"/>
              </a:lnSpc>
            </a:pPr>
            <a:endParaRPr lang="es-AR" altLang="en-US" sz="2800" dirty="0"/>
          </a:p>
          <a:p>
            <a:pPr eaLnBrk="1" hangingPunct="1">
              <a:lnSpc>
                <a:spcPct val="80000"/>
              </a:lnSpc>
            </a:pPr>
            <a:r>
              <a:rPr lang="es-AR" altLang="en-US" sz="2800" dirty="0"/>
              <a:t>Desconoce su origen de datos, por lo que funciona como una entidad independiente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56D7BC6-2001-42BD-82D6-38C370F83F88}"/>
              </a:ext>
            </a:extLst>
          </p:cNvPr>
          <p:cNvSpPr>
            <a:spLocks noGrp="1" noChangeArrowheads="1"/>
          </p:cNvSpPr>
          <p:nvPr>
            <p:ph type="title"/>
          </p:nvPr>
        </p:nvSpPr>
        <p:spPr/>
        <p:txBody>
          <a:bodyPr/>
          <a:lstStyle/>
          <a:p>
            <a:pPr eaLnBrk="1" hangingPunct="1"/>
            <a:r>
              <a:rPr lang="es-AR" altLang="en-US"/>
              <a:t>DataTable</a:t>
            </a:r>
          </a:p>
        </p:txBody>
      </p:sp>
      <p:sp>
        <p:nvSpPr>
          <p:cNvPr id="9219" name="Rectangle 3">
            <a:extLst>
              <a:ext uri="{FF2B5EF4-FFF2-40B4-BE49-F238E27FC236}">
                <a16:creationId xmlns:a16="http://schemas.microsoft.com/office/drawing/2014/main" id="{38945AE9-6B9D-443A-BD37-CFDA0216AD52}"/>
              </a:ext>
            </a:extLst>
          </p:cNvPr>
          <p:cNvSpPr>
            <a:spLocks noGrp="1" noChangeArrowheads="1"/>
          </p:cNvSpPr>
          <p:nvPr>
            <p:ph type="body" idx="1"/>
          </p:nvPr>
        </p:nvSpPr>
        <p:spPr>
          <a:xfrm>
            <a:off x="156507" y="1446242"/>
            <a:ext cx="4259262" cy="1439862"/>
          </a:xfrm>
        </p:spPr>
        <p:txBody>
          <a:bodyPr/>
          <a:lstStyle/>
          <a:p>
            <a:pPr eaLnBrk="1" hangingPunct="1"/>
            <a:r>
              <a:rPr lang="es-AR" altLang="en-US" sz="2000" dirty="0" err="1"/>
              <a:t>System.Data.DataTable</a:t>
            </a:r>
            <a:endParaRPr lang="es-AR" altLang="en-US" sz="2000" dirty="0"/>
          </a:p>
          <a:p>
            <a:pPr eaLnBrk="1" hangingPunct="1"/>
            <a:r>
              <a:rPr lang="es-AR" altLang="en-US" sz="2000" dirty="0" err="1"/>
              <a:t>System.Data.DataRow</a:t>
            </a:r>
            <a:endParaRPr lang="es-AR" altLang="en-US" sz="2000" dirty="0"/>
          </a:p>
          <a:p>
            <a:pPr eaLnBrk="1" hangingPunct="1"/>
            <a:r>
              <a:rPr lang="es-AR" altLang="en-US" sz="2000" dirty="0" err="1"/>
              <a:t>System.Data.DataColumn</a:t>
            </a:r>
            <a:endParaRPr lang="es-AR" altLang="en-US" sz="2000" dirty="0"/>
          </a:p>
        </p:txBody>
      </p:sp>
      <p:grpSp>
        <p:nvGrpSpPr>
          <p:cNvPr id="9221" name="34 Grupo">
            <a:extLst>
              <a:ext uri="{FF2B5EF4-FFF2-40B4-BE49-F238E27FC236}">
                <a16:creationId xmlns:a16="http://schemas.microsoft.com/office/drawing/2014/main" id="{5B80576F-A71D-4E1B-B037-0A9CD8C335C4}"/>
              </a:ext>
            </a:extLst>
          </p:cNvPr>
          <p:cNvGrpSpPr>
            <a:grpSpLocks/>
          </p:cNvGrpSpPr>
          <p:nvPr/>
        </p:nvGrpSpPr>
        <p:grpSpPr bwMode="auto">
          <a:xfrm>
            <a:off x="3708400" y="1401763"/>
            <a:ext cx="4554538" cy="4313237"/>
            <a:chOff x="3707904" y="1401763"/>
            <a:chExt cx="4555034" cy="4313981"/>
          </a:xfrm>
        </p:grpSpPr>
        <p:sp>
          <p:nvSpPr>
            <p:cNvPr id="9222" name="Rectangle 36">
              <a:extLst>
                <a:ext uri="{FF2B5EF4-FFF2-40B4-BE49-F238E27FC236}">
                  <a16:creationId xmlns:a16="http://schemas.microsoft.com/office/drawing/2014/main" id="{27890327-9DE0-42E0-8F7F-2C8728E1155C}"/>
                </a:ext>
              </a:extLst>
            </p:cNvPr>
            <p:cNvSpPr>
              <a:spLocks noChangeArrowheads="1"/>
            </p:cNvSpPr>
            <p:nvPr/>
          </p:nvSpPr>
          <p:spPr bwMode="auto">
            <a:xfrm>
              <a:off x="7209870" y="3430383"/>
              <a:ext cx="1053068" cy="531341"/>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223" name="Rectangle 37">
              <a:extLst>
                <a:ext uri="{FF2B5EF4-FFF2-40B4-BE49-F238E27FC236}">
                  <a16:creationId xmlns:a16="http://schemas.microsoft.com/office/drawing/2014/main" id="{A2D719A3-4A17-4434-A029-41916717FA2E}"/>
                </a:ext>
              </a:extLst>
            </p:cNvPr>
            <p:cNvSpPr>
              <a:spLocks noChangeArrowheads="1"/>
            </p:cNvSpPr>
            <p:nvPr/>
          </p:nvSpPr>
          <p:spPr bwMode="auto">
            <a:xfrm>
              <a:off x="6236035" y="3430383"/>
              <a:ext cx="973835" cy="531341"/>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224" name="Rectangle 38">
              <a:extLst>
                <a:ext uri="{FF2B5EF4-FFF2-40B4-BE49-F238E27FC236}">
                  <a16:creationId xmlns:a16="http://schemas.microsoft.com/office/drawing/2014/main" id="{14CBA6A0-A1D7-4767-88B1-B6B87CD1F0ED}"/>
                </a:ext>
              </a:extLst>
            </p:cNvPr>
            <p:cNvSpPr>
              <a:spLocks noChangeArrowheads="1"/>
            </p:cNvSpPr>
            <p:nvPr/>
          </p:nvSpPr>
          <p:spPr bwMode="auto">
            <a:xfrm>
              <a:off x="5105176" y="3430383"/>
              <a:ext cx="1130859" cy="531341"/>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225" name="Rectangle 39">
              <a:extLst>
                <a:ext uri="{FF2B5EF4-FFF2-40B4-BE49-F238E27FC236}">
                  <a16:creationId xmlns:a16="http://schemas.microsoft.com/office/drawing/2014/main" id="{E9A69126-5F61-465C-A47C-E82AE0CBFD8D}"/>
                </a:ext>
              </a:extLst>
            </p:cNvPr>
            <p:cNvSpPr>
              <a:spLocks noChangeArrowheads="1"/>
            </p:cNvSpPr>
            <p:nvPr/>
          </p:nvSpPr>
          <p:spPr bwMode="auto">
            <a:xfrm>
              <a:off x="7209870" y="2897554"/>
              <a:ext cx="1053068" cy="532829"/>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226" name="Rectangle 40">
              <a:extLst>
                <a:ext uri="{FF2B5EF4-FFF2-40B4-BE49-F238E27FC236}">
                  <a16:creationId xmlns:a16="http://schemas.microsoft.com/office/drawing/2014/main" id="{7892CC05-DF36-4F23-B2E7-84F4C69550B1}"/>
                </a:ext>
              </a:extLst>
            </p:cNvPr>
            <p:cNvSpPr>
              <a:spLocks noChangeArrowheads="1"/>
            </p:cNvSpPr>
            <p:nvPr/>
          </p:nvSpPr>
          <p:spPr bwMode="auto">
            <a:xfrm>
              <a:off x="6236035" y="2897554"/>
              <a:ext cx="973835" cy="532829"/>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227" name="Rectangle 41">
              <a:extLst>
                <a:ext uri="{FF2B5EF4-FFF2-40B4-BE49-F238E27FC236}">
                  <a16:creationId xmlns:a16="http://schemas.microsoft.com/office/drawing/2014/main" id="{DFB18D28-2226-46EC-AA0E-08B96435C13E}"/>
                </a:ext>
              </a:extLst>
            </p:cNvPr>
            <p:cNvSpPr>
              <a:spLocks noChangeArrowheads="1"/>
            </p:cNvSpPr>
            <p:nvPr/>
          </p:nvSpPr>
          <p:spPr bwMode="auto">
            <a:xfrm>
              <a:off x="5105176" y="2897554"/>
              <a:ext cx="1130859" cy="532829"/>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228" name="Rectangle 42">
              <a:extLst>
                <a:ext uri="{FF2B5EF4-FFF2-40B4-BE49-F238E27FC236}">
                  <a16:creationId xmlns:a16="http://schemas.microsoft.com/office/drawing/2014/main" id="{BE993580-2690-47AE-9D06-283A7AC3810A}"/>
                </a:ext>
              </a:extLst>
            </p:cNvPr>
            <p:cNvSpPr>
              <a:spLocks noChangeArrowheads="1"/>
            </p:cNvSpPr>
            <p:nvPr/>
          </p:nvSpPr>
          <p:spPr bwMode="auto">
            <a:xfrm>
              <a:off x="7209870" y="2366214"/>
              <a:ext cx="1053068" cy="531341"/>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229" name="Rectangle 43">
              <a:extLst>
                <a:ext uri="{FF2B5EF4-FFF2-40B4-BE49-F238E27FC236}">
                  <a16:creationId xmlns:a16="http://schemas.microsoft.com/office/drawing/2014/main" id="{B2D238FD-157C-4EED-9E5D-843F191AF38D}"/>
                </a:ext>
              </a:extLst>
            </p:cNvPr>
            <p:cNvSpPr>
              <a:spLocks noChangeArrowheads="1"/>
            </p:cNvSpPr>
            <p:nvPr/>
          </p:nvSpPr>
          <p:spPr bwMode="auto">
            <a:xfrm>
              <a:off x="6236035" y="2366214"/>
              <a:ext cx="973835" cy="531341"/>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230" name="Rectangle 44">
              <a:extLst>
                <a:ext uri="{FF2B5EF4-FFF2-40B4-BE49-F238E27FC236}">
                  <a16:creationId xmlns:a16="http://schemas.microsoft.com/office/drawing/2014/main" id="{FF1ADB1A-B921-45F5-9A1C-AB3E73EF2446}"/>
                </a:ext>
              </a:extLst>
            </p:cNvPr>
            <p:cNvSpPr>
              <a:spLocks noChangeArrowheads="1"/>
            </p:cNvSpPr>
            <p:nvPr/>
          </p:nvSpPr>
          <p:spPr bwMode="auto">
            <a:xfrm>
              <a:off x="5105176" y="2366214"/>
              <a:ext cx="1130859" cy="531341"/>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231" name="Rectangle 45">
              <a:extLst>
                <a:ext uri="{FF2B5EF4-FFF2-40B4-BE49-F238E27FC236}">
                  <a16:creationId xmlns:a16="http://schemas.microsoft.com/office/drawing/2014/main" id="{8AF1F0BA-DDBF-4A67-ACC2-4CACCED6DD0E}"/>
                </a:ext>
              </a:extLst>
            </p:cNvPr>
            <p:cNvSpPr>
              <a:spLocks noChangeArrowheads="1"/>
            </p:cNvSpPr>
            <p:nvPr/>
          </p:nvSpPr>
          <p:spPr bwMode="auto">
            <a:xfrm>
              <a:off x="7209870" y="1833384"/>
              <a:ext cx="1053068" cy="532829"/>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232" name="Rectangle 46">
              <a:extLst>
                <a:ext uri="{FF2B5EF4-FFF2-40B4-BE49-F238E27FC236}">
                  <a16:creationId xmlns:a16="http://schemas.microsoft.com/office/drawing/2014/main" id="{AFC2BF3C-87B9-4023-99E5-D3955478BE42}"/>
                </a:ext>
              </a:extLst>
            </p:cNvPr>
            <p:cNvSpPr>
              <a:spLocks noChangeArrowheads="1"/>
            </p:cNvSpPr>
            <p:nvPr/>
          </p:nvSpPr>
          <p:spPr bwMode="auto">
            <a:xfrm>
              <a:off x="6236035" y="1833384"/>
              <a:ext cx="973835" cy="532829"/>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233" name="Rectangle 47">
              <a:extLst>
                <a:ext uri="{FF2B5EF4-FFF2-40B4-BE49-F238E27FC236}">
                  <a16:creationId xmlns:a16="http://schemas.microsoft.com/office/drawing/2014/main" id="{B33A4ABD-8EB1-4A89-A725-5BBF9ED2EFB9}"/>
                </a:ext>
              </a:extLst>
            </p:cNvPr>
            <p:cNvSpPr>
              <a:spLocks noChangeArrowheads="1"/>
            </p:cNvSpPr>
            <p:nvPr/>
          </p:nvSpPr>
          <p:spPr bwMode="auto">
            <a:xfrm>
              <a:off x="5105176" y="1833384"/>
              <a:ext cx="1130859" cy="532829"/>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234" name="Line 48">
              <a:extLst>
                <a:ext uri="{FF2B5EF4-FFF2-40B4-BE49-F238E27FC236}">
                  <a16:creationId xmlns:a16="http://schemas.microsoft.com/office/drawing/2014/main" id="{1440A64E-F7F4-4201-AA85-837DC152072D}"/>
                </a:ext>
              </a:extLst>
            </p:cNvPr>
            <p:cNvSpPr>
              <a:spLocks noChangeShapeType="1"/>
            </p:cNvSpPr>
            <p:nvPr/>
          </p:nvSpPr>
          <p:spPr bwMode="auto">
            <a:xfrm>
              <a:off x="5105176" y="1833384"/>
              <a:ext cx="3157762" cy="0"/>
            </a:xfrm>
            <a:prstGeom prst="line">
              <a:avLst/>
            </a:prstGeom>
            <a:noFill/>
            <a:ln w="28575"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5" name="Line 49">
              <a:extLst>
                <a:ext uri="{FF2B5EF4-FFF2-40B4-BE49-F238E27FC236}">
                  <a16:creationId xmlns:a16="http://schemas.microsoft.com/office/drawing/2014/main" id="{2955D729-0606-4E37-9B0F-130CD3288A5E}"/>
                </a:ext>
              </a:extLst>
            </p:cNvPr>
            <p:cNvSpPr>
              <a:spLocks noChangeShapeType="1"/>
            </p:cNvSpPr>
            <p:nvPr/>
          </p:nvSpPr>
          <p:spPr bwMode="auto">
            <a:xfrm>
              <a:off x="5105176" y="2366214"/>
              <a:ext cx="315776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6" name="Line 50">
              <a:extLst>
                <a:ext uri="{FF2B5EF4-FFF2-40B4-BE49-F238E27FC236}">
                  <a16:creationId xmlns:a16="http://schemas.microsoft.com/office/drawing/2014/main" id="{4160F9ED-C916-4B41-B748-D6085089CE53}"/>
                </a:ext>
              </a:extLst>
            </p:cNvPr>
            <p:cNvSpPr>
              <a:spLocks noChangeShapeType="1"/>
            </p:cNvSpPr>
            <p:nvPr/>
          </p:nvSpPr>
          <p:spPr bwMode="auto">
            <a:xfrm>
              <a:off x="5105176" y="2897554"/>
              <a:ext cx="315776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7" name="Line 51">
              <a:extLst>
                <a:ext uri="{FF2B5EF4-FFF2-40B4-BE49-F238E27FC236}">
                  <a16:creationId xmlns:a16="http://schemas.microsoft.com/office/drawing/2014/main" id="{3A3DBE41-9679-4A47-99FC-C0C9B2A3EF0A}"/>
                </a:ext>
              </a:extLst>
            </p:cNvPr>
            <p:cNvSpPr>
              <a:spLocks noChangeShapeType="1"/>
            </p:cNvSpPr>
            <p:nvPr/>
          </p:nvSpPr>
          <p:spPr bwMode="auto">
            <a:xfrm>
              <a:off x="5105176" y="3430383"/>
              <a:ext cx="315776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8" name="Line 52">
              <a:extLst>
                <a:ext uri="{FF2B5EF4-FFF2-40B4-BE49-F238E27FC236}">
                  <a16:creationId xmlns:a16="http://schemas.microsoft.com/office/drawing/2014/main" id="{B43DD01F-B46C-48A1-91DE-804A76CFBF86}"/>
                </a:ext>
              </a:extLst>
            </p:cNvPr>
            <p:cNvSpPr>
              <a:spLocks noChangeShapeType="1"/>
            </p:cNvSpPr>
            <p:nvPr/>
          </p:nvSpPr>
          <p:spPr bwMode="auto">
            <a:xfrm>
              <a:off x="5105176" y="3961724"/>
              <a:ext cx="3157762" cy="0"/>
            </a:xfrm>
            <a:prstGeom prst="line">
              <a:avLst/>
            </a:prstGeom>
            <a:noFill/>
            <a:ln w="28575"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9" name="Line 53">
              <a:extLst>
                <a:ext uri="{FF2B5EF4-FFF2-40B4-BE49-F238E27FC236}">
                  <a16:creationId xmlns:a16="http://schemas.microsoft.com/office/drawing/2014/main" id="{ABC8ECE5-ED08-4C69-82FF-51DB16AF218D}"/>
                </a:ext>
              </a:extLst>
            </p:cNvPr>
            <p:cNvSpPr>
              <a:spLocks noChangeShapeType="1"/>
            </p:cNvSpPr>
            <p:nvPr/>
          </p:nvSpPr>
          <p:spPr bwMode="auto">
            <a:xfrm>
              <a:off x="5105176" y="1833384"/>
              <a:ext cx="0" cy="2128340"/>
            </a:xfrm>
            <a:prstGeom prst="line">
              <a:avLst/>
            </a:prstGeom>
            <a:noFill/>
            <a:ln w="28575"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40" name="Line 54">
              <a:extLst>
                <a:ext uri="{FF2B5EF4-FFF2-40B4-BE49-F238E27FC236}">
                  <a16:creationId xmlns:a16="http://schemas.microsoft.com/office/drawing/2014/main" id="{83DE3F6E-3FAD-44B8-BCE0-1262DDB58F58}"/>
                </a:ext>
              </a:extLst>
            </p:cNvPr>
            <p:cNvSpPr>
              <a:spLocks noChangeShapeType="1"/>
            </p:cNvSpPr>
            <p:nvPr/>
          </p:nvSpPr>
          <p:spPr bwMode="auto">
            <a:xfrm>
              <a:off x="6236035" y="1833384"/>
              <a:ext cx="0" cy="212834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41" name="Line 55">
              <a:extLst>
                <a:ext uri="{FF2B5EF4-FFF2-40B4-BE49-F238E27FC236}">
                  <a16:creationId xmlns:a16="http://schemas.microsoft.com/office/drawing/2014/main" id="{ABAF76AF-89A4-4D1F-9B17-3F46F6A7A5CF}"/>
                </a:ext>
              </a:extLst>
            </p:cNvPr>
            <p:cNvSpPr>
              <a:spLocks noChangeShapeType="1"/>
            </p:cNvSpPr>
            <p:nvPr/>
          </p:nvSpPr>
          <p:spPr bwMode="auto">
            <a:xfrm>
              <a:off x="7209870" y="1833384"/>
              <a:ext cx="0" cy="212834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42" name="Line 56">
              <a:extLst>
                <a:ext uri="{FF2B5EF4-FFF2-40B4-BE49-F238E27FC236}">
                  <a16:creationId xmlns:a16="http://schemas.microsoft.com/office/drawing/2014/main" id="{39F4D064-EA73-4158-9828-DFD123DF2764}"/>
                </a:ext>
              </a:extLst>
            </p:cNvPr>
            <p:cNvSpPr>
              <a:spLocks noChangeShapeType="1"/>
            </p:cNvSpPr>
            <p:nvPr/>
          </p:nvSpPr>
          <p:spPr bwMode="auto">
            <a:xfrm>
              <a:off x="8262938" y="1833384"/>
              <a:ext cx="0" cy="2128340"/>
            </a:xfrm>
            <a:prstGeom prst="line">
              <a:avLst/>
            </a:prstGeom>
            <a:noFill/>
            <a:ln w="28575"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43" name="Rectangle 57">
              <a:extLst>
                <a:ext uri="{FF2B5EF4-FFF2-40B4-BE49-F238E27FC236}">
                  <a16:creationId xmlns:a16="http://schemas.microsoft.com/office/drawing/2014/main" id="{8BF7EF48-3D7B-43CA-ACCC-49F542034C05}"/>
                </a:ext>
              </a:extLst>
            </p:cNvPr>
            <p:cNvSpPr>
              <a:spLocks noChangeArrowheads="1"/>
            </p:cNvSpPr>
            <p:nvPr/>
          </p:nvSpPr>
          <p:spPr bwMode="auto">
            <a:xfrm>
              <a:off x="5301096" y="1401763"/>
              <a:ext cx="2774566" cy="575991"/>
            </a:xfrm>
            <a:prstGeom prst="rect">
              <a:avLst/>
            </a:prstGeom>
            <a:solidFill>
              <a:srgbClr val="FFCC00"/>
            </a:solidFill>
            <a:ln w="57150">
              <a:solidFill>
                <a:schemeClr val="accent2"/>
              </a:solidFill>
              <a:miter lim="800000"/>
              <a:headEnd/>
              <a:tailEnd/>
            </a:ln>
          </p:spPr>
          <p:txBody>
            <a:bodyP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800">
                  <a:solidFill>
                    <a:schemeClr val="tx1"/>
                  </a:solidFill>
                  <a:latin typeface="Arial Narrow" panose="020B0606020202030204" pitchFamily="34" charset="0"/>
                </a:rPr>
                <a:t>DataTable</a:t>
              </a:r>
            </a:p>
          </p:txBody>
        </p:sp>
        <p:sp>
          <p:nvSpPr>
            <p:cNvPr id="9244" name="AutoShape 58">
              <a:extLst>
                <a:ext uri="{FF2B5EF4-FFF2-40B4-BE49-F238E27FC236}">
                  <a16:creationId xmlns:a16="http://schemas.microsoft.com/office/drawing/2014/main" id="{62101E4C-4095-4483-941C-0077385B6223}"/>
                </a:ext>
              </a:extLst>
            </p:cNvPr>
            <p:cNvSpPr>
              <a:spLocks noChangeArrowheads="1"/>
            </p:cNvSpPr>
            <p:nvPr/>
          </p:nvSpPr>
          <p:spPr bwMode="auto">
            <a:xfrm>
              <a:off x="3707904" y="2442119"/>
              <a:ext cx="1299312" cy="406319"/>
            </a:xfrm>
            <a:prstGeom prst="homePlate">
              <a:avLst>
                <a:gd name="adj" fmla="val 78020"/>
              </a:avLst>
            </a:prstGeom>
            <a:solidFill>
              <a:schemeClr val="accent1"/>
            </a:solidFill>
            <a:ln w="9525">
              <a:solidFill>
                <a:schemeClr val="bg1"/>
              </a:solidFill>
              <a:miter lim="800000"/>
              <a:headEnd/>
              <a:tailEnd/>
            </a:ln>
          </p:spPr>
          <p:txBody>
            <a:bodyP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a:solidFill>
                    <a:schemeClr val="tx1"/>
                  </a:solidFill>
                  <a:latin typeface="Arial Narrow" panose="020B0606020202030204" pitchFamily="34" charset="0"/>
                </a:rPr>
                <a:t>DataRow</a:t>
              </a:r>
            </a:p>
          </p:txBody>
        </p:sp>
        <p:sp>
          <p:nvSpPr>
            <p:cNvPr id="9245" name="AutoShape 59">
              <a:extLst>
                <a:ext uri="{FF2B5EF4-FFF2-40B4-BE49-F238E27FC236}">
                  <a16:creationId xmlns:a16="http://schemas.microsoft.com/office/drawing/2014/main" id="{7C1F5296-5A0E-496A-BF15-19F9357B1084}"/>
                </a:ext>
              </a:extLst>
            </p:cNvPr>
            <p:cNvSpPr>
              <a:spLocks noChangeArrowheads="1"/>
            </p:cNvSpPr>
            <p:nvPr/>
          </p:nvSpPr>
          <p:spPr bwMode="auto">
            <a:xfrm>
              <a:off x="3707904" y="2989832"/>
              <a:ext cx="1299312" cy="406319"/>
            </a:xfrm>
            <a:prstGeom prst="homePlate">
              <a:avLst>
                <a:gd name="adj" fmla="val 78020"/>
              </a:avLst>
            </a:prstGeom>
            <a:solidFill>
              <a:schemeClr val="accent1"/>
            </a:solidFill>
            <a:ln w="9525">
              <a:solidFill>
                <a:schemeClr val="bg1"/>
              </a:solidFill>
              <a:miter lim="800000"/>
              <a:headEnd/>
              <a:tailEnd/>
            </a:ln>
          </p:spPr>
          <p:txBody>
            <a:bodyP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a:solidFill>
                    <a:schemeClr val="tx1"/>
                  </a:solidFill>
                  <a:latin typeface="Arial Narrow" panose="020B0606020202030204" pitchFamily="34" charset="0"/>
                </a:rPr>
                <a:t>DataRow</a:t>
              </a:r>
            </a:p>
          </p:txBody>
        </p:sp>
        <p:sp>
          <p:nvSpPr>
            <p:cNvPr id="9246" name="AutoShape 60">
              <a:extLst>
                <a:ext uri="{FF2B5EF4-FFF2-40B4-BE49-F238E27FC236}">
                  <a16:creationId xmlns:a16="http://schemas.microsoft.com/office/drawing/2014/main" id="{BED8040C-9F9B-418D-88D6-46518ED9E490}"/>
                </a:ext>
              </a:extLst>
            </p:cNvPr>
            <p:cNvSpPr>
              <a:spLocks noChangeArrowheads="1"/>
            </p:cNvSpPr>
            <p:nvPr/>
          </p:nvSpPr>
          <p:spPr bwMode="auto">
            <a:xfrm rot="-5400000">
              <a:off x="4923442" y="4669472"/>
              <a:ext cx="1629743" cy="406245"/>
            </a:xfrm>
            <a:prstGeom prst="homePlate">
              <a:avLst>
                <a:gd name="adj" fmla="val 104843"/>
              </a:avLst>
            </a:prstGeom>
            <a:solidFill>
              <a:schemeClr val="accent1"/>
            </a:solidFill>
            <a:ln w="9525">
              <a:solidFill>
                <a:schemeClr val="bg1"/>
              </a:solidFill>
              <a:miter lim="800000"/>
              <a:headEnd/>
              <a:tailEnd/>
            </a:ln>
          </p:spPr>
          <p:txBody>
            <a:bodyP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a:solidFill>
                    <a:schemeClr val="tx1"/>
                  </a:solidFill>
                  <a:latin typeface="Arial Narrow" panose="020B0606020202030204" pitchFamily="34" charset="0"/>
                </a:rPr>
                <a:t>DataColumn</a:t>
              </a:r>
            </a:p>
          </p:txBody>
        </p:sp>
        <p:sp>
          <p:nvSpPr>
            <p:cNvPr id="9247" name="AutoShape 61">
              <a:extLst>
                <a:ext uri="{FF2B5EF4-FFF2-40B4-BE49-F238E27FC236}">
                  <a16:creationId xmlns:a16="http://schemas.microsoft.com/office/drawing/2014/main" id="{5BD70B50-07B7-4693-A0C7-2C599463ECF0}"/>
                </a:ext>
              </a:extLst>
            </p:cNvPr>
            <p:cNvSpPr>
              <a:spLocks noChangeArrowheads="1"/>
            </p:cNvSpPr>
            <p:nvPr/>
          </p:nvSpPr>
          <p:spPr bwMode="auto">
            <a:xfrm rot="-5400000">
              <a:off x="5950579" y="4697750"/>
              <a:ext cx="1629743" cy="406245"/>
            </a:xfrm>
            <a:prstGeom prst="homePlate">
              <a:avLst>
                <a:gd name="adj" fmla="val 104843"/>
              </a:avLst>
            </a:prstGeom>
            <a:solidFill>
              <a:schemeClr val="accent1"/>
            </a:solidFill>
            <a:ln w="9525">
              <a:solidFill>
                <a:schemeClr val="bg1"/>
              </a:solidFill>
              <a:miter lim="800000"/>
              <a:headEnd/>
              <a:tailEnd/>
            </a:ln>
          </p:spPr>
          <p:txBody>
            <a:bodyP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a:solidFill>
                    <a:schemeClr val="tx1"/>
                  </a:solidFill>
                  <a:latin typeface="Arial Narrow" panose="020B0606020202030204" pitchFamily="34" charset="0"/>
                </a:rPr>
                <a:t>DataColumn</a:t>
              </a:r>
            </a:p>
          </p:txBody>
        </p:sp>
        <p:sp>
          <p:nvSpPr>
            <p:cNvPr id="9248" name="AutoShape 62">
              <a:extLst>
                <a:ext uri="{FF2B5EF4-FFF2-40B4-BE49-F238E27FC236}">
                  <a16:creationId xmlns:a16="http://schemas.microsoft.com/office/drawing/2014/main" id="{F98AD948-89B2-4185-8374-5739D5551F86}"/>
                </a:ext>
              </a:extLst>
            </p:cNvPr>
            <p:cNvSpPr>
              <a:spLocks noChangeArrowheads="1"/>
            </p:cNvSpPr>
            <p:nvPr/>
          </p:nvSpPr>
          <p:spPr bwMode="auto">
            <a:xfrm rot="-5400000">
              <a:off x="6917211" y="4697750"/>
              <a:ext cx="1629743" cy="406245"/>
            </a:xfrm>
            <a:prstGeom prst="homePlate">
              <a:avLst>
                <a:gd name="adj" fmla="val 104843"/>
              </a:avLst>
            </a:prstGeom>
            <a:solidFill>
              <a:schemeClr val="accent1"/>
            </a:solidFill>
            <a:ln w="9525">
              <a:solidFill>
                <a:schemeClr val="bg1"/>
              </a:solidFill>
              <a:miter lim="800000"/>
              <a:headEnd/>
              <a:tailEnd/>
            </a:ln>
          </p:spPr>
          <p:txBody>
            <a:bodyP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a:solidFill>
                    <a:schemeClr val="tx1"/>
                  </a:solidFill>
                  <a:latin typeface="Arial Narrow" panose="020B0606020202030204" pitchFamily="34" charset="0"/>
                </a:rPr>
                <a:t>DataColumn</a:t>
              </a:r>
            </a:p>
          </p:txBody>
        </p:sp>
        <p:sp>
          <p:nvSpPr>
            <p:cNvPr id="9249" name="AutoShape 63">
              <a:extLst>
                <a:ext uri="{FF2B5EF4-FFF2-40B4-BE49-F238E27FC236}">
                  <a16:creationId xmlns:a16="http://schemas.microsoft.com/office/drawing/2014/main" id="{43AFA423-BEF4-4C78-B955-24E36B648689}"/>
                </a:ext>
              </a:extLst>
            </p:cNvPr>
            <p:cNvSpPr>
              <a:spLocks noChangeArrowheads="1"/>
            </p:cNvSpPr>
            <p:nvPr/>
          </p:nvSpPr>
          <p:spPr bwMode="auto">
            <a:xfrm>
              <a:off x="3707904" y="1942034"/>
              <a:ext cx="1299312" cy="406319"/>
            </a:xfrm>
            <a:prstGeom prst="homePlate">
              <a:avLst>
                <a:gd name="adj" fmla="val 78020"/>
              </a:avLst>
            </a:prstGeom>
            <a:solidFill>
              <a:schemeClr val="accent1"/>
            </a:solidFill>
            <a:ln w="9525">
              <a:solidFill>
                <a:schemeClr val="bg1"/>
              </a:solidFill>
              <a:miter lim="800000"/>
              <a:headEnd/>
              <a:tailEnd/>
            </a:ln>
          </p:spPr>
          <p:txBody>
            <a:bodyP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a:solidFill>
                    <a:schemeClr val="tx1"/>
                  </a:solidFill>
                  <a:latin typeface="Arial Narrow" panose="020B0606020202030204" pitchFamily="34" charset="0"/>
                </a:rPr>
                <a:t>DataRow</a:t>
              </a:r>
            </a:p>
          </p:txBody>
        </p:sp>
        <p:sp>
          <p:nvSpPr>
            <p:cNvPr id="9250" name="AutoShape 64">
              <a:extLst>
                <a:ext uri="{FF2B5EF4-FFF2-40B4-BE49-F238E27FC236}">
                  <a16:creationId xmlns:a16="http://schemas.microsoft.com/office/drawing/2014/main" id="{345B0639-FBF8-4A38-94CE-CD10E5877664}"/>
                </a:ext>
              </a:extLst>
            </p:cNvPr>
            <p:cNvSpPr>
              <a:spLocks noChangeArrowheads="1"/>
            </p:cNvSpPr>
            <p:nvPr/>
          </p:nvSpPr>
          <p:spPr bwMode="auto">
            <a:xfrm>
              <a:off x="3707904" y="3489917"/>
              <a:ext cx="1299312" cy="406319"/>
            </a:xfrm>
            <a:prstGeom prst="homePlate">
              <a:avLst>
                <a:gd name="adj" fmla="val 78020"/>
              </a:avLst>
            </a:prstGeom>
            <a:solidFill>
              <a:schemeClr val="accent1"/>
            </a:solidFill>
            <a:ln w="9525">
              <a:solidFill>
                <a:schemeClr val="bg1"/>
              </a:solidFill>
              <a:miter lim="800000"/>
              <a:headEnd/>
              <a:tailEnd/>
            </a:ln>
          </p:spPr>
          <p:txBody>
            <a:bodyP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a:solidFill>
                    <a:schemeClr val="tx1"/>
                  </a:solidFill>
                  <a:latin typeface="Arial Narrow" panose="020B0606020202030204" pitchFamily="34" charset="0"/>
                </a:rPr>
                <a:t>DataRow</a:t>
              </a:r>
            </a:p>
          </p:txBody>
        </p:sp>
      </p:grpSp>
      <p:sp>
        <p:nvSpPr>
          <p:cNvPr id="35" name="Rectangle 3">
            <a:extLst>
              <a:ext uri="{FF2B5EF4-FFF2-40B4-BE49-F238E27FC236}">
                <a16:creationId xmlns:a16="http://schemas.microsoft.com/office/drawing/2014/main" id="{06507D7B-10AE-4F9D-AA37-06B5B3CA8EA5}"/>
              </a:ext>
            </a:extLst>
          </p:cNvPr>
          <p:cNvSpPr txBox="1">
            <a:spLocks noChangeArrowheads="1"/>
          </p:cNvSpPr>
          <p:nvPr/>
        </p:nvSpPr>
        <p:spPr bwMode="auto">
          <a:xfrm>
            <a:off x="168370" y="4191000"/>
            <a:ext cx="8119156" cy="234186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s-AR" altLang="en-US" sz="2400" kern="0" dirty="0"/>
              <a:t>Es </a:t>
            </a:r>
            <a:r>
              <a:rPr lang="es-AR" altLang="en-US" sz="2400" kern="0" dirty="0" err="1"/>
              <a:t>iXMLSerializable</a:t>
            </a:r>
            <a:endParaRPr lang="es-AR" altLang="en-US" sz="2400" kern="0" dirty="0"/>
          </a:p>
          <a:p>
            <a:r>
              <a:rPr lang="es-AR" altLang="en-US" sz="2400" kern="0" dirty="0"/>
              <a:t>Método </a:t>
            </a:r>
            <a:r>
              <a:rPr lang="es-AR" altLang="en-US" sz="2400" kern="0" dirty="0" err="1"/>
              <a:t>DataTable</a:t>
            </a:r>
            <a:r>
              <a:rPr lang="es-AR" altLang="en-US" sz="2400" kern="0" dirty="0"/>
              <a:t>/</a:t>
            </a:r>
            <a:r>
              <a:rPr lang="es-AR" altLang="en-US" sz="2400" kern="0" dirty="0" err="1"/>
              <a:t>DataSet.Load</a:t>
            </a:r>
            <a:r>
              <a:rPr lang="es-AR" altLang="en-US" sz="2400" kern="0" dirty="0"/>
              <a:t>()</a:t>
            </a:r>
          </a:p>
          <a:p>
            <a:r>
              <a:rPr lang="es-AR" altLang="en-US" sz="2400" kern="0" dirty="0"/>
              <a:t>Método </a:t>
            </a:r>
            <a:r>
              <a:rPr lang="es-AR" altLang="en-US" sz="2400" kern="0" dirty="0" err="1"/>
              <a:t>DataView.ToTable</a:t>
            </a:r>
            <a:r>
              <a:rPr lang="es-AR" altLang="en-US" sz="2400" kern="0" dirty="0"/>
              <a:t>()</a:t>
            </a:r>
          </a:p>
          <a:p>
            <a:r>
              <a:rPr lang="es-AR" altLang="en-US" sz="2400" kern="0" dirty="0" err="1"/>
              <a:t>RowState.SetAdded</a:t>
            </a:r>
            <a:r>
              <a:rPr lang="es-AR" altLang="en-US" sz="2400" kern="0" dirty="0"/>
              <a:t>/</a:t>
            </a:r>
            <a:r>
              <a:rPr lang="es-AR" altLang="en-US" sz="2400" kern="0" dirty="0" err="1"/>
              <a:t>SetModifie</a:t>
            </a:r>
            <a:endParaRPr lang="es-AR" altLang="en-US" sz="2400" kern="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EDDE76D2-07D8-4B38-84B3-AAD6738FB8A9}"/>
              </a:ext>
            </a:extLst>
          </p:cNvPr>
          <p:cNvSpPr>
            <a:spLocks noGrp="1" noChangeArrowheads="1"/>
          </p:cNvSpPr>
          <p:nvPr>
            <p:ph type="title"/>
          </p:nvPr>
        </p:nvSpPr>
        <p:spPr>
          <a:xfrm>
            <a:off x="457200" y="0"/>
            <a:ext cx="8578850" cy="777875"/>
          </a:xfrm>
        </p:spPr>
        <p:txBody>
          <a:bodyPr/>
          <a:lstStyle/>
          <a:p>
            <a:pPr eaLnBrk="1" hangingPunct="1"/>
            <a:r>
              <a:rPr lang="en-US" altLang="en-US" dirty="0" err="1"/>
              <a:t>DataTable</a:t>
            </a:r>
            <a:r>
              <a:rPr lang="es-AR" altLang="en-US" dirty="0"/>
              <a:t> - Miembros</a:t>
            </a:r>
          </a:p>
        </p:txBody>
      </p:sp>
      <p:graphicFrame>
        <p:nvGraphicFramePr>
          <p:cNvPr id="314528" name="Group 160">
            <a:extLst>
              <a:ext uri="{FF2B5EF4-FFF2-40B4-BE49-F238E27FC236}">
                <a16:creationId xmlns:a16="http://schemas.microsoft.com/office/drawing/2014/main" id="{4F514D17-AA39-4421-95A2-ECCDCDF23F00}"/>
              </a:ext>
            </a:extLst>
          </p:cNvPr>
          <p:cNvGraphicFramePr>
            <a:graphicFrameLocks noGrp="1"/>
          </p:cNvGraphicFramePr>
          <p:nvPr>
            <p:ph sz="half" idx="2"/>
          </p:nvPr>
        </p:nvGraphicFramePr>
        <p:xfrm>
          <a:off x="611188" y="1466850"/>
          <a:ext cx="8208962" cy="4629224"/>
        </p:xfrm>
        <a:graphic>
          <a:graphicData uri="http://schemas.openxmlformats.org/drawingml/2006/table">
            <a:tbl>
              <a:tblPr/>
              <a:tblGrid>
                <a:gridCol w="2316162">
                  <a:extLst>
                    <a:ext uri="{9D8B030D-6E8A-4147-A177-3AD203B41FA5}">
                      <a16:colId xmlns:a16="http://schemas.microsoft.com/office/drawing/2014/main" val="20000"/>
                    </a:ext>
                  </a:extLst>
                </a:gridCol>
                <a:gridCol w="5892800">
                  <a:extLst>
                    <a:ext uri="{9D8B030D-6E8A-4147-A177-3AD203B41FA5}">
                      <a16:colId xmlns:a16="http://schemas.microsoft.com/office/drawing/2014/main" val="20001"/>
                    </a:ext>
                  </a:extLst>
                </a:gridCol>
              </a:tblGrid>
              <a:tr h="719066">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.NewRow</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Devuelve un objeto DataRow vacio con el esquema del DataTable</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extLst>
                  <a:ext uri="{0D108BD9-81ED-4DB2-BD59-A6C34878D82A}">
                    <a16:rowId xmlns:a16="http://schemas.microsoft.com/office/drawing/2014/main" val="10000"/>
                  </a:ext>
                </a:extLst>
              </a:tr>
              <a:tr h="72065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.ReadXMLSchema</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Establece el Esquema del DataTable en base al contenido de un archivo XML</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extLst>
                  <a:ext uri="{0D108BD9-81ED-4DB2-BD59-A6C34878D82A}">
                    <a16:rowId xmlns:a16="http://schemas.microsoft.com/office/drawing/2014/main" val="10001"/>
                  </a:ext>
                </a:extLst>
              </a:tr>
              <a:tr h="72065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.ReadXML</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Carga el contenido del DataTable en base a un archivo XML o Objetos Stream, Objets, etc</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extLst>
                  <a:ext uri="{0D108BD9-81ED-4DB2-BD59-A6C34878D82A}">
                    <a16:rowId xmlns:a16="http://schemas.microsoft.com/office/drawing/2014/main" val="10002"/>
                  </a:ext>
                </a:extLst>
              </a:tr>
              <a:tr h="70101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.Rows</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Colección de Rows contenidos dentro del DataTable</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extLst>
                  <a:ext uri="{0D108BD9-81ED-4DB2-BD59-A6C34878D82A}">
                    <a16:rowId xmlns:a16="http://schemas.microsoft.com/office/drawing/2014/main" val="10003"/>
                  </a:ext>
                </a:extLst>
              </a:tr>
              <a:tr h="100580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.Select</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Método del cual podemos por medio de expresiones realizar consultas sobre los datarows cargados.</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extLst>
                  <a:ext uri="{0D108BD9-81ED-4DB2-BD59-A6C34878D82A}">
                    <a16:rowId xmlns:a16="http://schemas.microsoft.com/office/drawing/2014/main" val="10004"/>
                  </a:ext>
                </a:extLst>
              </a:tr>
              <a:tr h="761969">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.WriteXML</a:t>
                      </a:r>
                    </a:p>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endParaRPr kumimoji="0" lang="es-AR" sz="2000" b="0" i="0" u="none" strike="noStrike" cap="none" normalizeH="0" baseline="0">
                        <a:ln>
                          <a:noFill/>
                        </a:ln>
                        <a:solidFill>
                          <a:schemeClr val="bg1"/>
                        </a:solidFill>
                        <a:effectLst/>
                        <a:latin typeface="Arial" charset="0"/>
                      </a:endParaRP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Escribe un archivo .xml con el contenido del DataTable</a:t>
                      </a:r>
                    </a:p>
                  </a:txBody>
                  <a:tcPr marT="45716" marB="4571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443E662-15DC-4B73-B0FE-A37A1E6DC5B6}"/>
              </a:ext>
            </a:extLst>
          </p:cNvPr>
          <p:cNvSpPr>
            <a:spLocks noGrp="1" noChangeArrowheads="1"/>
          </p:cNvSpPr>
          <p:nvPr>
            <p:ph type="title"/>
          </p:nvPr>
        </p:nvSpPr>
        <p:spPr>
          <a:xfrm>
            <a:off x="457200" y="0"/>
            <a:ext cx="8578850" cy="777875"/>
          </a:xfrm>
        </p:spPr>
        <p:txBody>
          <a:bodyPr/>
          <a:lstStyle/>
          <a:p>
            <a:pPr eaLnBrk="1" hangingPunct="1"/>
            <a:r>
              <a:rPr lang="en-US" altLang="en-US" dirty="0" err="1"/>
              <a:t>DataTable</a:t>
            </a:r>
            <a:r>
              <a:rPr lang="es-AR" altLang="en-US" dirty="0"/>
              <a:t> - Miembros</a:t>
            </a:r>
          </a:p>
        </p:txBody>
      </p:sp>
      <p:graphicFrame>
        <p:nvGraphicFramePr>
          <p:cNvPr id="326714" name="Group 58">
            <a:extLst>
              <a:ext uri="{FF2B5EF4-FFF2-40B4-BE49-F238E27FC236}">
                <a16:creationId xmlns:a16="http://schemas.microsoft.com/office/drawing/2014/main" id="{1AB705E0-95D9-4C84-9A9E-56DCE6E76B19}"/>
              </a:ext>
            </a:extLst>
          </p:cNvPr>
          <p:cNvGraphicFramePr>
            <a:graphicFrameLocks noGrp="1"/>
          </p:cNvGraphicFramePr>
          <p:nvPr>
            <p:ph sz="half" idx="2"/>
          </p:nvPr>
        </p:nvGraphicFramePr>
        <p:xfrm>
          <a:off x="611188" y="1352550"/>
          <a:ext cx="8208962" cy="3644900"/>
        </p:xfrm>
        <a:graphic>
          <a:graphicData uri="http://schemas.openxmlformats.org/drawingml/2006/table">
            <a:tbl>
              <a:tblPr/>
              <a:tblGrid>
                <a:gridCol w="2316162">
                  <a:extLst>
                    <a:ext uri="{9D8B030D-6E8A-4147-A177-3AD203B41FA5}">
                      <a16:colId xmlns:a16="http://schemas.microsoft.com/office/drawing/2014/main" val="20000"/>
                    </a:ext>
                  </a:extLst>
                </a:gridCol>
                <a:gridCol w="5892800">
                  <a:extLst>
                    <a:ext uri="{9D8B030D-6E8A-4147-A177-3AD203B41FA5}">
                      <a16:colId xmlns:a16="http://schemas.microsoft.com/office/drawing/2014/main" val="20001"/>
                    </a:ext>
                  </a:extLst>
                </a:gridCol>
              </a:tblGrid>
              <a:tr h="719263">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.WriteXMLSchema</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AR" sz="2000" b="0" i="0" u="none" strike="noStrike" cap="none" normalizeH="0" baseline="0">
                          <a:ln>
                            <a:noFill/>
                          </a:ln>
                          <a:solidFill>
                            <a:schemeClr val="bg1"/>
                          </a:solidFill>
                          <a:effectLst/>
                          <a:latin typeface="Arial" charset="0"/>
                        </a:rPr>
                        <a:t>Escribe en un archivo .xml con el esquema utilizado en el DataTable</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extLst>
                  <a:ext uri="{0D108BD9-81ED-4DB2-BD59-A6C34878D82A}">
                    <a16:rowId xmlns:a16="http://schemas.microsoft.com/office/drawing/2014/main" val="10000"/>
                  </a:ext>
                </a:extLst>
              </a:tr>
              <a:tr h="504913">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.Columns</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Colección de objetos DataColumn</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extLst>
                  <a:ext uri="{0D108BD9-81ED-4DB2-BD59-A6C34878D82A}">
                    <a16:rowId xmlns:a16="http://schemas.microsoft.com/office/drawing/2014/main" val="10001"/>
                  </a:ext>
                </a:extLst>
              </a:tr>
              <a:tr h="720850">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.Columns.Add</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Insertamos un Objeto DataColumn o bien indicamos el nombre y el tipo</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extLst>
                  <a:ext uri="{0D108BD9-81ED-4DB2-BD59-A6C34878D82A}">
                    <a16:rowId xmlns:a16="http://schemas.microsoft.com/office/drawing/2014/main" val="10002"/>
                  </a:ext>
                </a:extLst>
              </a:tr>
              <a:tr h="492211">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.Columns.Remove</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AR" sz="2000" b="0" i="0" u="none" strike="noStrike" cap="none" normalizeH="0" baseline="0">
                          <a:ln>
                            <a:noFill/>
                          </a:ln>
                          <a:solidFill>
                            <a:schemeClr val="bg1"/>
                          </a:solidFill>
                          <a:effectLst/>
                          <a:latin typeface="Arial" charset="0"/>
                        </a:rPr>
                        <a:t>Eliminamos un objeto DataColumn del DataTable</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extLst>
                  <a:ext uri="{0D108BD9-81ED-4DB2-BD59-A6C34878D82A}">
                    <a16:rowId xmlns:a16="http://schemas.microsoft.com/office/drawing/2014/main" val="10003"/>
                  </a:ext>
                </a:extLst>
              </a:tr>
              <a:tr h="811354">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ES" sz="2000" b="0" i="0" u="none" strike="noStrike" cap="none" normalizeH="0" baseline="0">
                          <a:ln>
                            <a:noFill/>
                          </a:ln>
                          <a:solidFill>
                            <a:schemeClr val="bg1"/>
                          </a:solidFill>
                          <a:effectLst/>
                          <a:latin typeface="Arial" charset="0"/>
                        </a:rPr>
                        <a:t>.Load</a:t>
                      </a:r>
                      <a:endParaRPr kumimoji="0" lang="es-AR" sz="2000" b="0" i="0" u="none" strike="noStrike" cap="none" normalizeH="0" baseline="0">
                        <a:ln>
                          <a:noFill/>
                        </a:ln>
                        <a:solidFill>
                          <a:schemeClr val="bg1"/>
                        </a:solidFill>
                        <a:effectLst/>
                        <a:latin typeface="Arial" charset="0"/>
                      </a:endParaRP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a:ln>
                            <a:noFill/>
                          </a:ln>
                          <a:solidFill>
                            <a:schemeClr val="bg1"/>
                          </a:solidFill>
                          <a:effectLst/>
                          <a:latin typeface="Arial" charset="0"/>
                        </a:rPr>
                        <a:t>Carga de datarows en base a un origen especificado (DataReader,…)</a:t>
                      </a:r>
                      <a:endParaRPr kumimoji="0" lang="es-AR" sz="2000" b="0" i="0" u="none" strike="noStrike" cap="none" normalizeH="0" baseline="0">
                        <a:ln>
                          <a:noFill/>
                        </a:ln>
                        <a:solidFill>
                          <a:schemeClr val="bg1"/>
                        </a:solidFill>
                        <a:effectLst/>
                        <a:latin typeface="Arial" charset="0"/>
                      </a:endParaRP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extLst>
                  <a:ext uri="{0D108BD9-81ED-4DB2-BD59-A6C34878D82A}">
                    <a16:rowId xmlns:a16="http://schemas.microsoft.com/office/drawing/2014/main" val="10004"/>
                  </a:ext>
                </a:extLst>
              </a:tr>
              <a:tr h="396309">
                <a:tc>
                  <a:txBody>
                    <a:bodyPr/>
                    <a:lstStyle/>
                    <a:p>
                      <a:pPr marL="0" marR="0" lvl="0" indent="0" algn="l" defTabSz="914400" rtl="0" eaLnBrk="1" fontAlgn="base" latinLnBrk="0" hangingPunct="1">
                        <a:lnSpc>
                          <a:spcPct val="100000"/>
                        </a:lnSpc>
                        <a:spcBef>
                          <a:spcPct val="20000"/>
                        </a:spcBef>
                        <a:spcAft>
                          <a:spcPct val="0"/>
                        </a:spcAft>
                        <a:buClr>
                          <a:srgbClr val="FFCC00"/>
                        </a:buClr>
                        <a:buSzPct val="120000"/>
                        <a:buFontTx/>
                        <a:buNone/>
                        <a:tabLst/>
                      </a:pPr>
                      <a:r>
                        <a:rPr kumimoji="0" lang="es-ES" sz="2000" b="0" i="0" u="none" strike="noStrike" cap="none" normalizeH="0" baseline="0">
                          <a:ln>
                            <a:noFill/>
                          </a:ln>
                          <a:solidFill>
                            <a:schemeClr val="bg1"/>
                          </a:solidFill>
                          <a:effectLst/>
                          <a:latin typeface="Arial" charset="0"/>
                        </a:rPr>
                        <a:t>.Merge</a:t>
                      </a:r>
                      <a:endParaRPr kumimoji="0" lang="es-AR" sz="2000" b="0" i="0" u="none" strike="noStrike" cap="none" normalizeH="0" baseline="0">
                        <a:ln>
                          <a:noFill/>
                        </a:ln>
                        <a:solidFill>
                          <a:schemeClr val="bg1"/>
                        </a:solidFill>
                        <a:effectLst/>
                        <a:latin typeface="Arial" charset="0"/>
                      </a:endParaRP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a:ln>
                            <a:noFill/>
                          </a:ln>
                          <a:solidFill>
                            <a:schemeClr val="bg1"/>
                          </a:solidFill>
                          <a:effectLst/>
                          <a:latin typeface="Arial" charset="0"/>
                        </a:rPr>
                        <a:t>Combina los rows entre múltiples DataTables</a:t>
                      </a:r>
                      <a:endParaRPr kumimoji="0" lang="es-AR" sz="2000" b="0" i="0" u="none" strike="noStrike" cap="none" normalizeH="0" baseline="0">
                        <a:ln>
                          <a:noFill/>
                        </a:ln>
                        <a:solidFill>
                          <a:schemeClr val="bg1"/>
                        </a:solidFill>
                        <a:effectLst/>
                        <a:latin typeface="Arial" charset="0"/>
                      </a:endParaRP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34689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F0DA303-D7AF-4E7B-9A1B-563188CE651A}"/>
              </a:ext>
            </a:extLst>
          </p:cNvPr>
          <p:cNvSpPr>
            <a:spLocks noGrp="1" noChangeArrowheads="1"/>
          </p:cNvSpPr>
          <p:nvPr>
            <p:ph type="title"/>
          </p:nvPr>
        </p:nvSpPr>
        <p:spPr/>
        <p:txBody>
          <a:bodyPr/>
          <a:lstStyle/>
          <a:p>
            <a:pPr eaLnBrk="1" hangingPunct="1"/>
            <a:r>
              <a:rPr lang="es-AR" altLang="en-US"/>
              <a:t>DataTable – Ejemplo C#</a:t>
            </a:r>
          </a:p>
        </p:txBody>
      </p:sp>
      <p:pic>
        <p:nvPicPr>
          <p:cNvPr id="13316" name="Picture 6">
            <a:extLst>
              <a:ext uri="{FF2B5EF4-FFF2-40B4-BE49-F238E27FC236}">
                <a16:creationId xmlns:a16="http://schemas.microsoft.com/office/drawing/2014/main" id="{59F31990-99CA-40FB-8558-ED51979EC4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412875"/>
            <a:ext cx="8169275" cy="4641850"/>
          </a:xfrm>
          <a:prstGeom prst="rect">
            <a:avLst/>
          </a:prstGeom>
          <a:noFill/>
          <a:ln w="28575">
            <a:solidFill>
              <a:schemeClr val="bg2"/>
            </a:solidFill>
            <a:miter lim="800000"/>
            <a:headEnd/>
            <a:tailEnd/>
          </a:ln>
          <a:effectLst>
            <a:outerShdw dist="35921"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01AA182-A9F2-4C13-A978-FA85DB01B3B1}"/>
              </a:ext>
            </a:extLst>
          </p:cNvPr>
          <p:cNvSpPr>
            <a:spLocks noGrp="1" noChangeArrowheads="1"/>
          </p:cNvSpPr>
          <p:nvPr>
            <p:ph type="title"/>
          </p:nvPr>
        </p:nvSpPr>
        <p:spPr/>
        <p:txBody>
          <a:bodyPr/>
          <a:lstStyle/>
          <a:p>
            <a:pPr eaLnBrk="1" hangingPunct="1"/>
            <a:r>
              <a:rPr lang="es-AR" altLang="en-US"/>
              <a:t>DataTable – Ejemplo VB.net</a:t>
            </a:r>
          </a:p>
        </p:txBody>
      </p:sp>
      <p:pic>
        <p:nvPicPr>
          <p:cNvPr id="14340" name="Picture 5">
            <a:extLst>
              <a:ext uri="{FF2B5EF4-FFF2-40B4-BE49-F238E27FC236}">
                <a16:creationId xmlns:a16="http://schemas.microsoft.com/office/drawing/2014/main" id="{B5279B5F-DC53-45B5-B48F-B8F41C8E95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557338"/>
            <a:ext cx="6919912" cy="4468812"/>
          </a:xfrm>
          <a:prstGeom prst="rect">
            <a:avLst/>
          </a:prstGeom>
          <a:noFill/>
          <a:ln w="28575">
            <a:solidFill>
              <a:schemeClr val="bg2"/>
            </a:solidFill>
            <a:miter lim="800000"/>
            <a:headEnd/>
            <a:tailEnd/>
          </a:ln>
          <a:effectLst>
            <a:outerShdw dist="35921"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2A67901-539F-4B9B-BC76-009379180119}"/>
              </a:ext>
            </a:extLst>
          </p:cNvPr>
          <p:cNvSpPr>
            <a:spLocks noGrp="1" noChangeArrowheads="1"/>
          </p:cNvSpPr>
          <p:nvPr>
            <p:ph type="title"/>
          </p:nvPr>
        </p:nvSpPr>
        <p:spPr/>
        <p:txBody>
          <a:bodyPr/>
          <a:lstStyle/>
          <a:p>
            <a:pPr eaLnBrk="1" hangingPunct="1"/>
            <a:r>
              <a:rPr lang="es-AR" altLang="en-US"/>
              <a:t>DataSet</a:t>
            </a:r>
          </a:p>
        </p:txBody>
      </p:sp>
      <p:sp>
        <p:nvSpPr>
          <p:cNvPr id="15363" name="Rectangle 3">
            <a:extLst>
              <a:ext uri="{FF2B5EF4-FFF2-40B4-BE49-F238E27FC236}">
                <a16:creationId xmlns:a16="http://schemas.microsoft.com/office/drawing/2014/main" id="{E61058D5-FCE9-4BD0-B02D-6B9BBC3A4F20}"/>
              </a:ext>
            </a:extLst>
          </p:cNvPr>
          <p:cNvSpPr>
            <a:spLocks noGrp="1" noChangeArrowheads="1"/>
          </p:cNvSpPr>
          <p:nvPr>
            <p:ph type="body" idx="1"/>
          </p:nvPr>
        </p:nvSpPr>
        <p:spPr/>
        <p:txBody>
          <a:bodyPr/>
          <a:lstStyle/>
          <a:p>
            <a:pPr eaLnBrk="1" hangingPunct="1"/>
            <a:r>
              <a:rPr lang="es-AR" altLang="en-US" dirty="0"/>
              <a:t>Representación de datos en memoria </a:t>
            </a:r>
          </a:p>
          <a:p>
            <a:pPr eaLnBrk="1" hangingPunct="1"/>
            <a:r>
              <a:rPr lang="es-AR" altLang="en-US" dirty="0"/>
              <a:t>Consiste en una Colección de objetos </a:t>
            </a:r>
            <a:r>
              <a:rPr lang="es-AR" altLang="en-US" dirty="0" err="1"/>
              <a:t>DataTables</a:t>
            </a:r>
            <a:endParaRPr lang="es-AR" altLang="en-US" dirty="0"/>
          </a:p>
          <a:p>
            <a:pPr eaLnBrk="1" hangingPunct="1"/>
            <a:r>
              <a:rPr lang="es-AR" altLang="en-US" dirty="0"/>
              <a:t>Mantiene la integridad entre los </a:t>
            </a:r>
            <a:r>
              <a:rPr lang="es-AR" altLang="en-US" dirty="0" err="1"/>
              <a:t>DataTables</a:t>
            </a:r>
            <a:r>
              <a:rPr lang="es-AR" altLang="en-US" dirty="0"/>
              <a:t> por medio del objeto </a:t>
            </a:r>
            <a:r>
              <a:rPr lang="es-AR" altLang="en-US" dirty="0" err="1"/>
              <a:t>DataRelation</a:t>
            </a:r>
            <a:endParaRPr lang="es-AR" altLang="en-US" dirty="0"/>
          </a:p>
          <a:p>
            <a:pPr eaLnBrk="1" hangingPunct="1"/>
            <a:r>
              <a:rPr lang="es-AR" altLang="en-US" dirty="0"/>
              <a:t>Desconoce el origen de los datos</a:t>
            </a:r>
          </a:p>
        </p:txBody>
      </p:sp>
      <p:grpSp>
        <p:nvGrpSpPr>
          <p:cNvPr id="5" name="Group 6">
            <a:extLst>
              <a:ext uri="{FF2B5EF4-FFF2-40B4-BE49-F238E27FC236}">
                <a16:creationId xmlns:a16="http://schemas.microsoft.com/office/drawing/2014/main" id="{D5411371-BB08-4BBC-A707-9161C6E283F2}"/>
              </a:ext>
            </a:extLst>
          </p:cNvPr>
          <p:cNvGrpSpPr>
            <a:grpSpLocks/>
          </p:cNvGrpSpPr>
          <p:nvPr/>
        </p:nvGrpSpPr>
        <p:grpSpPr bwMode="auto">
          <a:xfrm>
            <a:off x="1371600" y="4572000"/>
            <a:ext cx="2273300" cy="1922463"/>
            <a:chOff x="3320" y="979"/>
            <a:chExt cx="2192" cy="1720"/>
          </a:xfrm>
        </p:grpSpPr>
        <p:sp>
          <p:nvSpPr>
            <p:cNvPr id="6" name="Rectangle 7">
              <a:extLst>
                <a:ext uri="{FF2B5EF4-FFF2-40B4-BE49-F238E27FC236}">
                  <a16:creationId xmlns:a16="http://schemas.microsoft.com/office/drawing/2014/main" id="{F355D0C2-0294-43FE-A8AA-CF15B098A161}"/>
                </a:ext>
              </a:extLst>
            </p:cNvPr>
            <p:cNvSpPr>
              <a:spLocks noChangeArrowheads="1"/>
            </p:cNvSpPr>
            <p:nvPr/>
          </p:nvSpPr>
          <p:spPr bwMode="auto">
            <a:xfrm>
              <a:off x="4781" y="2342"/>
              <a:ext cx="731" cy="357"/>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7" name="Rectangle 8">
              <a:extLst>
                <a:ext uri="{FF2B5EF4-FFF2-40B4-BE49-F238E27FC236}">
                  <a16:creationId xmlns:a16="http://schemas.microsoft.com/office/drawing/2014/main" id="{0F7C4F2B-5BC2-4846-B3DF-3C1BA40BADFB}"/>
                </a:ext>
              </a:extLst>
            </p:cNvPr>
            <p:cNvSpPr>
              <a:spLocks noChangeArrowheads="1"/>
            </p:cNvSpPr>
            <p:nvPr/>
          </p:nvSpPr>
          <p:spPr bwMode="auto">
            <a:xfrm>
              <a:off x="4105" y="2342"/>
              <a:ext cx="676" cy="357"/>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8" name="Rectangle 9">
              <a:extLst>
                <a:ext uri="{FF2B5EF4-FFF2-40B4-BE49-F238E27FC236}">
                  <a16:creationId xmlns:a16="http://schemas.microsoft.com/office/drawing/2014/main" id="{F9B75351-FB07-4AE4-9EAB-0FE4FBF18D92}"/>
                </a:ext>
              </a:extLst>
            </p:cNvPr>
            <p:cNvSpPr>
              <a:spLocks noChangeArrowheads="1"/>
            </p:cNvSpPr>
            <p:nvPr/>
          </p:nvSpPr>
          <p:spPr bwMode="auto">
            <a:xfrm>
              <a:off x="3320" y="2342"/>
              <a:ext cx="785" cy="357"/>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9" name="Rectangle 10">
              <a:extLst>
                <a:ext uri="{FF2B5EF4-FFF2-40B4-BE49-F238E27FC236}">
                  <a16:creationId xmlns:a16="http://schemas.microsoft.com/office/drawing/2014/main" id="{7826C72A-D675-491C-8690-90EEFC8AADF2}"/>
                </a:ext>
              </a:extLst>
            </p:cNvPr>
            <p:cNvSpPr>
              <a:spLocks noChangeArrowheads="1"/>
            </p:cNvSpPr>
            <p:nvPr/>
          </p:nvSpPr>
          <p:spPr bwMode="auto">
            <a:xfrm>
              <a:off x="4781" y="1984"/>
              <a:ext cx="731" cy="358"/>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10" name="Rectangle 11">
              <a:extLst>
                <a:ext uri="{FF2B5EF4-FFF2-40B4-BE49-F238E27FC236}">
                  <a16:creationId xmlns:a16="http://schemas.microsoft.com/office/drawing/2014/main" id="{2273DB73-7BD1-45AF-8AF3-8EC76FD11132}"/>
                </a:ext>
              </a:extLst>
            </p:cNvPr>
            <p:cNvSpPr>
              <a:spLocks noChangeArrowheads="1"/>
            </p:cNvSpPr>
            <p:nvPr/>
          </p:nvSpPr>
          <p:spPr bwMode="auto">
            <a:xfrm>
              <a:off x="4105" y="1984"/>
              <a:ext cx="676" cy="358"/>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11" name="Rectangle 12">
              <a:extLst>
                <a:ext uri="{FF2B5EF4-FFF2-40B4-BE49-F238E27FC236}">
                  <a16:creationId xmlns:a16="http://schemas.microsoft.com/office/drawing/2014/main" id="{40238C24-131E-4547-9596-2572E7A6D488}"/>
                </a:ext>
              </a:extLst>
            </p:cNvPr>
            <p:cNvSpPr>
              <a:spLocks noChangeArrowheads="1"/>
            </p:cNvSpPr>
            <p:nvPr/>
          </p:nvSpPr>
          <p:spPr bwMode="auto">
            <a:xfrm>
              <a:off x="3320" y="1984"/>
              <a:ext cx="785" cy="358"/>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12" name="Rectangle 13">
              <a:extLst>
                <a:ext uri="{FF2B5EF4-FFF2-40B4-BE49-F238E27FC236}">
                  <a16:creationId xmlns:a16="http://schemas.microsoft.com/office/drawing/2014/main" id="{FA7A5D7E-066E-4A19-8B31-01B46BB259E5}"/>
                </a:ext>
              </a:extLst>
            </p:cNvPr>
            <p:cNvSpPr>
              <a:spLocks noChangeArrowheads="1"/>
            </p:cNvSpPr>
            <p:nvPr/>
          </p:nvSpPr>
          <p:spPr bwMode="auto">
            <a:xfrm>
              <a:off x="4781" y="1627"/>
              <a:ext cx="731" cy="357"/>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13" name="Rectangle 14">
              <a:extLst>
                <a:ext uri="{FF2B5EF4-FFF2-40B4-BE49-F238E27FC236}">
                  <a16:creationId xmlns:a16="http://schemas.microsoft.com/office/drawing/2014/main" id="{611B0BFA-33A2-44E4-B27C-7117EA6F6658}"/>
                </a:ext>
              </a:extLst>
            </p:cNvPr>
            <p:cNvSpPr>
              <a:spLocks noChangeArrowheads="1"/>
            </p:cNvSpPr>
            <p:nvPr/>
          </p:nvSpPr>
          <p:spPr bwMode="auto">
            <a:xfrm>
              <a:off x="4105" y="1627"/>
              <a:ext cx="676" cy="357"/>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14" name="Rectangle 15">
              <a:extLst>
                <a:ext uri="{FF2B5EF4-FFF2-40B4-BE49-F238E27FC236}">
                  <a16:creationId xmlns:a16="http://schemas.microsoft.com/office/drawing/2014/main" id="{7CC08E72-0379-4507-914B-97B47E6C54A0}"/>
                </a:ext>
              </a:extLst>
            </p:cNvPr>
            <p:cNvSpPr>
              <a:spLocks noChangeArrowheads="1"/>
            </p:cNvSpPr>
            <p:nvPr/>
          </p:nvSpPr>
          <p:spPr bwMode="auto">
            <a:xfrm>
              <a:off x="3320" y="1627"/>
              <a:ext cx="785" cy="357"/>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15" name="Rectangle 16">
              <a:extLst>
                <a:ext uri="{FF2B5EF4-FFF2-40B4-BE49-F238E27FC236}">
                  <a16:creationId xmlns:a16="http://schemas.microsoft.com/office/drawing/2014/main" id="{4EE49FD7-B8C3-4E9B-964E-EDF29B2DF765}"/>
                </a:ext>
              </a:extLst>
            </p:cNvPr>
            <p:cNvSpPr>
              <a:spLocks noChangeArrowheads="1"/>
            </p:cNvSpPr>
            <p:nvPr/>
          </p:nvSpPr>
          <p:spPr bwMode="auto">
            <a:xfrm>
              <a:off x="4781" y="1269"/>
              <a:ext cx="731" cy="358"/>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16" name="Rectangle 17">
              <a:extLst>
                <a:ext uri="{FF2B5EF4-FFF2-40B4-BE49-F238E27FC236}">
                  <a16:creationId xmlns:a16="http://schemas.microsoft.com/office/drawing/2014/main" id="{E46C5368-B1C7-4DCD-93DF-88C4EB026CE4}"/>
                </a:ext>
              </a:extLst>
            </p:cNvPr>
            <p:cNvSpPr>
              <a:spLocks noChangeArrowheads="1"/>
            </p:cNvSpPr>
            <p:nvPr/>
          </p:nvSpPr>
          <p:spPr bwMode="auto">
            <a:xfrm>
              <a:off x="4105" y="1269"/>
              <a:ext cx="676" cy="358"/>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17" name="Rectangle 18">
              <a:extLst>
                <a:ext uri="{FF2B5EF4-FFF2-40B4-BE49-F238E27FC236}">
                  <a16:creationId xmlns:a16="http://schemas.microsoft.com/office/drawing/2014/main" id="{7B2A0F9B-17EE-4CBF-9950-3C301547C12B}"/>
                </a:ext>
              </a:extLst>
            </p:cNvPr>
            <p:cNvSpPr>
              <a:spLocks noChangeArrowheads="1"/>
            </p:cNvSpPr>
            <p:nvPr/>
          </p:nvSpPr>
          <p:spPr bwMode="auto">
            <a:xfrm>
              <a:off x="3320" y="1269"/>
              <a:ext cx="785" cy="358"/>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18" name="Line 19">
              <a:extLst>
                <a:ext uri="{FF2B5EF4-FFF2-40B4-BE49-F238E27FC236}">
                  <a16:creationId xmlns:a16="http://schemas.microsoft.com/office/drawing/2014/main" id="{12524994-D1A7-4A55-8CB2-ACD9B72C9349}"/>
                </a:ext>
              </a:extLst>
            </p:cNvPr>
            <p:cNvSpPr>
              <a:spLocks noChangeShapeType="1"/>
            </p:cNvSpPr>
            <p:nvPr/>
          </p:nvSpPr>
          <p:spPr bwMode="auto">
            <a:xfrm>
              <a:off x="3320" y="1269"/>
              <a:ext cx="2192" cy="0"/>
            </a:xfrm>
            <a:prstGeom prst="line">
              <a:avLst/>
            </a:prstGeom>
            <a:noFill/>
            <a:ln w="28575"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20">
              <a:extLst>
                <a:ext uri="{FF2B5EF4-FFF2-40B4-BE49-F238E27FC236}">
                  <a16:creationId xmlns:a16="http://schemas.microsoft.com/office/drawing/2014/main" id="{76CF73AD-C71E-4114-BD4C-00E3E67E7496}"/>
                </a:ext>
              </a:extLst>
            </p:cNvPr>
            <p:cNvSpPr>
              <a:spLocks noChangeShapeType="1"/>
            </p:cNvSpPr>
            <p:nvPr/>
          </p:nvSpPr>
          <p:spPr bwMode="auto">
            <a:xfrm>
              <a:off x="3320" y="1627"/>
              <a:ext cx="219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21">
              <a:extLst>
                <a:ext uri="{FF2B5EF4-FFF2-40B4-BE49-F238E27FC236}">
                  <a16:creationId xmlns:a16="http://schemas.microsoft.com/office/drawing/2014/main" id="{DCBF861F-E925-447C-90B4-6C36D3B726D4}"/>
                </a:ext>
              </a:extLst>
            </p:cNvPr>
            <p:cNvSpPr>
              <a:spLocks noChangeShapeType="1"/>
            </p:cNvSpPr>
            <p:nvPr/>
          </p:nvSpPr>
          <p:spPr bwMode="auto">
            <a:xfrm>
              <a:off x="3320" y="1984"/>
              <a:ext cx="219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22">
              <a:extLst>
                <a:ext uri="{FF2B5EF4-FFF2-40B4-BE49-F238E27FC236}">
                  <a16:creationId xmlns:a16="http://schemas.microsoft.com/office/drawing/2014/main" id="{CDAE9E6B-22C6-4CDB-A5E3-CC587DF4A682}"/>
                </a:ext>
              </a:extLst>
            </p:cNvPr>
            <p:cNvSpPr>
              <a:spLocks noChangeShapeType="1"/>
            </p:cNvSpPr>
            <p:nvPr/>
          </p:nvSpPr>
          <p:spPr bwMode="auto">
            <a:xfrm>
              <a:off x="3320" y="2342"/>
              <a:ext cx="219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23">
              <a:extLst>
                <a:ext uri="{FF2B5EF4-FFF2-40B4-BE49-F238E27FC236}">
                  <a16:creationId xmlns:a16="http://schemas.microsoft.com/office/drawing/2014/main" id="{2105320E-297C-44F3-AF9B-CAF09EAB50A1}"/>
                </a:ext>
              </a:extLst>
            </p:cNvPr>
            <p:cNvSpPr>
              <a:spLocks noChangeShapeType="1"/>
            </p:cNvSpPr>
            <p:nvPr/>
          </p:nvSpPr>
          <p:spPr bwMode="auto">
            <a:xfrm>
              <a:off x="3320" y="2699"/>
              <a:ext cx="2192" cy="0"/>
            </a:xfrm>
            <a:prstGeom prst="line">
              <a:avLst/>
            </a:prstGeom>
            <a:noFill/>
            <a:ln w="28575"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24">
              <a:extLst>
                <a:ext uri="{FF2B5EF4-FFF2-40B4-BE49-F238E27FC236}">
                  <a16:creationId xmlns:a16="http://schemas.microsoft.com/office/drawing/2014/main" id="{377E1D0B-6E12-4D0C-A9A9-8B4159C3A076}"/>
                </a:ext>
              </a:extLst>
            </p:cNvPr>
            <p:cNvSpPr>
              <a:spLocks noChangeShapeType="1"/>
            </p:cNvSpPr>
            <p:nvPr/>
          </p:nvSpPr>
          <p:spPr bwMode="auto">
            <a:xfrm>
              <a:off x="3320" y="1269"/>
              <a:ext cx="0" cy="1430"/>
            </a:xfrm>
            <a:prstGeom prst="line">
              <a:avLst/>
            </a:prstGeom>
            <a:noFill/>
            <a:ln w="28575"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25">
              <a:extLst>
                <a:ext uri="{FF2B5EF4-FFF2-40B4-BE49-F238E27FC236}">
                  <a16:creationId xmlns:a16="http://schemas.microsoft.com/office/drawing/2014/main" id="{D2A33A73-57E7-426E-90B0-079BA54D88BF}"/>
                </a:ext>
              </a:extLst>
            </p:cNvPr>
            <p:cNvSpPr>
              <a:spLocks noChangeShapeType="1"/>
            </p:cNvSpPr>
            <p:nvPr/>
          </p:nvSpPr>
          <p:spPr bwMode="auto">
            <a:xfrm>
              <a:off x="4105" y="1269"/>
              <a:ext cx="0" cy="143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26">
              <a:extLst>
                <a:ext uri="{FF2B5EF4-FFF2-40B4-BE49-F238E27FC236}">
                  <a16:creationId xmlns:a16="http://schemas.microsoft.com/office/drawing/2014/main" id="{04E79DE6-BFB7-4028-98C7-6ED6C0F275E4}"/>
                </a:ext>
              </a:extLst>
            </p:cNvPr>
            <p:cNvSpPr>
              <a:spLocks noChangeShapeType="1"/>
            </p:cNvSpPr>
            <p:nvPr/>
          </p:nvSpPr>
          <p:spPr bwMode="auto">
            <a:xfrm>
              <a:off x="4781" y="1269"/>
              <a:ext cx="0" cy="143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27">
              <a:extLst>
                <a:ext uri="{FF2B5EF4-FFF2-40B4-BE49-F238E27FC236}">
                  <a16:creationId xmlns:a16="http://schemas.microsoft.com/office/drawing/2014/main" id="{319F1162-EDAB-4ABA-9DA9-B567C7399E2C}"/>
                </a:ext>
              </a:extLst>
            </p:cNvPr>
            <p:cNvSpPr>
              <a:spLocks noChangeShapeType="1"/>
            </p:cNvSpPr>
            <p:nvPr/>
          </p:nvSpPr>
          <p:spPr bwMode="auto">
            <a:xfrm>
              <a:off x="5512" y="1269"/>
              <a:ext cx="0" cy="1430"/>
            </a:xfrm>
            <a:prstGeom prst="line">
              <a:avLst/>
            </a:prstGeom>
            <a:noFill/>
            <a:ln w="28575"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Rectangle 28">
              <a:extLst>
                <a:ext uri="{FF2B5EF4-FFF2-40B4-BE49-F238E27FC236}">
                  <a16:creationId xmlns:a16="http://schemas.microsoft.com/office/drawing/2014/main" id="{C10D0324-7EF3-4A0A-95E8-C827A1348537}"/>
                </a:ext>
              </a:extLst>
            </p:cNvPr>
            <p:cNvSpPr>
              <a:spLocks noChangeArrowheads="1"/>
            </p:cNvSpPr>
            <p:nvPr/>
          </p:nvSpPr>
          <p:spPr bwMode="auto">
            <a:xfrm>
              <a:off x="3456" y="979"/>
              <a:ext cx="1926" cy="406"/>
            </a:xfrm>
            <a:prstGeom prst="rect">
              <a:avLst/>
            </a:prstGeom>
            <a:solidFill>
              <a:srgbClr val="FFCC00"/>
            </a:solidFill>
            <a:ln w="57150">
              <a:solidFill>
                <a:schemeClr val="accent2"/>
              </a:solidFill>
              <a:miter lim="800000"/>
              <a:headEnd/>
              <a:tailEnd/>
            </a:ln>
          </p:spPr>
          <p:txBody>
            <a:bodyP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a:solidFill>
                    <a:schemeClr val="tx1"/>
                  </a:solidFill>
                  <a:latin typeface="Arial Narrow" panose="020B0606020202030204" pitchFamily="34" charset="0"/>
                </a:rPr>
                <a:t>DataTable1</a:t>
              </a:r>
            </a:p>
          </p:txBody>
        </p:sp>
      </p:grpSp>
      <p:grpSp>
        <p:nvGrpSpPr>
          <p:cNvPr id="28" name="Group 29">
            <a:extLst>
              <a:ext uri="{FF2B5EF4-FFF2-40B4-BE49-F238E27FC236}">
                <a16:creationId xmlns:a16="http://schemas.microsoft.com/office/drawing/2014/main" id="{79D81E06-5A9C-436F-9416-116D2EA3E143}"/>
              </a:ext>
            </a:extLst>
          </p:cNvPr>
          <p:cNvGrpSpPr>
            <a:grpSpLocks/>
          </p:cNvGrpSpPr>
          <p:nvPr/>
        </p:nvGrpSpPr>
        <p:grpSpPr bwMode="auto">
          <a:xfrm>
            <a:off x="5600060" y="4572000"/>
            <a:ext cx="2273300" cy="1922463"/>
            <a:chOff x="3320" y="979"/>
            <a:chExt cx="2192" cy="1720"/>
          </a:xfrm>
        </p:grpSpPr>
        <p:sp>
          <p:nvSpPr>
            <p:cNvPr id="29" name="Rectangle 30">
              <a:extLst>
                <a:ext uri="{FF2B5EF4-FFF2-40B4-BE49-F238E27FC236}">
                  <a16:creationId xmlns:a16="http://schemas.microsoft.com/office/drawing/2014/main" id="{31875AAD-7AF8-4C8F-8F81-C8AC36576E7B}"/>
                </a:ext>
              </a:extLst>
            </p:cNvPr>
            <p:cNvSpPr>
              <a:spLocks noChangeArrowheads="1"/>
            </p:cNvSpPr>
            <p:nvPr/>
          </p:nvSpPr>
          <p:spPr bwMode="auto">
            <a:xfrm>
              <a:off x="4781" y="2342"/>
              <a:ext cx="731" cy="357"/>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30" name="Rectangle 31">
              <a:extLst>
                <a:ext uri="{FF2B5EF4-FFF2-40B4-BE49-F238E27FC236}">
                  <a16:creationId xmlns:a16="http://schemas.microsoft.com/office/drawing/2014/main" id="{12AB563C-7218-42F6-B1B3-6E74D8311C89}"/>
                </a:ext>
              </a:extLst>
            </p:cNvPr>
            <p:cNvSpPr>
              <a:spLocks noChangeArrowheads="1"/>
            </p:cNvSpPr>
            <p:nvPr/>
          </p:nvSpPr>
          <p:spPr bwMode="auto">
            <a:xfrm>
              <a:off x="4105" y="2342"/>
              <a:ext cx="676" cy="357"/>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31" name="Rectangle 32">
              <a:extLst>
                <a:ext uri="{FF2B5EF4-FFF2-40B4-BE49-F238E27FC236}">
                  <a16:creationId xmlns:a16="http://schemas.microsoft.com/office/drawing/2014/main" id="{A0C66120-60C2-4200-A038-2A4417719667}"/>
                </a:ext>
              </a:extLst>
            </p:cNvPr>
            <p:cNvSpPr>
              <a:spLocks noChangeArrowheads="1"/>
            </p:cNvSpPr>
            <p:nvPr/>
          </p:nvSpPr>
          <p:spPr bwMode="auto">
            <a:xfrm>
              <a:off x="3320" y="2342"/>
              <a:ext cx="785" cy="357"/>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32" name="Rectangle 33">
              <a:extLst>
                <a:ext uri="{FF2B5EF4-FFF2-40B4-BE49-F238E27FC236}">
                  <a16:creationId xmlns:a16="http://schemas.microsoft.com/office/drawing/2014/main" id="{388E0F96-7CE2-4279-9FBE-A5E34CA38588}"/>
                </a:ext>
              </a:extLst>
            </p:cNvPr>
            <p:cNvSpPr>
              <a:spLocks noChangeArrowheads="1"/>
            </p:cNvSpPr>
            <p:nvPr/>
          </p:nvSpPr>
          <p:spPr bwMode="auto">
            <a:xfrm>
              <a:off x="4781" y="1984"/>
              <a:ext cx="731" cy="358"/>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33" name="Rectangle 34">
              <a:extLst>
                <a:ext uri="{FF2B5EF4-FFF2-40B4-BE49-F238E27FC236}">
                  <a16:creationId xmlns:a16="http://schemas.microsoft.com/office/drawing/2014/main" id="{7502D54C-16D0-4ED2-B157-6860893C86CD}"/>
                </a:ext>
              </a:extLst>
            </p:cNvPr>
            <p:cNvSpPr>
              <a:spLocks noChangeArrowheads="1"/>
            </p:cNvSpPr>
            <p:nvPr/>
          </p:nvSpPr>
          <p:spPr bwMode="auto">
            <a:xfrm>
              <a:off x="4105" y="1984"/>
              <a:ext cx="676" cy="358"/>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34" name="Rectangle 35">
              <a:extLst>
                <a:ext uri="{FF2B5EF4-FFF2-40B4-BE49-F238E27FC236}">
                  <a16:creationId xmlns:a16="http://schemas.microsoft.com/office/drawing/2014/main" id="{39858FBA-E82A-4141-977C-9A6323E65F3F}"/>
                </a:ext>
              </a:extLst>
            </p:cNvPr>
            <p:cNvSpPr>
              <a:spLocks noChangeArrowheads="1"/>
            </p:cNvSpPr>
            <p:nvPr/>
          </p:nvSpPr>
          <p:spPr bwMode="auto">
            <a:xfrm>
              <a:off x="3320" y="1984"/>
              <a:ext cx="785" cy="358"/>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35" name="Rectangle 36">
              <a:extLst>
                <a:ext uri="{FF2B5EF4-FFF2-40B4-BE49-F238E27FC236}">
                  <a16:creationId xmlns:a16="http://schemas.microsoft.com/office/drawing/2014/main" id="{ACDA5E79-678A-4A79-A6AF-38CC374B1665}"/>
                </a:ext>
              </a:extLst>
            </p:cNvPr>
            <p:cNvSpPr>
              <a:spLocks noChangeArrowheads="1"/>
            </p:cNvSpPr>
            <p:nvPr/>
          </p:nvSpPr>
          <p:spPr bwMode="auto">
            <a:xfrm>
              <a:off x="4781" y="1627"/>
              <a:ext cx="731" cy="357"/>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36" name="Rectangle 37">
              <a:extLst>
                <a:ext uri="{FF2B5EF4-FFF2-40B4-BE49-F238E27FC236}">
                  <a16:creationId xmlns:a16="http://schemas.microsoft.com/office/drawing/2014/main" id="{12477936-8035-4093-88E6-F46A35CB4608}"/>
                </a:ext>
              </a:extLst>
            </p:cNvPr>
            <p:cNvSpPr>
              <a:spLocks noChangeArrowheads="1"/>
            </p:cNvSpPr>
            <p:nvPr/>
          </p:nvSpPr>
          <p:spPr bwMode="auto">
            <a:xfrm>
              <a:off x="4105" y="1627"/>
              <a:ext cx="676" cy="357"/>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37" name="Rectangle 38">
              <a:extLst>
                <a:ext uri="{FF2B5EF4-FFF2-40B4-BE49-F238E27FC236}">
                  <a16:creationId xmlns:a16="http://schemas.microsoft.com/office/drawing/2014/main" id="{262000EA-F5F7-4B75-B30D-09FDEE6F80B5}"/>
                </a:ext>
              </a:extLst>
            </p:cNvPr>
            <p:cNvSpPr>
              <a:spLocks noChangeArrowheads="1"/>
            </p:cNvSpPr>
            <p:nvPr/>
          </p:nvSpPr>
          <p:spPr bwMode="auto">
            <a:xfrm>
              <a:off x="3320" y="1627"/>
              <a:ext cx="785" cy="357"/>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38" name="Rectangle 39">
              <a:extLst>
                <a:ext uri="{FF2B5EF4-FFF2-40B4-BE49-F238E27FC236}">
                  <a16:creationId xmlns:a16="http://schemas.microsoft.com/office/drawing/2014/main" id="{22F68FF2-A3BD-4C57-A270-C66A472CA25E}"/>
                </a:ext>
              </a:extLst>
            </p:cNvPr>
            <p:cNvSpPr>
              <a:spLocks noChangeArrowheads="1"/>
            </p:cNvSpPr>
            <p:nvPr/>
          </p:nvSpPr>
          <p:spPr bwMode="auto">
            <a:xfrm>
              <a:off x="4781" y="1269"/>
              <a:ext cx="731" cy="358"/>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39" name="Rectangle 40">
              <a:extLst>
                <a:ext uri="{FF2B5EF4-FFF2-40B4-BE49-F238E27FC236}">
                  <a16:creationId xmlns:a16="http://schemas.microsoft.com/office/drawing/2014/main" id="{2C14A5CB-45F3-46BF-95C2-7996335F6455}"/>
                </a:ext>
              </a:extLst>
            </p:cNvPr>
            <p:cNvSpPr>
              <a:spLocks noChangeArrowheads="1"/>
            </p:cNvSpPr>
            <p:nvPr/>
          </p:nvSpPr>
          <p:spPr bwMode="auto">
            <a:xfrm>
              <a:off x="4105" y="1269"/>
              <a:ext cx="676" cy="358"/>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40" name="Rectangle 41">
              <a:extLst>
                <a:ext uri="{FF2B5EF4-FFF2-40B4-BE49-F238E27FC236}">
                  <a16:creationId xmlns:a16="http://schemas.microsoft.com/office/drawing/2014/main" id="{75007B4B-C7B4-4659-8DDD-22AF390121FB}"/>
                </a:ext>
              </a:extLst>
            </p:cNvPr>
            <p:cNvSpPr>
              <a:spLocks noChangeArrowheads="1"/>
            </p:cNvSpPr>
            <p:nvPr/>
          </p:nvSpPr>
          <p:spPr bwMode="auto">
            <a:xfrm>
              <a:off x="3320" y="1269"/>
              <a:ext cx="785" cy="358"/>
            </a:xfrm>
            <a:prstGeom prst="rect">
              <a:avLst/>
            </a:prstGeom>
            <a:solidFill>
              <a:srgbClr val="346898"/>
            </a:solidFill>
            <a:ln w="9525" algn="ctr">
              <a:solidFill>
                <a:schemeClr val="bg1"/>
              </a:solidFill>
              <a:miter lim="800000"/>
              <a:headEnd/>
              <a:tailEnd/>
            </a:ln>
          </p:spPr>
          <p:txBody>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20000"/>
                </a:spcBef>
                <a:buClr>
                  <a:srgbClr val="FFCC00"/>
                </a:buClr>
                <a:buSzPct val="120000"/>
              </a:pPr>
              <a:endParaRPr lang="es-ES" altLang="en-US" sz="1100" b="0">
                <a:solidFill>
                  <a:schemeClr val="bg1"/>
                </a:solidFill>
              </a:endParaRPr>
            </a:p>
          </p:txBody>
        </p:sp>
        <p:sp>
          <p:nvSpPr>
            <p:cNvPr id="41" name="Line 42">
              <a:extLst>
                <a:ext uri="{FF2B5EF4-FFF2-40B4-BE49-F238E27FC236}">
                  <a16:creationId xmlns:a16="http://schemas.microsoft.com/office/drawing/2014/main" id="{E354198B-60FC-420F-A8B3-0B49729578DA}"/>
                </a:ext>
              </a:extLst>
            </p:cNvPr>
            <p:cNvSpPr>
              <a:spLocks noChangeShapeType="1"/>
            </p:cNvSpPr>
            <p:nvPr/>
          </p:nvSpPr>
          <p:spPr bwMode="auto">
            <a:xfrm>
              <a:off x="3320" y="1269"/>
              <a:ext cx="2192" cy="0"/>
            </a:xfrm>
            <a:prstGeom prst="line">
              <a:avLst/>
            </a:prstGeom>
            <a:noFill/>
            <a:ln w="28575"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 name="Line 43">
              <a:extLst>
                <a:ext uri="{FF2B5EF4-FFF2-40B4-BE49-F238E27FC236}">
                  <a16:creationId xmlns:a16="http://schemas.microsoft.com/office/drawing/2014/main" id="{BCB67312-2F97-40BA-9290-789E9885A610}"/>
                </a:ext>
              </a:extLst>
            </p:cNvPr>
            <p:cNvSpPr>
              <a:spLocks noChangeShapeType="1"/>
            </p:cNvSpPr>
            <p:nvPr/>
          </p:nvSpPr>
          <p:spPr bwMode="auto">
            <a:xfrm>
              <a:off x="3320" y="1627"/>
              <a:ext cx="219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44">
              <a:extLst>
                <a:ext uri="{FF2B5EF4-FFF2-40B4-BE49-F238E27FC236}">
                  <a16:creationId xmlns:a16="http://schemas.microsoft.com/office/drawing/2014/main" id="{2E784782-A3A4-4C18-9E1F-CA81CBC0E8B5}"/>
                </a:ext>
              </a:extLst>
            </p:cNvPr>
            <p:cNvSpPr>
              <a:spLocks noChangeShapeType="1"/>
            </p:cNvSpPr>
            <p:nvPr/>
          </p:nvSpPr>
          <p:spPr bwMode="auto">
            <a:xfrm>
              <a:off x="3320" y="1984"/>
              <a:ext cx="219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45">
              <a:extLst>
                <a:ext uri="{FF2B5EF4-FFF2-40B4-BE49-F238E27FC236}">
                  <a16:creationId xmlns:a16="http://schemas.microsoft.com/office/drawing/2014/main" id="{0AAF000B-A818-4C80-BF96-9129DC5B5996}"/>
                </a:ext>
              </a:extLst>
            </p:cNvPr>
            <p:cNvSpPr>
              <a:spLocks noChangeShapeType="1"/>
            </p:cNvSpPr>
            <p:nvPr/>
          </p:nvSpPr>
          <p:spPr bwMode="auto">
            <a:xfrm>
              <a:off x="3320" y="2342"/>
              <a:ext cx="219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46">
              <a:extLst>
                <a:ext uri="{FF2B5EF4-FFF2-40B4-BE49-F238E27FC236}">
                  <a16:creationId xmlns:a16="http://schemas.microsoft.com/office/drawing/2014/main" id="{337B5C29-37DD-4BD9-8659-38CE2C7A8D56}"/>
                </a:ext>
              </a:extLst>
            </p:cNvPr>
            <p:cNvSpPr>
              <a:spLocks noChangeShapeType="1"/>
            </p:cNvSpPr>
            <p:nvPr/>
          </p:nvSpPr>
          <p:spPr bwMode="auto">
            <a:xfrm>
              <a:off x="3320" y="2699"/>
              <a:ext cx="2192" cy="0"/>
            </a:xfrm>
            <a:prstGeom prst="line">
              <a:avLst/>
            </a:prstGeom>
            <a:noFill/>
            <a:ln w="28575"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47">
              <a:extLst>
                <a:ext uri="{FF2B5EF4-FFF2-40B4-BE49-F238E27FC236}">
                  <a16:creationId xmlns:a16="http://schemas.microsoft.com/office/drawing/2014/main" id="{2A478BA7-96FE-4652-8BE0-73E69692913C}"/>
                </a:ext>
              </a:extLst>
            </p:cNvPr>
            <p:cNvSpPr>
              <a:spLocks noChangeShapeType="1"/>
            </p:cNvSpPr>
            <p:nvPr/>
          </p:nvSpPr>
          <p:spPr bwMode="auto">
            <a:xfrm>
              <a:off x="3320" y="1269"/>
              <a:ext cx="0" cy="1430"/>
            </a:xfrm>
            <a:prstGeom prst="line">
              <a:avLst/>
            </a:prstGeom>
            <a:noFill/>
            <a:ln w="28575"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48">
              <a:extLst>
                <a:ext uri="{FF2B5EF4-FFF2-40B4-BE49-F238E27FC236}">
                  <a16:creationId xmlns:a16="http://schemas.microsoft.com/office/drawing/2014/main" id="{3A4BD409-BE82-44DD-9FC6-A9E8A5EB53B0}"/>
                </a:ext>
              </a:extLst>
            </p:cNvPr>
            <p:cNvSpPr>
              <a:spLocks noChangeShapeType="1"/>
            </p:cNvSpPr>
            <p:nvPr/>
          </p:nvSpPr>
          <p:spPr bwMode="auto">
            <a:xfrm>
              <a:off x="4105" y="1269"/>
              <a:ext cx="0" cy="143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49">
              <a:extLst>
                <a:ext uri="{FF2B5EF4-FFF2-40B4-BE49-F238E27FC236}">
                  <a16:creationId xmlns:a16="http://schemas.microsoft.com/office/drawing/2014/main" id="{7024E57D-D8D7-4A18-B96D-1C160D747FFE}"/>
                </a:ext>
              </a:extLst>
            </p:cNvPr>
            <p:cNvSpPr>
              <a:spLocks noChangeShapeType="1"/>
            </p:cNvSpPr>
            <p:nvPr/>
          </p:nvSpPr>
          <p:spPr bwMode="auto">
            <a:xfrm>
              <a:off x="4781" y="1269"/>
              <a:ext cx="0" cy="143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 name="Line 50">
              <a:extLst>
                <a:ext uri="{FF2B5EF4-FFF2-40B4-BE49-F238E27FC236}">
                  <a16:creationId xmlns:a16="http://schemas.microsoft.com/office/drawing/2014/main" id="{4B8AF98A-3F7D-4A50-AD23-D8A2DE60E07F}"/>
                </a:ext>
              </a:extLst>
            </p:cNvPr>
            <p:cNvSpPr>
              <a:spLocks noChangeShapeType="1"/>
            </p:cNvSpPr>
            <p:nvPr/>
          </p:nvSpPr>
          <p:spPr bwMode="auto">
            <a:xfrm>
              <a:off x="5512" y="1269"/>
              <a:ext cx="0" cy="1430"/>
            </a:xfrm>
            <a:prstGeom prst="line">
              <a:avLst/>
            </a:prstGeom>
            <a:noFill/>
            <a:ln w="28575" cap="sq">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 name="Rectangle 51">
              <a:extLst>
                <a:ext uri="{FF2B5EF4-FFF2-40B4-BE49-F238E27FC236}">
                  <a16:creationId xmlns:a16="http://schemas.microsoft.com/office/drawing/2014/main" id="{2D59A74A-C5DA-4743-8295-4F0282C109E1}"/>
                </a:ext>
              </a:extLst>
            </p:cNvPr>
            <p:cNvSpPr>
              <a:spLocks noChangeArrowheads="1"/>
            </p:cNvSpPr>
            <p:nvPr/>
          </p:nvSpPr>
          <p:spPr bwMode="auto">
            <a:xfrm>
              <a:off x="3456" y="979"/>
              <a:ext cx="1926" cy="406"/>
            </a:xfrm>
            <a:prstGeom prst="rect">
              <a:avLst/>
            </a:prstGeom>
            <a:solidFill>
              <a:srgbClr val="FFCC00"/>
            </a:solidFill>
            <a:ln w="57150">
              <a:solidFill>
                <a:schemeClr val="accent2"/>
              </a:solidFill>
              <a:miter lim="800000"/>
              <a:headEnd/>
              <a:tailEnd/>
            </a:ln>
          </p:spPr>
          <p:txBody>
            <a:bodyP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000" dirty="0">
                  <a:solidFill>
                    <a:schemeClr val="tx1"/>
                  </a:solidFill>
                  <a:latin typeface="Arial Narrow" panose="020B0606020202030204" pitchFamily="34" charset="0"/>
                </a:rPr>
                <a:t>DataTable2</a:t>
              </a:r>
            </a:p>
          </p:txBody>
        </p:sp>
      </p:grpSp>
      <p:sp>
        <p:nvSpPr>
          <p:cNvPr id="51" name="Rectangle 55">
            <a:extLst>
              <a:ext uri="{FF2B5EF4-FFF2-40B4-BE49-F238E27FC236}">
                <a16:creationId xmlns:a16="http://schemas.microsoft.com/office/drawing/2014/main" id="{471B313B-CDD1-475A-B781-198C150D6F5E}"/>
              </a:ext>
            </a:extLst>
          </p:cNvPr>
          <p:cNvSpPr>
            <a:spLocks noChangeArrowheads="1"/>
          </p:cNvSpPr>
          <p:nvPr/>
        </p:nvSpPr>
        <p:spPr bwMode="auto">
          <a:xfrm>
            <a:off x="3124200" y="3725251"/>
            <a:ext cx="3057525" cy="576263"/>
          </a:xfrm>
          <a:prstGeom prst="rect">
            <a:avLst/>
          </a:prstGeom>
          <a:solidFill>
            <a:srgbClr val="FFCC00"/>
          </a:solidFill>
          <a:ln w="57150">
            <a:solidFill>
              <a:srgbClr val="2828A0"/>
            </a:solidFill>
            <a:miter lim="800000"/>
            <a:headEnd/>
            <a:tailEnd/>
          </a:ln>
        </p:spPr>
        <p:txBody>
          <a:bodyPr>
            <a:spAutoFit/>
          </a:bodyP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algn="ctr">
              <a:spcBef>
                <a:spcPct val="0"/>
              </a:spcBef>
            </a:pPr>
            <a:r>
              <a:rPr lang="en-US" altLang="en-US" sz="2800">
                <a:solidFill>
                  <a:schemeClr val="tx1"/>
                </a:solidFill>
                <a:latin typeface="Arial Narrow" panose="020B0606020202030204" pitchFamily="34" charset="0"/>
              </a:rPr>
              <a:t>DataSet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A0F2645-C135-427D-808C-FAA64D62A1DB}"/>
              </a:ext>
            </a:extLst>
          </p:cNvPr>
          <p:cNvSpPr>
            <a:spLocks noGrp="1" noChangeArrowheads="1"/>
          </p:cNvSpPr>
          <p:nvPr>
            <p:ph type="title"/>
          </p:nvPr>
        </p:nvSpPr>
        <p:spPr/>
        <p:txBody>
          <a:bodyPr/>
          <a:lstStyle/>
          <a:p>
            <a:pPr eaLnBrk="1" hangingPunct="1"/>
            <a:r>
              <a:rPr lang="es-AR" altLang="en-US"/>
              <a:t>DataSet</a:t>
            </a:r>
          </a:p>
        </p:txBody>
      </p:sp>
      <p:sp>
        <p:nvSpPr>
          <p:cNvPr id="16387" name="Rectangle 3">
            <a:extLst>
              <a:ext uri="{FF2B5EF4-FFF2-40B4-BE49-F238E27FC236}">
                <a16:creationId xmlns:a16="http://schemas.microsoft.com/office/drawing/2014/main" id="{17D0BA43-2464-4FBB-9535-FD99BAA370BB}"/>
              </a:ext>
            </a:extLst>
          </p:cNvPr>
          <p:cNvSpPr>
            <a:spLocks noGrp="1" noChangeArrowheads="1"/>
          </p:cNvSpPr>
          <p:nvPr>
            <p:ph type="body" idx="1"/>
          </p:nvPr>
        </p:nvSpPr>
        <p:spPr/>
        <p:txBody>
          <a:bodyPr/>
          <a:lstStyle/>
          <a:p>
            <a:pPr eaLnBrk="1" hangingPunct="1"/>
            <a:r>
              <a:rPr lang="es-AR" altLang="en-US" sz="2800" dirty="0" err="1"/>
              <a:t>DataSet</a:t>
            </a:r>
            <a:r>
              <a:rPr lang="es-AR" altLang="en-US" sz="2800" dirty="0"/>
              <a:t>/</a:t>
            </a:r>
            <a:r>
              <a:rPr lang="es-AR" altLang="en-US" sz="2800" dirty="0" err="1"/>
              <a:t>DataTable.Load</a:t>
            </a:r>
            <a:endParaRPr lang="es-AR" altLang="en-US" sz="2800" dirty="0"/>
          </a:p>
          <a:p>
            <a:pPr eaLnBrk="1" hangingPunct="1"/>
            <a:endParaRPr lang="es-AR" altLang="en-US" sz="2800" dirty="0"/>
          </a:p>
          <a:p>
            <a:pPr eaLnBrk="1" hangingPunct="1"/>
            <a:r>
              <a:rPr lang="es-AR" altLang="en-US" sz="2800" dirty="0"/>
              <a:t>Cargar un </a:t>
            </a:r>
            <a:r>
              <a:rPr lang="es-AR" altLang="en-US" sz="2800" dirty="0" err="1"/>
              <a:t>DataTable</a:t>
            </a:r>
            <a:r>
              <a:rPr lang="es-AR" altLang="en-US" sz="2800" dirty="0"/>
              <a:t>/</a:t>
            </a:r>
            <a:r>
              <a:rPr lang="es-AR" altLang="en-US" sz="2800" dirty="0" err="1"/>
              <a:t>DataSet</a:t>
            </a:r>
            <a:r>
              <a:rPr lang="es-AR" altLang="en-US" sz="2800" dirty="0"/>
              <a:t> desde un </a:t>
            </a:r>
            <a:r>
              <a:rPr lang="es-AR" altLang="en-US" sz="2800" dirty="0" err="1"/>
              <a:t>DataReader</a:t>
            </a:r>
            <a:endParaRPr lang="es-AR" altLang="en-US" sz="2800" dirty="0"/>
          </a:p>
          <a:p>
            <a:pPr lvl="1" eaLnBrk="1" hangingPunct="1"/>
            <a:r>
              <a:rPr lang="es-AR" altLang="en-US" sz="2400" dirty="0"/>
              <a:t>Cargue desde </a:t>
            </a:r>
            <a:r>
              <a:rPr lang="es-AR" altLang="en-US" sz="2400" dirty="0" err="1"/>
              <a:t>dbDataReaders</a:t>
            </a:r>
            <a:endParaRPr lang="es-AR" altLang="en-US" sz="2400" dirty="0"/>
          </a:p>
          <a:p>
            <a:pPr lvl="2" eaLnBrk="1" hangingPunct="1"/>
            <a:r>
              <a:rPr lang="es-AR" altLang="en-US" sz="2000" dirty="0" err="1"/>
              <a:t>OLEDbDataReader</a:t>
            </a:r>
            <a:endParaRPr lang="es-AR" altLang="en-US" sz="2000" dirty="0"/>
          </a:p>
          <a:p>
            <a:pPr lvl="2" eaLnBrk="1" hangingPunct="1"/>
            <a:r>
              <a:rPr lang="es-AR" altLang="en-US" sz="2000" dirty="0" err="1"/>
              <a:t>SqlDataReader</a:t>
            </a:r>
            <a:endParaRPr lang="es-AR" altLang="en-US" sz="2000" dirty="0"/>
          </a:p>
          <a:p>
            <a:pPr lvl="2" eaLnBrk="1" hangingPunct="1"/>
            <a:r>
              <a:rPr lang="es-AR" altLang="en-US" sz="2000" dirty="0" err="1"/>
              <a:t>DataTableReader</a:t>
            </a:r>
            <a:r>
              <a:rPr lang="es-AR" altLang="en-US" sz="2000" dirty="0"/>
              <a:t>*</a:t>
            </a:r>
          </a:p>
          <a:p>
            <a:pPr lvl="2" eaLnBrk="1" hangingPunct="1"/>
            <a:r>
              <a:rPr lang="es-AR" altLang="en-US" sz="2000" dirty="0"/>
              <a:t>Etc.</a:t>
            </a:r>
          </a:p>
          <a:p>
            <a:pPr eaLnBrk="1" hangingPunct="1"/>
            <a:endParaRPr lang="es-AR" altLang="en-US" sz="2800" dirty="0"/>
          </a:p>
          <a:p>
            <a:pPr eaLnBrk="1" hangingPunct="1"/>
            <a:r>
              <a:rPr lang="es-AR" altLang="en-US" sz="2800" dirty="0"/>
              <a:t>Permite un control más especifico de los datos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EC9CC36-57FB-4B92-B910-4347277C8BCC}"/>
              </a:ext>
            </a:extLst>
          </p:cNvPr>
          <p:cNvSpPr>
            <a:spLocks noGrp="1" noChangeArrowheads="1"/>
          </p:cNvSpPr>
          <p:nvPr>
            <p:ph type="title"/>
          </p:nvPr>
        </p:nvSpPr>
        <p:spPr/>
        <p:txBody>
          <a:bodyPr/>
          <a:lstStyle/>
          <a:p>
            <a:pPr eaLnBrk="1" hangingPunct="1"/>
            <a:r>
              <a:rPr lang="es-AR" altLang="en-US"/>
              <a:t>DataSet – Ejemplo C#</a:t>
            </a:r>
          </a:p>
        </p:txBody>
      </p:sp>
      <p:pic>
        <p:nvPicPr>
          <p:cNvPr id="20484" name="Picture 6">
            <a:extLst>
              <a:ext uri="{FF2B5EF4-FFF2-40B4-BE49-F238E27FC236}">
                <a16:creationId xmlns:a16="http://schemas.microsoft.com/office/drawing/2014/main" id="{A73BBA29-1288-4E9F-AA41-91B4B70B21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177925"/>
            <a:ext cx="6913563" cy="5203825"/>
          </a:xfrm>
          <a:prstGeom prst="rect">
            <a:avLst/>
          </a:prstGeom>
          <a:noFill/>
          <a:ln w="28575">
            <a:solidFill>
              <a:schemeClr val="bg2"/>
            </a:solidFill>
            <a:miter lim="800000"/>
            <a:headEnd/>
            <a:tailEnd/>
          </a:ln>
          <a:effectLst>
            <a:outerShdw dist="35921"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7A1B4C8-D457-48A8-A645-3814E73AD20D}"/>
              </a:ext>
            </a:extLst>
          </p:cNvPr>
          <p:cNvSpPr>
            <a:spLocks noGrp="1" noChangeArrowheads="1"/>
          </p:cNvSpPr>
          <p:nvPr>
            <p:ph type="title"/>
          </p:nvPr>
        </p:nvSpPr>
        <p:spPr/>
        <p:txBody>
          <a:bodyPr/>
          <a:lstStyle/>
          <a:p>
            <a:pPr eaLnBrk="1" hangingPunct="1"/>
            <a:r>
              <a:rPr lang="es-AR" altLang="en-US"/>
              <a:t>DataSet – Ejemplo</a:t>
            </a:r>
          </a:p>
        </p:txBody>
      </p:sp>
      <p:pic>
        <p:nvPicPr>
          <p:cNvPr id="22532" name="Picture 6">
            <a:extLst>
              <a:ext uri="{FF2B5EF4-FFF2-40B4-BE49-F238E27FC236}">
                <a16:creationId xmlns:a16="http://schemas.microsoft.com/office/drawing/2014/main" id="{E4CDB7CF-1A16-44A9-9BD2-F5D4A3ABF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828800"/>
            <a:ext cx="6464300" cy="3913188"/>
          </a:xfrm>
          <a:prstGeom prst="rect">
            <a:avLst/>
          </a:prstGeom>
          <a:noFill/>
          <a:ln w="28575">
            <a:solidFill>
              <a:schemeClr val="bg2"/>
            </a:solidFill>
            <a:miter lim="800000"/>
            <a:headEnd/>
            <a:tailEnd/>
          </a:ln>
          <a:effectLst>
            <a:outerShdw dist="35921"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ACC6E80-3489-4991-8A53-C227BEF912E2}"/>
              </a:ext>
            </a:extLst>
          </p:cNvPr>
          <p:cNvSpPr>
            <a:spLocks noGrp="1" noChangeArrowheads="1"/>
          </p:cNvSpPr>
          <p:nvPr>
            <p:ph type="title"/>
          </p:nvPr>
        </p:nvSpPr>
        <p:spPr/>
        <p:txBody>
          <a:bodyPr/>
          <a:lstStyle/>
          <a:p>
            <a:pPr eaLnBrk="1" hangingPunct="1"/>
            <a:r>
              <a:rPr lang="es-AR" altLang="en-US"/>
              <a:t>DataSet Tipado</a:t>
            </a:r>
          </a:p>
        </p:txBody>
      </p:sp>
      <p:sp>
        <p:nvSpPr>
          <p:cNvPr id="23555" name="Rectangle 3">
            <a:extLst>
              <a:ext uri="{FF2B5EF4-FFF2-40B4-BE49-F238E27FC236}">
                <a16:creationId xmlns:a16="http://schemas.microsoft.com/office/drawing/2014/main" id="{04D85989-89C9-41B2-BC25-3E3D6CF28B4A}"/>
              </a:ext>
            </a:extLst>
          </p:cNvPr>
          <p:cNvSpPr>
            <a:spLocks noGrp="1" noChangeArrowheads="1"/>
          </p:cNvSpPr>
          <p:nvPr>
            <p:ph type="body" idx="1"/>
          </p:nvPr>
        </p:nvSpPr>
        <p:spPr/>
        <p:txBody>
          <a:bodyPr/>
          <a:lstStyle/>
          <a:p>
            <a:pPr eaLnBrk="1" hangingPunct="1"/>
            <a:r>
              <a:rPr lang="es-AR" altLang="en-US"/>
              <a:t>Clase generada en Tiempo de Diseño</a:t>
            </a:r>
          </a:p>
          <a:p>
            <a:pPr lvl="1" eaLnBrk="1" hangingPunct="1"/>
            <a:r>
              <a:rPr lang="es-AR" altLang="en-US"/>
              <a:t>Hereda del DataSet</a:t>
            </a:r>
          </a:p>
          <a:p>
            <a:pPr lvl="1" eaLnBrk="1" hangingPunct="1"/>
            <a:r>
              <a:rPr lang="es-AR" altLang="en-US"/>
              <a:t>Schema codificado en la clase</a:t>
            </a:r>
          </a:p>
          <a:p>
            <a:pPr eaLnBrk="1" hangingPunct="1"/>
            <a:r>
              <a:rPr lang="es-AR" altLang="en-US"/>
              <a:t>Beneficios</a:t>
            </a:r>
          </a:p>
          <a:p>
            <a:pPr lvl="1" eaLnBrk="1" hangingPunct="1"/>
            <a:r>
              <a:rPr lang="es-AR" altLang="en-US"/>
              <a:t>Completado de sentencias</a:t>
            </a:r>
          </a:p>
          <a:p>
            <a:pPr lvl="1" eaLnBrk="1" hangingPunct="1"/>
            <a:r>
              <a:rPr lang="es-AR" altLang="en-US"/>
              <a:t>Comprobación de tipos en compilación</a:t>
            </a:r>
          </a:p>
          <a:p>
            <a:pPr lvl="1" eaLnBrk="1" hangingPunct="1"/>
            <a:r>
              <a:rPr lang="es-AR" altLang="en-US"/>
              <a:t>Código conciso y legible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EDC0283-918A-4B11-A4B7-A9A2F2CADF82}"/>
              </a:ext>
            </a:extLst>
          </p:cNvPr>
          <p:cNvSpPr>
            <a:spLocks noGrp="1" noChangeArrowheads="1"/>
          </p:cNvSpPr>
          <p:nvPr>
            <p:ph type="title"/>
          </p:nvPr>
        </p:nvSpPr>
        <p:spPr>
          <a:xfrm>
            <a:off x="460374" y="-2"/>
            <a:ext cx="8455025" cy="740664"/>
          </a:xfrm>
        </p:spPr>
        <p:txBody>
          <a:bodyPr/>
          <a:lstStyle/>
          <a:p>
            <a:pPr eaLnBrk="1" hangingPunct="1"/>
            <a:r>
              <a:rPr lang="es-AR" altLang="en-US" sz="3600" dirty="0" err="1"/>
              <a:t>DataSet</a:t>
            </a:r>
            <a:r>
              <a:rPr lang="es-AR" altLang="en-US" sz="3600" dirty="0"/>
              <a:t> Tipado – Ejemplo (Diseñador)</a:t>
            </a:r>
          </a:p>
        </p:txBody>
      </p:sp>
      <p:pic>
        <p:nvPicPr>
          <p:cNvPr id="24580" name="Picture 6">
            <a:extLst>
              <a:ext uri="{FF2B5EF4-FFF2-40B4-BE49-F238E27FC236}">
                <a16:creationId xmlns:a16="http://schemas.microsoft.com/office/drawing/2014/main" id="{25C8F43B-C292-4932-9096-ABE4C627E4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828800"/>
            <a:ext cx="8112125" cy="3232150"/>
          </a:xfrm>
          <a:prstGeom prst="rect">
            <a:avLst/>
          </a:prstGeom>
          <a:noFill/>
          <a:ln w="28575">
            <a:solidFill>
              <a:schemeClr val="bg2"/>
            </a:solidFill>
            <a:miter lim="800000"/>
            <a:headEnd/>
            <a:tailEnd/>
          </a:ln>
          <a:effectLst>
            <a:outerShdw dist="35921"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B07DFCE-FB2E-420B-AC37-6CFF54599A01}"/>
              </a:ext>
            </a:extLst>
          </p:cNvPr>
          <p:cNvSpPr>
            <a:spLocks noGrp="1" noChangeArrowheads="1"/>
          </p:cNvSpPr>
          <p:nvPr>
            <p:ph type="title"/>
          </p:nvPr>
        </p:nvSpPr>
        <p:spPr/>
        <p:txBody>
          <a:bodyPr/>
          <a:lstStyle/>
          <a:p>
            <a:pPr eaLnBrk="1" hangingPunct="1"/>
            <a:r>
              <a:rPr lang="es-AR" altLang="en-US"/>
              <a:t>DataSet Tipado – Ejemplo</a:t>
            </a:r>
          </a:p>
        </p:txBody>
      </p:sp>
      <p:pic>
        <p:nvPicPr>
          <p:cNvPr id="25604" name="Picture 5">
            <a:extLst>
              <a:ext uri="{FF2B5EF4-FFF2-40B4-BE49-F238E27FC236}">
                <a16:creationId xmlns:a16="http://schemas.microsoft.com/office/drawing/2014/main" id="{47E3F58C-F721-4677-831B-97F54F888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524000"/>
            <a:ext cx="4789488" cy="3205163"/>
          </a:xfrm>
          <a:prstGeom prst="rect">
            <a:avLst/>
          </a:prstGeom>
          <a:noFill/>
          <a:ln w="28575">
            <a:solidFill>
              <a:schemeClr val="bg2"/>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pic>
      <p:pic>
        <p:nvPicPr>
          <p:cNvPr id="25605" name="Picture 6">
            <a:extLst>
              <a:ext uri="{FF2B5EF4-FFF2-40B4-BE49-F238E27FC236}">
                <a16:creationId xmlns:a16="http://schemas.microsoft.com/office/drawing/2014/main" id="{C7A68BC3-D9E3-412F-8AAA-C7C3DCF2D9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4953000"/>
            <a:ext cx="6302375" cy="1349375"/>
          </a:xfrm>
          <a:prstGeom prst="rect">
            <a:avLst/>
          </a:prstGeom>
          <a:noFill/>
          <a:ln w="28575">
            <a:solidFill>
              <a:schemeClr val="bg2"/>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C042A91-7852-4100-AD4C-BA7FBDE4C7C4}"/>
              </a:ext>
            </a:extLst>
          </p:cNvPr>
          <p:cNvSpPr>
            <a:spLocks noGrp="1" noChangeArrowheads="1"/>
          </p:cNvSpPr>
          <p:nvPr>
            <p:ph type="title"/>
          </p:nvPr>
        </p:nvSpPr>
        <p:spPr/>
        <p:txBody>
          <a:bodyPr/>
          <a:lstStyle/>
          <a:p>
            <a:pPr eaLnBrk="1" hangingPunct="1"/>
            <a:r>
              <a:rPr lang="es-AR" altLang="en-US"/>
              <a:t>Objeto Connection</a:t>
            </a:r>
          </a:p>
        </p:txBody>
      </p:sp>
      <p:sp>
        <p:nvSpPr>
          <p:cNvPr id="26627" name="Rectangle 3">
            <a:extLst>
              <a:ext uri="{FF2B5EF4-FFF2-40B4-BE49-F238E27FC236}">
                <a16:creationId xmlns:a16="http://schemas.microsoft.com/office/drawing/2014/main" id="{74EC7D2E-9A65-4E40-95EF-611F1BD9CD74}"/>
              </a:ext>
            </a:extLst>
          </p:cNvPr>
          <p:cNvSpPr>
            <a:spLocks noGrp="1" noChangeArrowheads="1"/>
          </p:cNvSpPr>
          <p:nvPr>
            <p:ph type="body" idx="1"/>
          </p:nvPr>
        </p:nvSpPr>
        <p:spPr>
          <a:xfrm>
            <a:off x="457200" y="1196975"/>
            <a:ext cx="8686800" cy="5472113"/>
          </a:xfrm>
        </p:spPr>
        <p:txBody>
          <a:bodyPr/>
          <a:lstStyle/>
          <a:p>
            <a:pPr eaLnBrk="1" hangingPunct="1"/>
            <a:r>
              <a:rPr lang="es-AR" altLang="en-US" sz="2800" dirty="0"/>
              <a:t>Permite establecer la comunicación </a:t>
            </a:r>
            <a:r>
              <a:rPr lang="es-AR" altLang="en-US" sz="2800" dirty="0" err="1"/>
              <a:t>fisica</a:t>
            </a:r>
            <a:r>
              <a:rPr lang="es-AR" altLang="en-US" sz="2800" dirty="0"/>
              <a:t> entre la aplicación y la base de datos</a:t>
            </a:r>
          </a:p>
          <a:p>
            <a:pPr eaLnBrk="1" hangingPunct="1">
              <a:buFontTx/>
              <a:buNone/>
            </a:pPr>
            <a:endParaRPr lang="es-AR" altLang="en-US" sz="2800" dirty="0"/>
          </a:p>
          <a:p>
            <a:pPr eaLnBrk="1" hangingPunct="1"/>
            <a:r>
              <a:rPr lang="es-AR" altLang="en-US" sz="2800" dirty="0"/>
              <a:t>Representa una conexión al Data </a:t>
            </a:r>
            <a:r>
              <a:rPr lang="es-AR" altLang="en-US" sz="2800" dirty="0" err="1"/>
              <a:t>Source</a:t>
            </a:r>
            <a:endParaRPr lang="es-AR" altLang="en-US" sz="2800" dirty="0"/>
          </a:p>
          <a:p>
            <a:pPr eaLnBrk="1" hangingPunct="1"/>
            <a:endParaRPr lang="es-AR" altLang="en-US" sz="2800" dirty="0"/>
          </a:p>
          <a:p>
            <a:pPr eaLnBrk="1" hangingPunct="1"/>
            <a:r>
              <a:rPr lang="es-AR" altLang="en-US" sz="2800" dirty="0"/>
              <a:t>Una conexión permite:</a:t>
            </a:r>
          </a:p>
          <a:p>
            <a:pPr lvl="1" eaLnBrk="1" hangingPunct="1"/>
            <a:r>
              <a:rPr lang="es-AR" altLang="en-US" sz="2400" dirty="0"/>
              <a:t>Personalizar la conexión a la base de datos</a:t>
            </a:r>
          </a:p>
          <a:p>
            <a:pPr lvl="1" eaLnBrk="1" hangingPunct="1"/>
            <a:r>
              <a:rPr lang="es-AR" altLang="en-US" sz="2400" dirty="0"/>
              <a:t>Begin, </a:t>
            </a:r>
            <a:r>
              <a:rPr lang="es-AR" altLang="en-US" sz="2400" dirty="0" err="1"/>
              <a:t>commit</a:t>
            </a:r>
            <a:r>
              <a:rPr lang="es-AR" altLang="en-US" sz="2400" dirty="0"/>
              <a:t>, y abortar transacciones</a:t>
            </a:r>
          </a:p>
          <a:p>
            <a:pPr marL="0" indent="0" eaLnBrk="1" hangingPunct="1">
              <a:buNone/>
            </a:pPr>
            <a:endParaRPr lang="es-AR" alt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FB907BEA-35DB-4E85-B9CF-54B3EC669C2A}"/>
              </a:ext>
            </a:extLst>
          </p:cNvPr>
          <p:cNvSpPr>
            <a:spLocks noGrp="1" noChangeArrowheads="1"/>
          </p:cNvSpPr>
          <p:nvPr>
            <p:ph type="title"/>
          </p:nvPr>
        </p:nvSpPr>
        <p:spPr/>
        <p:txBody>
          <a:bodyPr/>
          <a:lstStyle/>
          <a:p>
            <a:pPr eaLnBrk="1" hangingPunct="1"/>
            <a:r>
              <a:rPr lang="es-AR" altLang="en-US"/>
              <a:t>Objeto Connection - Providers</a:t>
            </a:r>
          </a:p>
        </p:txBody>
      </p:sp>
      <p:sp>
        <p:nvSpPr>
          <p:cNvPr id="27651" name="Rectangle 3">
            <a:extLst>
              <a:ext uri="{FF2B5EF4-FFF2-40B4-BE49-F238E27FC236}">
                <a16:creationId xmlns:a16="http://schemas.microsoft.com/office/drawing/2014/main" id="{D4713041-5AA5-4A1E-8988-6F1DD352F39F}"/>
              </a:ext>
            </a:extLst>
          </p:cNvPr>
          <p:cNvSpPr>
            <a:spLocks noGrp="1" noChangeArrowheads="1"/>
          </p:cNvSpPr>
          <p:nvPr>
            <p:ph type="body" idx="1"/>
          </p:nvPr>
        </p:nvSpPr>
        <p:spPr>
          <a:xfrm>
            <a:off x="457200" y="1196975"/>
            <a:ext cx="8578850" cy="3024188"/>
          </a:xfrm>
        </p:spPr>
        <p:txBody>
          <a:bodyPr/>
          <a:lstStyle/>
          <a:p>
            <a:pPr eaLnBrk="1" hangingPunct="1">
              <a:buFontTx/>
              <a:buNone/>
            </a:pPr>
            <a:endParaRPr lang="es-AR" altLang="en-US"/>
          </a:p>
          <a:p>
            <a:pPr eaLnBrk="1" hangingPunct="1"/>
            <a:r>
              <a:rPr lang="es-AR" altLang="en-US"/>
              <a:t>System.Data.SqlClient.SqlConnection</a:t>
            </a:r>
          </a:p>
          <a:p>
            <a:pPr eaLnBrk="1" hangingPunct="1"/>
            <a:r>
              <a:rPr lang="es-AR" altLang="en-US"/>
              <a:t>System.Data.ODBC.ODBCConnection</a:t>
            </a:r>
          </a:p>
          <a:p>
            <a:pPr eaLnBrk="1" hangingPunct="1"/>
            <a:r>
              <a:rPr lang="es-AR" altLang="en-US"/>
              <a:t>System.Data.OleDB.OLEDBConnection</a:t>
            </a:r>
          </a:p>
          <a:p>
            <a:pPr eaLnBrk="1" hangingPunct="1"/>
            <a:r>
              <a:rPr lang="es-AR" altLang="en-US"/>
              <a:t>System.Data.OracleClient.OracleConnection</a:t>
            </a:r>
          </a:p>
        </p:txBody>
      </p:sp>
      <p:sp>
        <p:nvSpPr>
          <p:cNvPr id="27653" name="Rectangle 7">
            <a:extLst>
              <a:ext uri="{FF2B5EF4-FFF2-40B4-BE49-F238E27FC236}">
                <a16:creationId xmlns:a16="http://schemas.microsoft.com/office/drawing/2014/main" id="{0C489F98-BB83-4737-B936-B0DB9CF9E88F}"/>
              </a:ext>
            </a:extLst>
          </p:cNvPr>
          <p:cNvSpPr>
            <a:spLocks noChangeArrowheads="1"/>
          </p:cNvSpPr>
          <p:nvPr/>
        </p:nvSpPr>
        <p:spPr bwMode="auto">
          <a:xfrm>
            <a:off x="533400" y="4602163"/>
            <a:ext cx="8229600" cy="914400"/>
          </a:xfrm>
          <a:prstGeom prst="rect">
            <a:avLst/>
          </a:prstGeom>
          <a:gradFill rotWithShape="1">
            <a:gsLst>
              <a:gs pos="0">
                <a:srgbClr val="FFFFFF"/>
              </a:gs>
              <a:gs pos="100000">
                <a:srgbClr val="FFFFCC"/>
              </a:gs>
            </a:gsLst>
            <a:lin ang="5400000" scaled="1"/>
          </a:gradFill>
          <a:ln w="9525">
            <a:solidFill>
              <a:srgbClr val="FFCC00"/>
            </a:solidFill>
            <a:miter lim="800000"/>
            <a:headEnd/>
            <a:tailEnd/>
          </a:ln>
        </p:spPr>
        <p:txBody>
          <a:bodyPr wrap="none"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0"/>
              </a:spcBef>
            </a:pPr>
            <a:r>
              <a:rPr lang="en-US" altLang="en-US">
                <a:solidFill>
                  <a:schemeClr val="tx1"/>
                </a:solidFill>
                <a:latin typeface="Courier New" panose="02070309020205020404" pitchFamily="49" charset="0"/>
                <a:ea typeface="Times New Roman" panose="02020603050405020304" pitchFamily="18" charset="0"/>
                <a:cs typeface="Courier New" panose="02070309020205020404" pitchFamily="49" charset="0"/>
              </a:rPr>
              <a:t>string sCnn = "data source=localhost; " +</a:t>
            </a:r>
          </a:p>
          <a:p>
            <a:pPr eaLnBrk="1" hangingPunct="1">
              <a:spcBef>
                <a:spcPct val="0"/>
              </a:spcBef>
            </a:pPr>
            <a:r>
              <a:rPr lang="en-US" altLang="en-US">
                <a:solidFill>
                  <a:schemeClr val="tx1"/>
                </a:solidFill>
                <a:latin typeface="Courier New" panose="02070309020205020404" pitchFamily="49" charset="0"/>
                <a:ea typeface="Times New Roman" panose="02020603050405020304" pitchFamily="18" charset="0"/>
                <a:cs typeface="Courier New" panose="02070309020205020404" pitchFamily="49" charset="0"/>
              </a:rPr>
              <a:t>  "initial catalog=northwind; integrated security=true";</a:t>
            </a:r>
          </a:p>
          <a:p>
            <a:pPr eaLnBrk="1" hangingPunct="1">
              <a:spcBef>
                <a:spcPct val="0"/>
              </a:spcBef>
            </a:pPr>
            <a:r>
              <a:rPr lang="en-US" altLang="en-US">
                <a:solidFill>
                  <a:schemeClr val="tx1"/>
                </a:solidFill>
                <a:latin typeface="Courier New" panose="02070309020205020404" pitchFamily="49" charset="0"/>
                <a:ea typeface="Times New Roman" panose="02020603050405020304" pitchFamily="18" charset="0"/>
                <a:cs typeface="Courier New" panose="02070309020205020404" pitchFamily="49" charset="0"/>
              </a:rPr>
              <a:t>SqlConnection conn = new SqlConnection(sCnn);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21F4B10-32CB-421D-8F5D-FA2A54C4E1DF}"/>
              </a:ext>
            </a:extLst>
          </p:cNvPr>
          <p:cNvSpPr>
            <a:spLocks noGrp="1" noChangeArrowheads="1"/>
          </p:cNvSpPr>
          <p:nvPr>
            <p:ph type="title"/>
          </p:nvPr>
        </p:nvSpPr>
        <p:spPr>
          <a:xfrm>
            <a:off x="460374" y="-2"/>
            <a:ext cx="8759825" cy="740664"/>
          </a:xfrm>
        </p:spPr>
        <p:txBody>
          <a:bodyPr/>
          <a:lstStyle/>
          <a:p>
            <a:pPr eaLnBrk="1" hangingPunct="1"/>
            <a:r>
              <a:rPr lang="es-AR" altLang="en-US" sz="3200" dirty="0"/>
              <a:t>Objeto </a:t>
            </a:r>
            <a:r>
              <a:rPr lang="es-AR" altLang="en-US" sz="3200" dirty="0" err="1"/>
              <a:t>Connection</a:t>
            </a:r>
            <a:r>
              <a:rPr lang="es-AR" altLang="en-US" sz="3200" dirty="0"/>
              <a:t> – Propiedades y Métodos</a:t>
            </a:r>
          </a:p>
        </p:txBody>
      </p:sp>
      <p:sp>
        <p:nvSpPr>
          <p:cNvPr id="28675" name="Rectangle 3">
            <a:extLst>
              <a:ext uri="{FF2B5EF4-FFF2-40B4-BE49-F238E27FC236}">
                <a16:creationId xmlns:a16="http://schemas.microsoft.com/office/drawing/2014/main" id="{155B3EB4-2286-48FA-88DA-C9DB19A35EDD}"/>
              </a:ext>
            </a:extLst>
          </p:cNvPr>
          <p:cNvSpPr>
            <a:spLocks noGrp="1" noChangeArrowheads="1"/>
          </p:cNvSpPr>
          <p:nvPr>
            <p:ph type="body" idx="1"/>
          </p:nvPr>
        </p:nvSpPr>
        <p:spPr/>
        <p:txBody>
          <a:bodyPr/>
          <a:lstStyle/>
          <a:p>
            <a:pPr eaLnBrk="1" hangingPunct="1"/>
            <a:r>
              <a:rPr lang="es-AR" altLang="en-US" sz="2800" dirty="0"/>
              <a:t>Clases </a:t>
            </a:r>
            <a:r>
              <a:rPr lang="es-AR" altLang="en-US" sz="2800" dirty="0" err="1">
                <a:solidFill>
                  <a:srgbClr val="0070C0"/>
                </a:solidFill>
              </a:rPr>
              <a:t>xxxConnection</a:t>
            </a:r>
            <a:r>
              <a:rPr lang="es-AR" altLang="en-US" sz="2800" dirty="0"/>
              <a:t> heredan de </a:t>
            </a:r>
            <a:r>
              <a:rPr lang="es-AR" altLang="en-US" sz="2800" dirty="0" err="1"/>
              <a:t>System.Data.Common</a:t>
            </a:r>
            <a:r>
              <a:rPr lang="es-AR" altLang="en-US" sz="2800" dirty="0"/>
              <a:t>.</a:t>
            </a:r>
            <a:r>
              <a:rPr lang="en-US" altLang="en-US" sz="2800" dirty="0" err="1"/>
              <a:t>DbConnection</a:t>
            </a:r>
            <a:endParaRPr lang="en-US" altLang="en-US" sz="2800" dirty="0"/>
          </a:p>
          <a:p>
            <a:pPr eaLnBrk="1" hangingPunct="1"/>
            <a:endParaRPr lang="en-US" altLang="en-US" sz="2800" dirty="0"/>
          </a:p>
          <a:p>
            <a:pPr eaLnBrk="1" hangingPunct="1"/>
            <a:r>
              <a:rPr lang="es-AR" altLang="en-US" sz="2800" dirty="0"/>
              <a:t>Propiedades:</a:t>
            </a:r>
          </a:p>
          <a:p>
            <a:pPr lvl="1" eaLnBrk="1" hangingPunct="1"/>
            <a:r>
              <a:rPr lang="es-AR" altLang="en-US" sz="2400" dirty="0" err="1">
                <a:solidFill>
                  <a:srgbClr val="0070C0"/>
                </a:solidFill>
              </a:rPr>
              <a:t>ConnectionString</a:t>
            </a:r>
            <a:r>
              <a:rPr lang="es-AR" altLang="en-US" sz="2400" dirty="0"/>
              <a:t>: Cadena de conexión</a:t>
            </a:r>
          </a:p>
          <a:p>
            <a:pPr eaLnBrk="1" hangingPunct="1"/>
            <a:endParaRPr lang="es-AR" altLang="en-US" sz="2800" dirty="0"/>
          </a:p>
          <a:p>
            <a:pPr eaLnBrk="1" hangingPunct="1"/>
            <a:r>
              <a:rPr lang="es-AR" altLang="en-US" sz="2800" dirty="0"/>
              <a:t>Métodos:</a:t>
            </a:r>
          </a:p>
          <a:p>
            <a:pPr lvl="1" eaLnBrk="1" hangingPunct="1"/>
            <a:r>
              <a:rPr lang="es-AR" altLang="en-US" sz="2400" dirty="0">
                <a:solidFill>
                  <a:srgbClr val="0070C0"/>
                </a:solidFill>
              </a:rPr>
              <a:t>Open</a:t>
            </a:r>
            <a:r>
              <a:rPr lang="es-AR" altLang="en-US" sz="2400" dirty="0"/>
              <a:t>: Abre la conexión con el origen especificado</a:t>
            </a:r>
          </a:p>
          <a:p>
            <a:pPr lvl="1" eaLnBrk="1" hangingPunct="1"/>
            <a:r>
              <a:rPr lang="es-AR" altLang="en-US" sz="2400" dirty="0" err="1">
                <a:solidFill>
                  <a:srgbClr val="0070C0"/>
                </a:solidFill>
              </a:rPr>
              <a:t>Close</a:t>
            </a:r>
            <a:r>
              <a:rPr lang="es-AR" altLang="en-US" sz="2400" dirty="0"/>
              <a:t>: Cierra la conexión</a:t>
            </a:r>
          </a:p>
          <a:p>
            <a:pPr lvl="1" eaLnBrk="1" hangingPunct="1"/>
            <a:r>
              <a:rPr lang="es-AR" altLang="en-US" sz="2400" dirty="0" err="1">
                <a:solidFill>
                  <a:srgbClr val="0070C0"/>
                </a:solidFill>
              </a:rPr>
              <a:t>BeginTransaction</a:t>
            </a:r>
            <a:r>
              <a:rPr lang="es-AR" altLang="en-US" sz="2400" dirty="0"/>
              <a:t>: Inicia una transacción con el origen</a:t>
            </a:r>
          </a:p>
          <a:p>
            <a:pPr eaLnBrk="1" hangingPunct="1">
              <a:buFontTx/>
              <a:buNone/>
            </a:pPr>
            <a:endParaRPr lang="es-AR"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0F315ED4-9AE7-4570-BB05-6525743F8D52}"/>
              </a:ext>
            </a:extLst>
          </p:cNvPr>
          <p:cNvSpPr>
            <a:spLocks noGrp="1" noChangeArrowheads="1"/>
          </p:cNvSpPr>
          <p:nvPr>
            <p:ph type="title"/>
          </p:nvPr>
        </p:nvSpPr>
        <p:spPr>
          <a:xfrm>
            <a:off x="460374" y="-2"/>
            <a:ext cx="8607425" cy="740664"/>
          </a:xfrm>
        </p:spPr>
        <p:txBody>
          <a:bodyPr/>
          <a:lstStyle/>
          <a:p>
            <a:pPr eaLnBrk="1" hangingPunct="1"/>
            <a:r>
              <a:rPr lang="es-AR" altLang="en-US" sz="3600" dirty="0"/>
              <a:t>Objeto </a:t>
            </a:r>
            <a:r>
              <a:rPr lang="es-AR" altLang="en-US" sz="3600" dirty="0" err="1"/>
              <a:t>Connection</a:t>
            </a:r>
            <a:r>
              <a:rPr lang="es-AR" altLang="en-US" sz="3600" dirty="0"/>
              <a:t> - </a:t>
            </a:r>
            <a:r>
              <a:rPr lang="es-AR" altLang="en-US" sz="3600" dirty="0" err="1"/>
              <a:t>ConnectionString</a:t>
            </a:r>
            <a:endParaRPr lang="es-AR" altLang="en-US" sz="3600" dirty="0"/>
          </a:p>
        </p:txBody>
      </p:sp>
      <p:sp>
        <p:nvSpPr>
          <p:cNvPr id="29699" name="Rectangle 3">
            <a:extLst>
              <a:ext uri="{FF2B5EF4-FFF2-40B4-BE49-F238E27FC236}">
                <a16:creationId xmlns:a16="http://schemas.microsoft.com/office/drawing/2014/main" id="{BCE58E89-DBA4-44AF-9515-CBEF2828C648}"/>
              </a:ext>
            </a:extLst>
          </p:cNvPr>
          <p:cNvSpPr>
            <a:spLocks noGrp="1" noChangeArrowheads="1"/>
          </p:cNvSpPr>
          <p:nvPr>
            <p:ph type="body" idx="1"/>
          </p:nvPr>
        </p:nvSpPr>
        <p:spPr/>
        <p:txBody>
          <a:bodyPr/>
          <a:lstStyle/>
          <a:p>
            <a:pPr eaLnBrk="1" hangingPunct="1"/>
            <a:r>
              <a:rPr lang="es-AR" altLang="en-US" sz="2800" dirty="0"/>
              <a:t>Parámetro critico en una aplicación que puede contener datos “sensibles” y requerir algún tipo de protección</a:t>
            </a:r>
          </a:p>
          <a:p>
            <a:pPr eaLnBrk="1" hangingPunct="1"/>
            <a:r>
              <a:rPr lang="es-AR" altLang="en-US" sz="2800" dirty="0"/>
              <a:t>Especificado con entrada en el </a:t>
            </a:r>
            <a:r>
              <a:rPr lang="es-AR" altLang="en-US" sz="2800" dirty="0" err="1"/>
              <a:t>Web.config</a:t>
            </a:r>
            <a:r>
              <a:rPr lang="es-AR" altLang="en-US" sz="2800" dirty="0"/>
              <a:t>:</a:t>
            </a:r>
            <a:br>
              <a:rPr lang="es-AR" altLang="en-US" sz="2800" dirty="0"/>
            </a:br>
            <a:r>
              <a:rPr lang="es-AR" altLang="en-US" sz="1800" dirty="0"/>
              <a:t>&lt;</a:t>
            </a:r>
            <a:r>
              <a:rPr lang="es-AR" altLang="en-US" sz="1800" dirty="0" err="1"/>
              <a:t>connectionStrings</a:t>
            </a:r>
            <a:r>
              <a:rPr lang="es-AR" altLang="en-US" sz="1800" dirty="0"/>
              <a:t>&gt;</a:t>
            </a:r>
            <a:br>
              <a:rPr lang="es-AR" altLang="en-US" sz="1800" dirty="0"/>
            </a:br>
            <a:r>
              <a:rPr lang="es-AR" altLang="en-US" sz="1800" dirty="0"/>
              <a:t>    &lt;</a:t>
            </a:r>
            <a:r>
              <a:rPr lang="es-AR" altLang="en-US" sz="1800" dirty="0" err="1"/>
              <a:t>add</a:t>
            </a:r>
            <a:r>
              <a:rPr lang="es-AR" altLang="en-US" sz="1800" dirty="0"/>
              <a:t> </a:t>
            </a:r>
            <a:r>
              <a:rPr lang="es-AR" altLang="en-US" sz="1800" dirty="0" err="1"/>
              <a:t>name</a:t>
            </a:r>
            <a:r>
              <a:rPr lang="es-AR" altLang="en-US" sz="1800" dirty="0"/>
              <a:t>=“</a:t>
            </a:r>
            <a:r>
              <a:rPr lang="es-AR" altLang="en-US" sz="1800" dirty="0" err="1"/>
              <a:t>AcademiaSQL</a:t>
            </a:r>
            <a:r>
              <a:rPr lang="es-AR" altLang="en-US" sz="1800" dirty="0"/>
              <a:t>“ </a:t>
            </a:r>
            <a:r>
              <a:rPr lang="es-AR" altLang="en-US" sz="1800" dirty="0" err="1"/>
              <a:t>connectionString</a:t>
            </a:r>
            <a:r>
              <a:rPr lang="es-AR" altLang="en-US" sz="1800" dirty="0"/>
              <a:t>="SERVER=(local); 	DATABASE=</a:t>
            </a:r>
            <a:r>
              <a:rPr lang="es-AR" altLang="en-US" sz="1800" dirty="0" err="1"/>
              <a:t>Academia;UID</a:t>
            </a:r>
            <a:r>
              <a:rPr lang="es-AR" altLang="en-US" sz="1800" dirty="0"/>
              <a:t>=net; </a:t>
            </a:r>
            <a:r>
              <a:rPr lang="es-AR" altLang="en-US" sz="1800" dirty="0" err="1"/>
              <a:t>Password</a:t>
            </a:r>
            <a:r>
              <a:rPr lang="es-AR" altLang="en-US" sz="1800" dirty="0"/>
              <a:t>=net" /&gt;</a:t>
            </a:r>
            <a:br>
              <a:rPr lang="es-AR" altLang="en-US" sz="1800" dirty="0"/>
            </a:br>
            <a:r>
              <a:rPr lang="es-AR" altLang="en-US" sz="1800" dirty="0"/>
              <a:t>    &lt;</a:t>
            </a:r>
            <a:r>
              <a:rPr lang="es-AR" altLang="en-US" sz="1800" dirty="0" err="1"/>
              <a:t>add</a:t>
            </a:r>
            <a:r>
              <a:rPr lang="es-AR" altLang="en-US" sz="1800" dirty="0"/>
              <a:t> </a:t>
            </a:r>
            <a:r>
              <a:rPr lang="es-AR" altLang="en-US" sz="1800" dirty="0" err="1"/>
              <a:t>name</a:t>
            </a:r>
            <a:r>
              <a:rPr lang="es-AR" altLang="en-US" sz="1800" dirty="0"/>
              <a:t>=“</a:t>
            </a:r>
            <a:r>
              <a:rPr lang="es-AR" altLang="en-US" sz="1800" dirty="0" err="1"/>
              <a:t>AcademiaAccess</a:t>
            </a:r>
            <a:r>
              <a:rPr lang="es-AR" altLang="en-US" sz="1800" dirty="0"/>
              <a:t>“ </a:t>
            </a:r>
            <a:r>
              <a:rPr lang="es-AR" altLang="en-US" sz="1800" dirty="0" err="1"/>
              <a:t>connectionString</a:t>
            </a:r>
            <a:r>
              <a:rPr lang="es-AR" altLang="en-US" sz="1800" dirty="0"/>
              <a:t>="~\Academia.mdb" /&gt;</a:t>
            </a:r>
            <a:br>
              <a:rPr lang="es-AR" altLang="en-US" sz="1800" dirty="0"/>
            </a:br>
            <a:r>
              <a:rPr lang="es-AR" altLang="en-US" sz="1800" dirty="0"/>
              <a:t>&lt;/</a:t>
            </a:r>
            <a:r>
              <a:rPr lang="es-AR" altLang="en-US" sz="1800" dirty="0" err="1"/>
              <a:t>connectionStrings</a:t>
            </a:r>
            <a:r>
              <a:rPr lang="es-AR" altLang="en-US" sz="1800" dirty="0"/>
              <a:t>&gt;</a:t>
            </a:r>
          </a:p>
          <a:p>
            <a:pPr eaLnBrk="1" hangingPunct="1"/>
            <a:r>
              <a:rPr lang="es-AR" altLang="en-US" sz="2800" dirty="0"/>
              <a:t>Accedido por código:</a:t>
            </a:r>
            <a:br>
              <a:rPr lang="es-AR" altLang="en-US" sz="2800" dirty="0"/>
            </a:br>
            <a:r>
              <a:rPr lang="es-AR" altLang="en-US" sz="2800" dirty="0" err="1"/>
              <a:t>System.Configuration.ConfigurationManager.ConnectionStrings</a:t>
            </a:r>
            <a:r>
              <a:rPr lang="es-AR" altLang="en-US" sz="2800" dirty="0"/>
              <a:t>[“</a:t>
            </a:r>
            <a:r>
              <a:rPr lang="es-AR" altLang="en-US" sz="2800" dirty="0" err="1"/>
              <a:t>NWind</a:t>
            </a:r>
            <a:r>
              <a:rPr lang="es-AR" altLang="en-US" sz="2800" dirty="0"/>
              <a:t>”].</a:t>
            </a:r>
            <a:r>
              <a:rPr lang="es-AR" altLang="en-US" sz="2800" dirty="0" err="1"/>
              <a:t>ConnectionString</a:t>
            </a:r>
            <a:r>
              <a:rPr lang="es-AR" altLang="en-US" sz="2800"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CBD57D1-9BAB-4429-902C-C3557116BDD4}"/>
              </a:ext>
            </a:extLst>
          </p:cNvPr>
          <p:cNvSpPr>
            <a:spLocks noGrp="1" noChangeArrowheads="1"/>
          </p:cNvSpPr>
          <p:nvPr>
            <p:ph type="title"/>
          </p:nvPr>
        </p:nvSpPr>
        <p:spPr>
          <a:xfrm>
            <a:off x="460374" y="-2"/>
            <a:ext cx="8683625" cy="740664"/>
          </a:xfrm>
        </p:spPr>
        <p:txBody>
          <a:bodyPr/>
          <a:lstStyle/>
          <a:p>
            <a:pPr eaLnBrk="1" hangingPunct="1"/>
            <a:r>
              <a:rPr lang="es-AR" altLang="en-US" sz="3600" dirty="0"/>
              <a:t>Objeto </a:t>
            </a:r>
            <a:r>
              <a:rPr lang="es-AR" altLang="en-US" sz="3600" dirty="0" err="1"/>
              <a:t>Connection</a:t>
            </a:r>
            <a:r>
              <a:rPr lang="es-AR" altLang="en-US" sz="3600" dirty="0"/>
              <a:t> - </a:t>
            </a:r>
            <a:r>
              <a:rPr lang="es-AR" altLang="en-US" sz="3600" dirty="0" err="1"/>
              <a:t>ConnectionString</a:t>
            </a:r>
            <a:endParaRPr lang="es-AR" altLang="en-US" sz="3600" dirty="0"/>
          </a:p>
        </p:txBody>
      </p:sp>
      <p:sp>
        <p:nvSpPr>
          <p:cNvPr id="30723" name="Rectangle 3">
            <a:extLst>
              <a:ext uri="{FF2B5EF4-FFF2-40B4-BE49-F238E27FC236}">
                <a16:creationId xmlns:a16="http://schemas.microsoft.com/office/drawing/2014/main" id="{9DEE280C-2B6F-4C79-8538-855E4618D07F}"/>
              </a:ext>
            </a:extLst>
          </p:cNvPr>
          <p:cNvSpPr>
            <a:spLocks noGrp="1" noChangeArrowheads="1"/>
          </p:cNvSpPr>
          <p:nvPr>
            <p:ph type="body" idx="1"/>
          </p:nvPr>
        </p:nvSpPr>
        <p:spPr/>
        <p:txBody>
          <a:bodyPr/>
          <a:lstStyle/>
          <a:p>
            <a:pPr eaLnBrk="1" hangingPunct="1"/>
            <a:r>
              <a:rPr lang="es-AR" altLang="en-US"/>
              <a:t>Parámetros</a:t>
            </a:r>
          </a:p>
          <a:p>
            <a:pPr lvl="1" eaLnBrk="1" hangingPunct="1"/>
            <a:r>
              <a:rPr lang="en-US" altLang="en-US"/>
              <a:t>Data Source</a:t>
            </a:r>
          </a:p>
          <a:p>
            <a:pPr lvl="1" eaLnBrk="1" hangingPunct="1"/>
            <a:r>
              <a:rPr lang="en-US" altLang="en-US"/>
              <a:t>Initial Catalog</a:t>
            </a:r>
          </a:p>
          <a:p>
            <a:pPr lvl="1" eaLnBrk="1" hangingPunct="1"/>
            <a:r>
              <a:rPr lang="en-US" altLang="en-US"/>
              <a:t>Integrated Security</a:t>
            </a:r>
          </a:p>
          <a:p>
            <a:pPr lvl="1" eaLnBrk="1" hangingPunct="1"/>
            <a:r>
              <a:rPr lang="en-US" altLang="en-US"/>
              <a:t>Connection Timeout</a:t>
            </a:r>
          </a:p>
          <a:p>
            <a:pPr lvl="1" eaLnBrk="1" hangingPunct="1"/>
            <a:r>
              <a:rPr lang="en-US" altLang="en-US"/>
              <a:t>User ID</a:t>
            </a:r>
          </a:p>
          <a:p>
            <a:pPr lvl="1" eaLnBrk="1" hangingPunct="1"/>
            <a:r>
              <a:rPr lang="en-US" altLang="en-US"/>
              <a:t>Password</a:t>
            </a:r>
          </a:p>
          <a:p>
            <a:pPr lvl="1" eaLnBrk="1" hangingPunct="1"/>
            <a:r>
              <a:rPr lang="en-US" altLang="en-US"/>
              <a:t>Provider (usado para OleDbConnection)</a:t>
            </a:r>
          </a:p>
          <a:p>
            <a:pPr eaLnBrk="1" hangingPunct="1"/>
            <a:r>
              <a:rPr lang="en-US" altLang="en-US"/>
              <a:t>www.connectionstrings.com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79366DFD-F065-455B-BCB2-D9D40CA96458}"/>
              </a:ext>
            </a:extLst>
          </p:cNvPr>
          <p:cNvSpPr>
            <a:spLocks noGrp="1" noChangeArrowheads="1"/>
          </p:cNvSpPr>
          <p:nvPr>
            <p:ph type="title"/>
          </p:nvPr>
        </p:nvSpPr>
        <p:spPr/>
        <p:txBody>
          <a:bodyPr/>
          <a:lstStyle/>
          <a:p>
            <a:pPr eaLnBrk="1" hangingPunct="1"/>
            <a:r>
              <a:rPr lang="es-AR" altLang="en-US"/>
              <a:t>Objeto Connection - Ejemplo</a:t>
            </a:r>
          </a:p>
        </p:txBody>
      </p:sp>
      <p:pic>
        <p:nvPicPr>
          <p:cNvPr id="31748" name="Picture 6">
            <a:extLst>
              <a:ext uri="{FF2B5EF4-FFF2-40B4-BE49-F238E27FC236}">
                <a16:creationId xmlns:a16="http://schemas.microsoft.com/office/drawing/2014/main" id="{67B7607F-52FB-4551-A717-F16E3FAF20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33538"/>
            <a:ext cx="7402513" cy="2252662"/>
          </a:xfrm>
          <a:prstGeom prst="rect">
            <a:avLst/>
          </a:prstGeom>
          <a:noFill/>
          <a:ln w="28575">
            <a:solidFill>
              <a:schemeClr val="bg2"/>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pic>
      <p:pic>
        <p:nvPicPr>
          <p:cNvPr id="31749" name="Picture 7">
            <a:extLst>
              <a:ext uri="{FF2B5EF4-FFF2-40B4-BE49-F238E27FC236}">
                <a16:creationId xmlns:a16="http://schemas.microsoft.com/office/drawing/2014/main" id="{9F2C742D-E6BD-4BD7-BBCB-2F5F69CF7A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037013"/>
            <a:ext cx="7450138" cy="1982787"/>
          </a:xfrm>
          <a:prstGeom prst="rect">
            <a:avLst/>
          </a:prstGeom>
          <a:noFill/>
          <a:ln w="28575">
            <a:solidFill>
              <a:schemeClr val="bg2"/>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91ED67B-DA09-46BA-A4AB-16A4813BD8E1}"/>
              </a:ext>
            </a:extLst>
          </p:cNvPr>
          <p:cNvSpPr>
            <a:spLocks noGrp="1" noChangeArrowheads="1"/>
          </p:cNvSpPr>
          <p:nvPr>
            <p:ph type="title"/>
          </p:nvPr>
        </p:nvSpPr>
        <p:spPr/>
        <p:txBody>
          <a:bodyPr/>
          <a:lstStyle/>
          <a:p>
            <a:pPr eaLnBrk="1" hangingPunct="1"/>
            <a:r>
              <a:rPr lang="es-AR" altLang="en-US"/>
              <a:t>Objeto Command</a:t>
            </a:r>
          </a:p>
        </p:txBody>
      </p:sp>
      <p:sp>
        <p:nvSpPr>
          <p:cNvPr id="32771" name="Rectangle 3">
            <a:extLst>
              <a:ext uri="{FF2B5EF4-FFF2-40B4-BE49-F238E27FC236}">
                <a16:creationId xmlns:a16="http://schemas.microsoft.com/office/drawing/2014/main" id="{0AD630AB-9981-45DD-A3A0-6F906266D329}"/>
              </a:ext>
            </a:extLst>
          </p:cNvPr>
          <p:cNvSpPr>
            <a:spLocks noGrp="1" noChangeArrowheads="1"/>
          </p:cNvSpPr>
          <p:nvPr>
            <p:ph type="body" idx="1"/>
          </p:nvPr>
        </p:nvSpPr>
        <p:spPr/>
        <p:txBody>
          <a:bodyPr/>
          <a:lstStyle/>
          <a:p>
            <a:pPr eaLnBrk="1" hangingPunct="1">
              <a:lnSpc>
                <a:spcPct val="80000"/>
              </a:lnSpc>
            </a:pPr>
            <a:r>
              <a:rPr lang="es-AR" altLang="en-US" sz="2800" dirty="0"/>
              <a:t>Representa una Instrucción SQL o un procedimiento almacenado que se ejecuta en un origen de datos</a:t>
            </a:r>
          </a:p>
          <a:p>
            <a:pPr eaLnBrk="1" hangingPunct="1">
              <a:lnSpc>
                <a:spcPct val="80000"/>
              </a:lnSpc>
            </a:pPr>
            <a:r>
              <a:rPr lang="es-AR" altLang="en-US" sz="2800" dirty="0"/>
              <a:t>Requiere de un objeto </a:t>
            </a:r>
            <a:r>
              <a:rPr lang="es-AR" altLang="en-US" sz="2800" dirty="0" err="1"/>
              <a:t>Connection</a:t>
            </a:r>
            <a:endParaRPr lang="es-AR" altLang="en-US" sz="2800" dirty="0"/>
          </a:p>
          <a:p>
            <a:pPr eaLnBrk="1" hangingPunct="1">
              <a:lnSpc>
                <a:spcPct val="80000"/>
              </a:lnSpc>
            </a:pPr>
            <a:r>
              <a:rPr lang="es-AR" altLang="en-US" sz="2800" dirty="0"/>
              <a:t>Soporta Parámetros</a:t>
            </a:r>
          </a:p>
          <a:p>
            <a:pPr eaLnBrk="1" hangingPunct="1">
              <a:lnSpc>
                <a:spcPct val="80000"/>
              </a:lnSpc>
            </a:pPr>
            <a:r>
              <a:rPr lang="es-AR" altLang="en-US" sz="2800" dirty="0"/>
              <a:t>Especifico para cada proveedor (</a:t>
            </a:r>
            <a:r>
              <a:rPr lang="es-AR" altLang="en-US" sz="2800" dirty="0" err="1"/>
              <a:t>XxxCommand</a:t>
            </a:r>
            <a:r>
              <a:rPr lang="es-AR" altLang="en-US" sz="2800" dirty="0"/>
              <a:t>):</a:t>
            </a:r>
          </a:p>
          <a:p>
            <a:pPr lvl="1" eaLnBrk="1" hangingPunct="1">
              <a:lnSpc>
                <a:spcPct val="80000"/>
              </a:lnSpc>
            </a:pPr>
            <a:r>
              <a:rPr lang="es-AR" altLang="en-US" sz="2400" dirty="0" err="1"/>
              <a:t>SQLCommand</a:t>
            </a:r>
            <a:endParaRPr lang="es-AR" altLang="en-US" sz="2400" dirty="0"/>
          </a:p>
          <a:p>
            <a:pPr lvl="1" eaLnBrk="1" hangingPunct="1">
              <a:lnSpc>
                <a:spcPct val="80000"/>
              </a:lnSpc>
            </a:pPr>
            <a:r>
              <a:rPr lang="es-AR" altLang="en-US" sz="2400" dirty="0" err="1"/>
              <a:t>ODBCCommand</a:t>
            </a:r>
            <a:endParaRPr lang="es-AR" altLang="en-US" sz="2400" dirty="0"/>
          </a:p>
          <a:p>
            <a:pPr lvl="1" eaLnBrk="1" hangingPunct="1">
              <a:lnSpc>
                <a:spcPct val="80000"/>
              </a:lnSpc>
            </a:pPr>
            <a:r>
              <a:rPr lang="es-AR" altLang="en-US" sz="2400" dirty="0" err="1"/>
              <a:t>OLEDBCommand</a:t>
            </a:r>
            <a:endParaRPr lang="es-AR" altLang="en-US" sz="2400" dirty="0"/>
          </a:p>
          <a:p>
            <a:pPr lvl="1" eaLnBrk="1" hangingPunct="1">
              <a:lnSpc>
                <a:spcPct val="80000"/>
              </a:lnSpc>
            </a:pPr>
            <a:r>
              <a:rPr lang="es-AR" altLang="en-US" sz="2400" dirty="0" err="1"/>
              <a:t>OracleCommand</a:t>
            </a:r>
            <a:endParaRPr lang="es-AR" altLang="en-US" sz="2400" dirty="0"/>
          </a:p>
          <a:p>
            <a:pPr eaLnBrk="1" hangingPunct="1">
              <a:lnSpc>
                <a:spcPct val="80000"/>
              </a:lnSpc>
            </a:pPr>
            <a:r>
              <a:rPr lang="es-AR" altLang="en-US" sz="2800" dirty="0"/>
              <a:t>Puede ser usado de forma individual o a través de </a:t>
            </a:r>
            <a:r>
              <a:rPr lang="es-AR" altLang="en-US" sz="2800" dirty="0" err="1"/>
              <a:t>DataAdapters</a:t>
            </a:r>
            <a:endParaRPr lang="es-AR" altLang="en-US" sz="2800" dirty="0"/>
          </a:p>
          <a:p>
            <a:pPr eaLnBrk="1" hangingPunct="1">
              <a:lnSpc>
                <a:spcPct val="80000"/>
              </a:lnSpc>
            </a:pPr>
            <a:r>
              <a:rPr lang="es-AR" altLang="en-US" sz="2800" dirty="0"/>
              <a:t>Expone 4 métodos importantes para devolver datos (próximo </a:t>
            </a:r>
            <a:r>
              <a:rPr lang="es-AR" altLang="en-US" sz="2800" dirty="0" err="1"/>
              <a:t>slide</a:t>
            </a:r>
            <a:r>
              <a:rPr lang="es-AR" altLang="en-US" sz="2800" dirty="0"/>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D6C5E6A-900F-4566-8EE1-4AFC917F22C5}"/>
              </a:ext>
            </a:extLst>
          </p:cNvPr>
          <p:cNvSpPr>
            <a:spLocks noGrp="1" noChangeArrowheads="1"/>
          </p:cNvSpPr>
          <p:nvPr>
            <p:ph type="title"/>
          </p:nvPr>
        </p:nvSpPr>
        <p:spPr>
          <a:xfrm>
            <a:off x="460374" y="-2"/>
            <a:ext cx="8912226" cy="740664"/>
          </a:xfrm>
        </p:spPr>
        <p:txBody>
          <a:bodyPr/>
          <a:lstStyle/>
          <a:p>
            <a:pPr eaLnBrk="1" hangingPunct="1"/>
            <a:r>
              <a:rPr lang="es-AR" altLang="en-US" sz="3200" dirty="0"/>
              <a:t>Objeto </a:t>
            </a:r>
            <a:r>
              <a:rPr lang="es-AR" altLang="en-US" sz="3200" dirty="0" err="1"/>
              <a:t>Command</a:t>
            </a:r>
            <a:r>
              <a:rPr lang="es-AR" altLang="en-US" sz="3200" dirty="0"/>
              <a:t> – Propiedades y </a:t>
            </a:r>
            <a:r>
              <a:rPr lang="es-AR" altLang="en-US" sz="3200" dirty="0" err="1"/>
              <a:t>Metodos</a:t>
            </a:r>
            <a:endParaRPr lang="es-AR" altLang="en-US" sz="3200" dirty="0"/>
          </a:p>
        </p:txBody>
      </p:sp>
      <p:sp>
        <p:nvSpPr>
          <p:cNvPr id="33795" name="Rectangle 3">
            <a:extLst>
              <a:ext uri="{FF2B5EF4-FFF2-40B4-BE49-F238E27FC236}">
                <a16:creationId xmlns:a16="http://schemas.microsoft.com/office/drawing/2014/main" id="{163A3694-4427-4D7C-A438-2276B87951D7}"/>
              </a:ext>
            </a:extLst>
          </p:cNvPr>
          <p:cNvSpPr>
            <a:spLocks noGrp="1" noChangeArrowheads="1"/>
          </p:cNvSpPr>
          <p:nvPr>
            <p:ph type="body" idx="1"/>
          </p:nvPr>
        </p:nvSpPr>
        <p:spPr/>
        <p:txBody>
          <a:bodyPr/>
          <a:lstStyle/>
          <a:p>
            <a:pPr eaLnBrk="1" hangingPunct="1"/>
            <a:r>
              <a:rPr lang="es-AR" altLang="en-US"/>
              <a:t>Propiedades (a configurar):</a:t>
            </a:r>
          </a:p>
          <a:p>
            <a:pPr lvl="1" eaLnBrk="1" hangingPunct="1"/>
            <a:r>
              <a:rPr lang="es-AR" altLang="en-US"/>
              <a:t>CommandType</a:t>
            </a:r>
          </a:p>
          <a:p>
            <a:pPr lvl="1" eaLnBrk="1" hangingPunct="1"/>
            <a:r>
              <a:rPr lang="es-AR" altLang="en-US"/>
              <a:t>CommandText</a:t>
            </a:r>
          </a:p>
          <a:p>
            <a:pPr lvl="1" eaLnBrk="1" hangingPunct="1"/>
            <a:r>
              <a:rPr lang="es-AR" altLang="en-US"/>
              <a:t>Connection</a:t>
            </a:r>
          </a:p>
          <a:p>
            <a:pPr lvl="1" eaLnBrk="1" hangingPunct="1"/>
            <a:r>
              <a:rPr lang="es-AR" altLang="en-US"/>
              <a:t>Parameters</a:t>
            </a:r>
          </a:p>
          <a:p>
            <a:pPr eaLnBrk="1" hangingPunct="1"/>
            <a:r>
              <a:rPr lang="es-AR" altLang="en-US"/>
              <a:t>Métodos (a ejecutar):</a:t>
            </a:r>
          </a:p>
          <a:p>
            <a:pPr lvl="1" eaLnBrk="1" hangingPunct="1"/>
            <a:r>
              <a:rPr lang="es-AR" altLang="en-US"/>
              <a:t>ExecuteReader()</a:t>
            </a:r>
          </a:p>
          <a:p>
            <a:pPr lvl="1" eaLnBrk="1" hangingPunct="1"/>
            <a:r>
              <a:rPr lang="es-AR" altLang="en-US"/>
              <a:t>ExecuteScalar()</a:t>
            </a:r>
          </a:p>
          <a:p>
            <a:pPr lvl="1" eaLnBrk="1" hangingPunct="1"/>
            <a:r>
              <a:rPr lang="es-AR" altLang="en-US"/>
              <a:t>ExecuteNonQuery()</a:t>
            </a:r>
          </a:p>
          <a:p>
            <a:pPr lvl="1" eaLnBrk="1" hangingPunct="1"/>
            <a:r>
              <a:rPr lang="es-AR" altLang="en-US"/>
              <a:t>ExecuteXMLReader()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F910ABB8-A75C-4CBD-B5F7-0EF3AF2C4268}"/>
              </a:ext>
            </a:extLst>
          </p:cNvPr>
          <p:cNvSpPr>
            <a:spLocks noGrp="1" noChangeArrowheads="1"/>
          </p:cNvSpPr>
          <p:nvPr>
            <p:ph type="title"/>
          </p:nvPr>
        </p:nvSpPr>
        <p:spPr>
          <a:xfrm>
            <a:off x="460374" y="-2"/>
            <a:ext cx="8302625" cy="740664"/>
          </a:xfrm>
        </p:spPr>
        <p:txBody>
          <a:bodyPr/>
          <a:lstStyle/>
          <a:p>
            <a:pPr eaLnBrk="1" hangingPunct="1"/>
            <a:r>
              <a:rPr lang="es-AR" altLang="en-US" dirty="0"/>
              <a:t>Objeto </a:t>
            </a:r>
            <a:r>
              <a:rPr lang="es-AR" altLang="en-US" dirty="0" err="1"/>
              <a:t>Command</a:t>
            </a:r>
            <a:r>
              <a:rPr lang="es-AR" altLang="en-US" dirty="0"/>
              <a:t> – Parámetro de Entrada (INPUT)</a:t>
            </a:r>
          </a:p>
        </p:txBody>
      </p:sp>
      <p:sp>
        <p:nvSpPr>
          <p:cNvPr id="34819" name="Rectangle 3">
            <a:extLst>
              <a:ext uri="{FF2B5EF4-FFF2-40B4-BE49-F238E27FC236}">
                <a16:creationId xmlns:a16="http://schemas.microsoft.com/office/drawing/2014/main" id="{935684BA-9BDF-428C-B34B-771F019DFCBE}"/>
              </a:ext>
            </a:extLst>
          </p:cNvPr>
          <p:cNvSpPr>
            <a:spLocks noGrp="1" noChangeArrowheads="1"/>
          </p:cNvSpPr>
          <p:nvPr>
            <p:ph type="body" idx="1"/>
          </p:nvPr>
        </p:nvSpPr>
        <p:spPr>
          <a:xfrm>
            <a:off x="457200" y="1196975"/>
            <a:ext cx="8578850" cy="2376488"/>
          </a:xfrm>
        </p:spPr>
        <p:txBody>
          <a:bodyPr/>
          <a:lstStyle/>
          <a:p>
            <a:pPr eaLnBrk="1" hangingPunct="1"/>
            <a:r>
              <a:rPr lang="es-AR" altLang="en-US"/>
              <a:t>Crear parámetro</a:t>
            </a:r>
          </a:p>
          <a:p>
            <a:pPr eaLnBrk="1" hangingPunct="1"/>
            <a:r>
              <a:rPr lang="es-AR" altLang="en-US"/>
              <a:t>Definir dirección y tipo de dato</a:t>
            </a:r>
          </a:p>
          <a:p>
            <a:pPr eaLnBrk="1" hangingPunct="1"/>
            <a:r>
              <a:rPr lang="es-AR" altLang="en-US"/>
              <a:t>Asignar valor</a:t>
            </a:r>
          </a:p>
          <a:p>
            <a:pPr eaLnBrk="1" hangingPunct="1"/>
            <a:r>
              <a:rPr lang="es-AR" altLang="en-US"/>
              <a:t>Agregar a la colección Parameters</a:t>
            </a:r>
          </a:p>
        </p:txBody>
      </p:sp>
      <p:sp>
        <p:nvSpPr>
          <p:cNvPr id="34821" name="Rectangle 5">
            <a:extLst>
              <a:ext uri="{FF2B5EF4-FFF2-40B4-BE49-F238E27FC236}">
                <a16:creationId xmlns:a16="http://schemas.microsoft.com/office/drawing/2014/main" id="{D9DFCEFD-1A60-49ED-AB48-F375BA1A43F3}"/>
              </a:ext>
            </a:extLst>
          </p:cNvPr>
          <p:cNvSpPr>
            <a:spLocks noChangeArrowheads="1"/>
          </p:cNvSpPr>
          <p:nvPr/>
        </p:nvSpPr>
        <p:spPr bwMode="auto">
          <a:xfrm>
            <a:off x="427998" y="3573463"/>
            <a:ext cx="8534400" cy="1600200"/>
          </a:xfrm>
          <a:prstGeom prst="rect">
            <a:avLst/>
          </a:prstGeom>
          <a:gradFill rotWithShape="1">
            <a:gsLst>
              <a:gs pos="0">
                <a:srgbClr val="FFFFFF"/>
              </a:gs>
              <a:gs pos="100000">
                <a:srgbClr val="CCECFF"/>
              </a:gs>
            </a:gsLst>
            <a:lin ang="5400000" scaled="1"/>
          </a:gradFill>
          <a:ln w="9525">
            <a:solidFill>
              <a:srgbClr val="346898"/>
            </a:solidFill>
            <a:miter lim="800000"/>
            <a:headEnd/>
            <a:tailEnd/>
          </a:ln>
        </p:spPr>
        <p:txBody>
          <a:bodyPr wrap="none"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0"/>
              </a:spcBef>
            </a:pPr>
            <a:r>
              <a:rPr lang="en-US" altLang="en-US" dirty="0" err="1">
                <a:solidFill>
                  <a:srgbClr val="0000FF"/>
                </a:solidFill>
                <a:latin typeface="Courier New" panose="02070309020205020404" pitchFamily="49" charset="0"/>
                <a:ea typeface="Times New Roman" panose="02020603050405020304" pitchFamily="18" charset="0"/>
                <a:cs typeface="Courier New" panose="02070309020205020404" pitchFamily="49" charset="0"/>
              </a:rPr>
              <a:t>SqlParameter</a:t>
            </a:r>
            <a:r>
              <a:rPr lang="en-US" altLang="en-US" dirty="0">
                <a:solidFill>
                  <a:srgbClr val="0000FF"/>
                </a:solidFill>
                <a:latin typeface="Courier New" panose="02070309020205020404" pitchFamily="49" charset="0"/>
                <a:ea typeface="Times New Roman" panose="02020603050405020304" pitchFamily="18" charset="0"/>
                <a:cs typeface="Courier New" panose="02070309020205020404" pitchFamily="49" charset="0"/>
              </a:rPr>
              <a:t> </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param = </a:t>
            </a:r>
          </a:p>
          <a:p>
            <a:pPr eaLnBrk="1" hangingPunct="1">
              <a:spcBef>
                <a:spcPct val="0"/>
              </a:spcBef>
            </a:pPr>
            <a:r>
              <a:rPr lang="en-US" altLang="en-US" dirty="0">
                <a:solidFill>
                  <a:schemeClr val="bg2"/>
                </a:solidFill>
                <a:latin typeface="Courier New" panose="02070309020205020404" pitchFamily="49" charset="0"/>
                <a:ea typeface="Times New Roman" panose="02020603050405020304" pitchFamily="18" charset="0"/>
                <a:cs typeface="Courier New" panose="02070309020205020404" pitchFamily="49" charset="0"/>
              </a:rPr>
              <a:t>           </a:t>
            </a:r>
            <a:r>
              <a:rPr lang="en-US" altLang="en-US" dirty="0">
                <a:solidFill>
                  <a:srgbClr val="0000FF"/>
                </a:solidFill>
                <a:latin typeface="Courier New" panose="02070309020205020404" pitchFamily="49" charset="0"/>
                <a:ea typeface="Times New Roman" panose="02020603050405020304" pitchFamily="18" charset="0"/>
                <a:cs typeface="Courier New" panose="02070309020205020404" pitchFamily="49" charset="0"/>
              </a:rPr>
              <a:t>new</a:t>
            </a:r>
            <a:r>
              <a:rPr lang="en-US" altLang="en-US" dirty="0">
                <a:solidFill>
                  <a:schemeClr val="bg2"/>
                </a:solidFill>
                <a:latin typeface="Courier New" panose="02070309020205020404" pitchFamily="49" charset="0"/>
                <a:ea typeface="Times New Roman" panose="02020603050405020304" pitchFamily="18" charset="0"/>
                <a:cs typeface="Courier New" panose="02070309020205020404" pitchFamily="49" charset="0"/>
              </a:rPr>
              <a:t> </a:t>
            </a: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SqlParameter</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FechaVto</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 </a:t>
            </a: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SQLDbType.DateTime</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p>
          <a:p>
            <a:pPr eaLnBrk="1" hangingPunct="1">
              <a:spcBef>
                <a:spcPct val="0"/>
              </a:spcBef>
            </a:pP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param.Direction</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 =</a:t>
            </a:r>
            <a:r>
              <a:rPr lang="en-US" altLang="en-US" dirty="0">
                <a:solidFill>
                  <a:schemeClr val="bg2"/>
                </a:solidFill>
                <a:latin typeface="Courier New" panose="02070309020205020404" pitchFamily="49" charset="0"/>
                <a:ea typeface="Times New Roman" panose="02020603050405020304" pitchFamily="18" charset="0"/>
                <a:cs typeface="Courier New" panose="02070309020205020404" pitchFamily="49" charset="0"/>
              </a:rPr>
              <a:t> </a:t>
            </a:r>
            <a:r>
              <a:rPr lang="en-US" altLang="en-US" dirty="0" err="1">
                <a:solidFill>
                  <a:srgbClr val="FF3300"/>
                </a:solidFill>
                <a:latin typeface="Courier New" panose="02070309020205020404" pitchFamily="49" charset="0"/>
                <a:ea typeface="Times New Roman" panose="02020603050405020304" pitchFamily="18" charset="0"/>
                <a:cs typeface="Courier New" panose="02070309020205020404" pitchFamily="49" charset="0"/>
              </a:rPr>
              <a:t>ParameterDirection.Input</a:t>
            </a:r>
            <a:r>
              <a:rPr lang="en-US" altLang="en-US" dirty="0">
                <a:solidFill>
                  <a:srgbClr val="FF3300"/>
                </a:solidFill>
                <a:latin typeface="Courier New" panose="02070309020205020404" pitchFamily="49" charset="0"/>
                <a:ea typeface="Times New Roman" panose="02020603050405020304" pitchFamily="18" charset="0"/>
                <a:cs typeface="Courier New" panose="02070309020205020404" pitchFamily="49" charset="0"/>
              </a:rPr>
              <a:t>;</a:t>
            </a:r>
          </a:p>
          <a:p>
            <a:pPr eaLnBrk="1" hangingPunct="1">
              <a:spcBef>
                <a:spcPct val="0"/>
              </a:spcBef>
            </a:pP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param.Value</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 = (</a:t>
            </a:r>
            <a:r>
              <a:rPr lang="en-US" altLang="en-US" dirty="0" err="1">
                <a:solidFill>
                  <a:srgbClr val="0000FF"/>
                </a:solidFill>
                <a:latin typeface="Courier New" panose="02070309020205020404" pitchFamily="49" charset="0"/>
                <a:ea typeface="Times New Roman" panose="02020603050405020304" pitchFamily="18" charset="0"/>
                <a:cs typeface="Courier New" panose="02070309020205020404" pitchFamily="49" charset="0"/>
              </a:rPr>
              <a:t>DateTime</a:t>
            </a:r>
            <a:r>
              <a:rPr lang="en-US" altLang="en-US" dirty="0">
                <a:solidFill>
                  <a:srgbClr val="0000FF"/>
                </a:solidFill>
                <a:latin typeface="Courier New" panose="02070309020205020404" pitchFamily="49" charset="0"/>
                <a:ea typeface="Times New Roman" panose="02020603050405020304" pitchFamily="18" charset="0"/>
                <a:cs typeface="Courier New" panose="02070309020205020404" pitchFamily="49" charset="0"/>
              </a:rPr>
              <a:t>)</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txtFechaVto.Text</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p>
          <a:p>
            <a:pPr eaLnBrk="1" hangingPunct="1">
              <a:spcBef>
                <a:spcPct val="0"/>
              </a:spcBef>
            </a:pP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cmd.Parameters.Add</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(param);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EB67BC2-5BDB-47D2-B987-7CADFC2CBA7D}"/>
              </a:ext>
            </a:extLst>
          </p:cNvPr>
          <p:cNvSpPr>
            <a:spLocks noGrp="1" noChangeArrowheads="1"/>
          </p:cNvSpPr>
          <p:nvPr>
            <p:ph type="title"/>
          </p:nvPr>
        </p:nvSpPr>
        <p:spPr>
          <a:xfrm>
            <a:off x="460374" y="-2"/>
            <a:ext cx="8455026" cy="740664"/>
          </a:xfrm>
        </p:spPr>
        <p:txBody>
          <a:bodyPr/>
          <a:lstStyle/>
          <a:p>
            <a:pPr eaLnBrk="1" hangingPunct="1"/>
            <a:r>
              <a:rPr lang="es-AR" altLang="en-US" dirty="0"/>
              <a:t>Objeto </a:t>
            </a:r>
            <a:r>
              <a:rPr lang="es-AR" altLang="en-US" dirty="0" err="1"/>
              <a:t>Command</a:t>
            </a:r>
            <a:r>
              <a:rPr lang="es-AR" altLang="en-US" dirty="0"/>
              <a:t> – Parámetro de Salida (OUTPUT)</a:t>
            </a:r>
          </a:p>
        </p:txBody>
      </p:sp>
      <p:sp>
        <p:nvSpPr>
          <p:cNvPr id="35843" name="Rectangle 3">
            <a:extLst>
              <a:ext uri="{FF2B5EF4-FFF2-40B4-BE49-F238E27FC236}">
                <a16:creationId xmlns:a16="http://schemas.microsoft.com/office/drawing/2014/main" id="{CF1D439F-9FCE-417B-B218-2986A09899AD}"/>
              </a:ext>
            </a:extLst>
          </p:cNvPr>
          <p:cNvSpPr>
            <a:spLocks noGrp="1" noChangeArrowheads="1"/>
          </p:cNvSpPr>
          <p:nvPr>
            <p:ph type="body" idx="1"/>
          </p:nvPr>
        </p:nvSpPr>
        <p:spPr/>
        <p:txBody>
          <a:bodyPr/>
          <a:lstStyle/>
          <a:p>
            <a:pPr eaLnBrk="1" hangingPunct="1"/>
            <a:r>
              <a:rPr lang="es-AR" altLang="en-US" dirty="0"/>
              <a:t>Crear parámetro</a:t>
            </a:r>
          </a:p>
          <a:p>
            <a:pPr eaLnBrk="1" hangingPunct="1"/>
            <a:r>
              <a:rPr lang="es-AR" altLang="en-US" dirty="0"/>
              <a:t>Definir dirección </a:t>
            </a:r>
          </a:p>
          <a:p>
            <a:pPr eaLnBrk="1" hangingPunct="1"/>
            <a:r>
              <a:rPr lang="es-AR" altLang="en-US" dirty="0"/>
              <a:t>Agregar a la colección </a:t>
            </a:r>
            <a:r>
              <a:rPr lang="es-AR" altLang="en-US" dirty="0" err="1"/>
              <a:t>Parameters</a:t>
            </a:r>
            <a:endParaRPr lang="es-AR" altLang="en-US" dirty="0"/>
          </a:p>
          <a:p>
            <a:pPr eaLnBrk="1" hangingPunct="1">
              <a:buFontTx/>
              <a:buNone/>
            </a:pPr>
            <a:endParaRPr lang="es-AR" altLang="en-US" dirty="0"/>
          </a:p>
          <a:p>
            <a:pPr eaLnBrk="1" hangingPunct="1">
              <a:buFontTx/>
              <a:buNone/>
            </a:pPr>
            <a:endParaRPr lang="es-AR" altLang="en-US" dirty="0"/>
          </a:p>
          <a:p>
            <a:pPr eaLnBrk="1" hangingPunct="1"/>
            <a:endParaRPr lang="es-AR" altLang="en-US" dirty="0"/>
          </a:p>
          <a:p>
            <a:pPr eaLnBrk="1" hangingPunct="1"/>
            <a:r>
              <a:rPr lang="es-AR" altLang="en-US" dirty="0"/>
              <a:t>Llamar al procedimiento almacenado</a:t>
            </a:r>
          </a:p>
          <a:p>
            <a:pPr eaLnBrk="1" hangingPunct="1">
              <a:buFontTx/>
              <a:buNone/>
            </a:pPr>
            <a:endParaRPr lang="es-AR" altLang="en-US" dirty="0"/>
          </a:p>
          <a:p>
            <a:pPr eaLnBrk="1" hangingPunct="1"/>
            <a:r>
              <a:rPr lang="es-AR" altLang="en-US" dirty="0"/>
              <a:t>Leer el parámetro de salida</a:t>
            </a:r>
          </a:p>
        </p:txBody>
      </p:sp>
      <p:sp>
        <p:nvSpPr>
          <p:cNvPr id="35845" name="Rectangle 6">
            <a:extLst>
              <a:ext uri="{FF2B5EF4-FFF2-40B4-BE49-F238E27FC236}">
                <a16:creationId xmlns:a16="http://schemas.microsoft.com/office/drawing/2014/main" id="{8C5262A0-373B-44B2-9D0A-F703E3D857D2}"/>
              </a:ext>
            </a:extLst>
          </p:cNvPr>
          <p:cNvSpPr>
            <a:spLocks noChangeArrowheads="1"/>
          </p:cNvSpPr>
          <p:nvPr/>
        </p:nvSpPr>
        <p:spPr bwMode="auto">
          <a:xfrm>
            <a:off x="458788" y="2590800"/>
            <a:ext cx="8534400" cy="1219200"/>
          </a:xfrm>
          <a:prstGeom prst="rect">
            <a:avLst/>
          </a:prstGeom>
          <a:gradFill rotWithShape="1">
            <a:gsLst>
              <a:gs pos="0">
                <a:srgbClr val="FFFFFF"/>
              </a:gs>
              <a:gs pos="100000">
                <a:srgbClr val="CCECFF"/>
              </a:gs>
            </a:gsLst>
            <a:lin ang="5400000" scaled="1"/>
          </a:gradFill>
          <a:ln w="9525">
            <a:solidFill>
              <a:srgbClr val="346898"/>
            </a:solidFill>
            <a:miter lim="800000"/>
            <a:headEnd/>
            <a:tailEnd/>
          </a:ln>
        </p:spPr>
        <p:txBody>
          <a:bodyPr wrap="none"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0"/>
              </a:spcBef>
            </a:pPr>
            <a:r>
              <a:rPr lang="en-US" altLang="en-US" dirty="0" err="1">
                <a:solidFill>
                  <a:srgbClr val="0000FF"/>
                </a:solidFill>
                <a:latin typeface="Courier New" panose="02070309020205020404" pitchFamily="49" charset="0"/>
                <a:ea typeface="Times New Roman" panose="02020603050405020304" pitchFamily="18" charset="0"/>
                <a:cs typeface="Courier New" panose="02070309020205020404" pitchFamily="49" charset="0"/>
              </a:rPr>
              <a:t>SqlParameter</a:t>
            </a:r>
            <a:r>
              <a:rPr lang="en-US" altLang="en-US" dirty="0">
                <a:solidFill>
                  <a:srgbClr val="0000FF"/>
                </a:solidFill>
                <a:latin typeface="Courier New" panose="02070309020205020404" pitchFamily="49" charset="0"/>
                <a:ea typeface="Times New Roman" panose="02020603050405020304" pitchFamily="18" charset="0"/>
                <a:cs typeface="Courier New" panose="02070309020205020404" pitchFamily="49" charset="0"/>
              </a:rPr>
              <a:t> </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param =</a:t>
            </a:r>
            <a:r>
              <a:rPr lang="en-US" altLang="en-US" dirty="0">
                <a:solidFill>
                  <a:schemeClr val="bg2"/>
                </a:solidFill>
                <a:latin typeface="Courier New" panose="02070309020205020404" pitchFamily="49" charset="0"/>
                <a:ea typeface="Times New Roman" panose="02020603050405020304" pitchFamily="18" charset="0"/>
                <a:cs typeface="Courier New" panose="02070309020205020404" pitchFamily="49" charset="0"/>
              </a:rPr>
              <a:t> </a:t>
            </a:r>
          </a:p>
          <a:p>
            <a:pPr eaLnBrk="1" hangingPunct="1">
              <a:spcBef>
                <a:spcPct val="0"/>
              </a:spcBef>
            </a:pPr>
            <a:r>
              <a:rPr lang="en-US" altLang="en-US" dirty="0">
                <a:solidFill>
                  <a:schemeClr val="bg2"/>
                </a:solidFill>
                <a:latin typeface="Courier New" panose="02070309020205020404" pitchFamily="49" charset="0"/>
                <a:ea typeface="Times New Roman" panose="02020603050405020304" pitchFamily="18" charset="0"/>
                <a:cs typeface="Courier New" panose="02070309020205020404" pitchFamily="49" charset="0"/>
              </a:rPr>
              <a:t>                </a:t>
            </a:r>
            <a:r>
              <a:rPr lang="en-US" altLang="en-US" dirty="0">
                <a:solidFill>
                  <a:srgbClr val="0000FF"/>
                </a:solidFill>
                <a:latin typeface="Courier New" panose="02070309020205020404" pitchFamily="49" charset="0"/>
                <a:ea typeface="Times New Roman" panose="02020603050405020304" pitchFamily="18" charset="0"/>
                <a:cs typeface="Courier New" panose="02070309020205020404" pitchFamily="49" charset="0"/>
              </a:rPr>
              <a:t>new</a:t>
            </a:r>
            <a:r>
              <a:rPr lang="en-US" altLang="en-US" dirty="0">
                <a:solidFill>
                  <a:schemeClr val="bg2"/>
                </a:solidFill>
                <a:latin typeface="Courier New" panose="02070309020205020404" pitchFamily="49" charset="0"/>
                <a:ea typeface="Times New Roman" panose="02020603050405020304" pitchFamily="18" charset="0"/>
                <a:cs typeface="Courier New" panose="02070309020205020404" pitchFamily="49" charset="0"/>
              </a:rPr>
              <a:t> </a:t>
            </a: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SqlParameter</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Cantidad</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 </a:t>
            </a: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SQLDbType.Int</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p>
          <a:p>
            <a:pPr eaLnBrk="1" hangingPunct="1">
              <a:spcBef>
                <a:spcPct val="0"/>
              </a:spcBef>
            </a:pP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param.Direction</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 = </a:t>
            </a:r>
            <a:r>
              <a:rPr lang="en-US" altLang="en-US" dirty="0" err="1">
                <a:solidFill>
                  <a:srgbClr val="FF3300"/>
                </a:solidFill>
                <a:latin typeface="Courier New" panose="02070309020205020404" pitchFamily="49" charset="0"/>
                <a:ea typeface="Times New Roman" panose="02020603050405020304" pitchFamily="18" charset="0"/>
                <a:cs typeface="Courier New" panose="02070309020205020404" pitchFamily="49" charset="0"/>
              </a:rPr>
              <a:t>ParameterDirection.Output</a:t>
            </a:r>
            <a:r>
              <a:rPr lang="en-US" altLang="en-US" dirty="0">
                <a:solidFill>
                  <a:srgbClr val="FF3300"/>
                </a:solidFill>
                <a:latin typeface="Courier New" panose="02070309020205020404" pitchFamily="49" charset="0"/>
                <a:ea typeface="Times New Roman" panose="02020603050405020304" pitchFamily="18" charset="0"/>
                <a:cs typeface="Courier New" panose="02070309020205020404" pitchFamily="49" charset="0"/>
              </a:rPr>
              <a:t>;</a:t>
            </a:r>
          </a:p>
          <a:p>
            <a:pPr eaLnBrk="1" hangingPunct="1">
              <a:spcBef>
                <a:spcPct val="0"/>
              </a:spcBef>
            </a:pP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cmd.Parameters.Add</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(param);</a:t>
            </a:r>
          </a:p>
        </p:txBody>
      </p:sp>
      <p:sp>
        <p:nvSpPr>
          <p:cNvPr id="35846" name="Rectangle 7">
            <a:extLst>
              <a:ext uri="{FF2B5EF4-FFF2-40B4-BE49-F238E27FC236}">
                <a16:creationId xmlns:a16="http://schemas.microsoft.com/office/drawing/2014/main" id="{429435A2-6EE2-4DFA-891D-29739BBF6D4A}"/>
              </a:ext>
            </a:extLst>
          </p:cNvPr>
          <p:cNvSpPr>
            <a:spLocks noChangeArrowheads="1"/>
          </p:cNvSpPr>
          <p:nvPr/>
        </p:nvSpPr>
        <p:spPr bwMode="auto">
          <a:xfrm>
            <a:off x="501650" y="4495800"/>
            <a:ext cx="8534400" cy="533400"/>
          </a:xfrm>
          <a:prstGeom prst="rect">
            <a:avLst/>
          </a:prstGeom>
          <a:gradFill rotWithShape="1">
            <a:gsLst>
              <a:gs pos="0">
                <a:srgbClr val="FFFFFF"/>
              </a:gs>
              <a:gs pos="100000">
                <a:srgbClr val="CCECFF"/>
              </a:gs>
            </a:gsLst>
            <a:lin ang="5400000" scaled="1"/>
          </a:gradFill>
          <a:ln w="9525">
            <a:solidFill>
              <a:srgbClr val="346898"/>
            </a:solidFill>
            <a:miter lim="800000"/>
            <a:headEnd/>
            <a:tailEnd/>
          </a:ln>
        </p:spPr>
        <p:txBody>
          <a:bodyPr wrap="none"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0"/>
              </a:spcBef>
            </a:pP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cmd.ExecuteNonQuery</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p>
        </p:txBody>
      </p:sp>
      <p:sp>
        <p:nvSpPr>
          <p:cNvPr id="35847" name="Rectangle 8">
            <a:extLst>
              <a:ext uri="{FF2B5EF4-FFF2-40B4-BE49-F238E27FC236}">
                <a16:creationId xmlns:a16="http://schemas.microsoft.com/office/drawing/2014/main" id="{E913C3FB-3992-4EC6-B0F3-27E633C8D11E}"/>
              </a:ext>
            </a:extLst>
          </p:cNvPr>
          <p:cNvSpPr>
            <a:spLocks noChangeArrowheads="1"/>
          </p:cNvSpPr>
          <p:nvPr/>
        </p:nvSpPr>
        <p:spPr bwMode="auto">
          <a:xfrm>
            <a:off x="501650" y="5610924"/>
            <a:ext cx="8534400" cy="838200"/>
          </a:xfrm>
          <a:prstGeom prst="rect">
            <a:avLst/>
          </a:prstGeom>
          <a:gradFill rotWithShape="1">
            <a:gsLst>
              <a:gs pos="0">
                <a:srgbClr val="FFFFFF"/>
              </a:gs>
              <a:gs pos="100000">
                <a:srgbClr val="CCECFF"/>
              </a:gs>
            </a:gsLst>
            <a:lin ang="5400000" scaled="1"/>
          </a:gradFill>
          <a:ln w="9525">
            <a:solidFill>
              <a:srgbClr val="346898"/>
            </a:solidFill>
            <a:miter lim="800000"/>
            <a:headEnd/>
            <a:tailEnd/>
          </a:ln>
        </p:spPr>
        <p:txBody>
          <a:bodyPr wrap="none"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spcBef>
                <a:spcPct val="0"/>
              </a:spcBef>
            </a:pPr>
            <a:r>
              <a:rPr lang="en-US" altLang="en-US" dirty="0">
                <a:solidFill>
                  <a:srgbClr val="0000FF"/>
                </a:solidFill>
                <a:latin typeface="Courier New" panose="02070309020205020404" pitchFamily="49" charset="0"/>
                <a:ea typeface="Times New Roman" panose="02020603050405020304" pitchFamily="18" charset="0"/>
                <a:cs typeface="Courier New" panose="02070309020205020404" pitchFamily="49" charset="0"/>
              </a:rPr>
              <a:t>int</a:t>
            </a:r>
            <a:r>
              <a:rPr lang="en-US" altLang="en-US" dirty="0">
                <a:solidFill>
                  <a:schemeClr val="bg2"/>
                </a:solidFill>
                <a:latin typeface="Courier New" panose="02070309020205020404" pitchFamily="49" charset="0"/>
                <a:ea typeface="Times New Roman" panose="02020603050405020304" pitchFamily="18" charset="0"/>
                <a:cs typeface="Courier New" panose="02070309020205020404" pitchFamily="49" charset="0"/>
              </a:rPr>
              <a:t> </a:t>
            </a: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cantComprada</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 = (</a:t>
            </a:r>
            <a:r>
              <a:rPr lang="en-US" altLang="en-US" dirty="0">
                <a:solidFill>
                  <a:srgbClr val="0000FF"/>
                </a:solidFill>
                <a:latin typeface="Courier New" panose="02070309020205020404" pitchFamily="49" charset="0"/>
                <a:ea typeface="Times New Roman" panose="02020603050405020304" pitchFamily="18" charset="0"/>
                <a:cs typeface="Courier New" panose="02070309020205020404" pitchFamily="49" charset="0"/>
              </a:rPr>
              <a:t>int</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cmd.Parameters</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a:t>
            </a:r>
            <a:r>
              <a:rPr lang="en-US" altLang="en-US" dirty="0" err="1">
                <a:solidFill>
                  <a:schemeClr val="tx1"/>
                </a:solidFill>
                <a:latin typeface="Courier New" panose="02070309020205020404" pitchFamily="49" charset="0"/>
                <a:ea typeface="Times New Roman" panose="02020603050405020304" pitchFamily="18" charset="0"/>
                <a:cs typeface="Courier New" panose="02070309020205020404" pitchFamily="49" charset="0"/>
              </a:rPr>
              <a:t>Cantidad</a:t>
            </a:r>
            <a:r>
              <a:rPr lang="en-US" altLang="en-US" dirty="0">
                <a:solidFill>
                  <a:schemeClr val="tx1"/>
                </a:solidFill>
                <a:latin typeface="Courier New" panose="02070309020205020404" pitchFamily="49" charset="0"/>
                <a:ea typeface="Times New Roman" panose="02020603050405020304" pitchFamily="18" charset="0"/>
                <a:cs typeface="Courier New" panose="02070309020205020404" pitchFamily="49" charset="0"/>
              </a:rPr>
              <a:t>”].Value;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53EBD0B7-8164-407A-8B11-753E30059A76}"/>
              </a:ext>
            </a:extLst>
          </p:cNvPr>
          <p:cNvSpPr>
            <a:spLocks noGrp="1" noChangeArrowheads="1"/>
          </p:cNvSpPr>
          <p:nvPr>
            <p:ph type="title"/>
          </p:nvPr>
        </p:nvSpPr>
        <p:spPr>
          <a:xfrm>
            <a:off x="460374" y="-2"/>
            <a:ext cx="9217025" cy="740664"/>
          </a:xfrm>
        </p:spPr>
        <p:txBody>
          <a:bodyPr/>
          <a:lstStyle/>
          <a:p>
            <a:pPr eaLnBrk="1" hangingPunct="1"/>
            <a:r>
              <a:rPr lang="es-AR" altLang="en-US" sz="3200" dirty="0"/>
              <a:t>Objeto </a:t>
            </a:r>
            <a:r>
              <a:rPr lang="es-AR" altLang="en-US" sz="3200" dirty="0" err="1"/>
              <a:t>Command</a:t>
            </a:r>
            <a:r>
              <a:rPr lang="es-AR" altLang="en-US" sz="3200" dirty="0"/>
              <a:t> – Ejemplo I </a:t>
            </a:r>
            <a:r>
              <a:rPr lang="es-AR" altLang="en-US" sz="3200" dirty="0" err="1"/>
              <a:t>SQLCommand</a:t>
            </a:r>
            <a:endParaRPr lang="es-AR" altLang="en-US" sz="3200" dirty="0"/>
          </a:p>
        </p:txBody>
      </p:sp>
      <p:pic>
        <p:nvPicPr>
          <p:cNvPr id="36868" name="Picture 5">
            <a:extLst>
              <a:ext uri="{FF2B5EF4-FFF2-40B4-BE49-F238E27FC236}">
                <a16:creationId xmlns:a16="http://schemas.microsoft.com/office/drawing/2014/main" id="{0D790B44-0559-4A0C-8183-81858D9CF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286000"/>
            <a:ext cx="6985000" cy="2971800"/>
          </a:xfrm>
          <a:prstGeom prst="rect">
            <a:avLst/>
          </a:prstGeom>
          <a:noFill/>
          <a:ln w="28575">
            <a:solidFill>
              <a:schemeClr val="bg2"/>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1079DC3-E8F3-46CC-9917-D30BC034947B}"/>
              </a:ext>
            </a:extLst>
          </p:cNvPr>
          <p:cNvSpPr>
            <a:spLocks noGrp="1" noChangeArrowheads="1"/>
          </p:cNvSpPr>
          <p:nvPr>
            <p:ph type="title"/>
          </p:nvPr>
        </p:nvSpPr>
        <p:spPr/>
        <p:txBody>
          <a:bodyPr/>
          <a:lstStyle/>
          <a:p>
            <a:pPr eaLnBrk="1" hangingPunct="1"/>
            <a:r>
              <a:rPr lang="es-AR" altLang="en-US" dirty="0"/>
              <a:t>Objeto </a:t>
            </a:r>
            <a:r>
              <a:rPr lang="es-AR" altLang="en-US" dirty="0" err="1"/>
              <a:t>Command</a:t>
            </a:r>
            <a:r>
              <a:rPr lang="es-AR" altLang="en-US" dirty="0"/>
              <a:t> – Ejemplo II </a:t>
            </a:r>
            <a:r>
              <a:rPr lang="es-AR" altLang="en-US" dirty="0" err="1"/>
              <a:t>SQLCommand</a:t>
            </a:r>
            <a:endParaRPr lang="es-AR" altLang="en-US" dirty="0"/>
          </a:p>
        </p:txBody>
      </p:sp>
      <p:pic>
        <p:nvPicPr>
          <p:cNvPr id="37892" name="Picture 5">
            <a:extLst>
              <a:ext uri="{FF2B5EF4-FFF2-40B4-BE49-F238E27FC236}">
                <a16:creationId xmlns:a16="http://schemas.microsoft.com/office/drawing/2014/main" id="{FE607CAB-FCFC-476A-81D4-8102AA43F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133600"/>
            <a:ext cx="6924675" cy="3816350"/>
          </a:xfrm>
          <a:prstGeom prst="rect">
            <a:avLst/>
          </a:prstGeom>
          <a:noFill/>
          <a:ln w="28575">
            <a:solidFill>
              <a:schemeClr val="bg2"/>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DABA8224-FE8D-4F93-9C67-275F555D12F1}"/>
              </a:ext>
            </a:extLst>
          </p:cNvPr>
          <p:cNvSpPr>
            <a:spLocks noGrp="1" noChangeArrowheads="1"/>
          </p:cNvSpPr>
          <p:nvPr>
            <p:ph type="title"/>
          </p:nvPr>
        </p:nvSpPr>
        <p:spPr/>
        <p:txBody>
          <a:bodyPr/>
          <a:lstStyle/>
          <a:p>
            <a:pPr eaLnBrk="1" hangingPunct="1"/>
            <a:r>
              <a:rPr lang="es-AR" altLang="en-US"/>
              <a:t>Objeto DataReader</a:t>
            </a:r>
          </a:p>
        </p:txBody>
      </p:sp>
      <p:sp>
        <p:nvSpPr>
          <p:cNvPr id="38915" name="Rectangle 3">
            <a:extLst>
              <a:ext uri="{FF2B5EF4-FFF2-40B4-BE49-F238E27FC236}">
                <a16:creationId xmlns:a16="http://schemas.microsoft.com/office/drawing/2014/main" id="{ED2B8D95-5810-4C4B-8424-5496E2FD0B95}"/>
              </a:ext>
            </a:extLst>
          </p:cNvPr>
          <p:cNvSpPr>
            <a:spLocks noGrp="1" noChangeArrowheads="1"/>
          </p:cNvSpPr>
          <p:nvPr>
            <p:ph type="body" idx="1"/>
          </p:nvPr>
        </p:nvSpPr>
        <p:spPr/>
        <p:txBody>
          <a:bodyPr/>
          <a:lstStyle/>
          <a:p>
            <a:pPr eaLnBrk="1" hangingPunct="1"/>
            <a:r>
              <a:rPr lang="en-US" altLang="en-US"/>
              <a:t>Forward-only / Read-only</a:t>
            </a:r>
          </a:p>
          <a:p>
            <a:pPr eaLnBrk="1" hangingPunct="1"/>
            <a:r>
              <a:rPr lang="es-AR" altLang="en-US"/>
              <a:t>Acceso rápido a los datos</a:t>
            </a:r>
          </a:p>
          <a:p>
            <a:pPr eaLnBrk="1" hangingPunct="1"/>
            <a:r>
              <a:rPr lang="es-AR" altLang="en-US"/>
              <a:t>Conectado al origen</a:t>
            </a:r>
          </a:p>
          <a:p>
            <a:pPr eaLnBrk="1" hangingPunct="1"/>
            <a:r>
              <a:rPr lang="es-AR" altLang="en-US"/>
              <a:t>La conexión la maneja usted mismo</a:t>
            </a:r>
          </a:p>
          <a:p>
            <a:pPr eaLnBrk="1" hangingPunct="1"/>
            <a:r>
              <a:rPr lang="es-AR" altLang="en-US"/>
              <a:t>Los datos se manejan por código o a través de controles enlazados</a:t>
            </a:r>
          </a:p>
          <a:p>
            <a:pPr eaLnBrk="1" hangingPunct="1"/>
            <a:r>
              <a:rPr lang="es-AR" altLang="en-US"/>
              <a:t>Usa pocos recursos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077586CB-7DEA-4B38-8405-2A7D22E3A56E}"/>
              </a:ext>
            </a:extLst>
          </p:cNvPr>
          <p:cNvSpPr>
            <a:spLocks noGrp="1" noChangeArrowheads="1"/>
          </p:cNvSpPr>
          <p:nvPr>
            <p:ph type="title"/>
          </p:nvPr>
        </p:nvSpPr>
        <p:spPr/>
        <p:txBody>
          <a:bodyPr/>
          <a:lstStyle/>
          <a:p>
            <a:pPr eaLnBrk="1" hangingPunct="1"/>
            <a:r>
              <a:rPr lang="es-AR" altLang="en-US"/>
              <a:t>Objeto DataReader – Ejemplo I</a:t>
            </a:r>
          </a:p>
        </p:txBody>
      </p:sp>
      <p:pic>
        <p:nvPicPr>
          <p:cNvPr id="39940" name="Picture 5">
            <a:extLst>
              <a:ext uri="{FF2B5EF4-FFF2-40B4-BE49-F238E27FC236}">
                <a16:creationId xmlns:a16="http://schemas.microsoft.com/office/drawing/2014/main" id="{B3C9A37C-2157-4149-86EC-BC4AE24C92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676400"/>
            <a:ext cx="7067550" cy="4133850"/>
          </a:xfrm>
          <a:prstGeom prst="rect">
            <a:avLst/>
          </a:prstGeom>
          <a:noFill/>
          <a:ln w="28575">
            <a:solidFill>
              <a:schemeClr val="bg2"/>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1646F92-B0E3-45BC-968C-BBEEC664AD67}"/>
              </a:ext>
            </a:extLst>
          </p:cNvPr>
          <p:cNvSpPr>
            <a:spLocks noGrp="1" noChangeArrowheads="1"/>
          </p:cNvSpPr>
          <p:nvPr>
            <p:ph type="title"/>
          </p:nvPr>
        </p:nvSpPr>
        <p:spPr/>
        <p:txBody>
          <a:bodyPr/>
          <a:lstStyle/>
          <a:p>
            <a:pPr eaLnBrk="1" hangingPunct="1"/>
            <a:r>
              <a:rPr lang="es-AR" altLang="en-US"/>
              <a:t>Objeto DataReader – Ejemplo II</a:t>
            </a:r>
          </a:p>
        </p:txBody>
      </p:sp>
      <p:pic>
        <p:nvPicPr>
          <p:cNvPr id="40964" name="Picture 5">
            <a:extLst>
              <a:ext uri="{FF2B5EF4-FFF2-40B4-BE49-F238E27FC236}">
                <a16:creationId xmlns:a16="http://schemas.microsoft.com/office/drawing/2014/main" id="{4FC7F161-BC36-4B47-A509-4B582B1DA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676400"/>
            <a:ext cx="7121525" cy="4148138"/>
          </a:xfrm>
          <a:prstGeom prst="rect">
            <a:avLst/>
          </a:prstGeom>
          <a:noFill/>
          <a:ln w="28575">
            <a:solidFill>
              <a:schemeClr val="tx1"/>
            </a:solidFill>
            <a:miter lim="800000"/>
            <a:headEnd/>
            <a:tailEnd/>
          </a:ln>
          <a:effectLst>
            <a:outerShdw dist="107763"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B394C14-45D7-477B-BBA8-379522562C01}"/>
              </a:ext>
            </a:extLst>
          </p:cNvPr>
          <p:cNvSpPr>
            <a:spLocks noGrp="1" noChangeArrowheads="1"/>
          </p:cNvSpPr>
          <p:nvPr>
            <p:ph type="title"/>
          </p:nvPr>
        </p:nvSpPr>
        <p:spPr/>
        <p:txBody>
          <a:bodyPr/>
          <a:lstStyle/>
          <a:p>
            <a:pPr eaLnBrk="1" hangingPunct="1"/>
            <a:r>
              <a:rPr lang="es-AR" altLang="en-US"/>
              <a:t>Objeto DataAdapter</a:t>
            </a:r>
          </a:p>
        </p:txBody>
      </p:sp>
      <p:sp>
        <p:nvSpPr>
          <p:cNvPr id="41987" name="Rectangle 3">
            <a:extLst>
              <a:ext uri="{FF2B5EF4-FFF2-40B4-BE49-F238E27FC236}">
                <a16:creationId xmlns:a16="http://schemas.microsoft.com/office/drawing/2014/main" id="{241AADEC-FF99-456C-A01C-1AFE15E36D08}"/>
              </a:ext>
            </a:extLst>
          </p:cNvPr>
          <p:cNvSpPr>
            <a:spLocks noGrp="1" noChangeArrowheads="1"/>
          </p:cNvSpPr>
          <p:nvPr>
            <p:ph type="body" idx="1"/>
          </p:nvPr>
        </p:nvSpPr>
        <p:spPr/>
        <p:txBody>
          <a:bodyPr/>
          <a:lstStyle/>
          <a:p>
            <a:pPr eaLnBrk="1" hangingPunct="1"/>
            <a:r>
              <a:rPr lang="es-AR" altLang="en-US" dirty="0"/>
              <a:t>Gestiona el intercambio de datos entre</a:t>
            </a:r>
            <a:r>
              <a:rPr lang="en-US" altLang="en-US" dirty="0"/>
              <a:t> </a:t>
            </a:r>
            <a:r>
              <a:rPr lang="en-US" altLang="en-US" dirty="0" err="1"/>
              <a:t>DataTables</a:t>
            </a:r>
            <a:r>
              <a:rPr lang="en-US" altLang="en-US" dirty="0"/>
              <a:t> y un Data Source</a:t>
            </a:r>
          </a:p>
          <a:p>
            <a:pPr lvl="1" eaLnBrk="1" hangingPunct="1"/>
            <a:r>
              <a:rPr lang="en-US" altLang="en-US" sz="3200" b="1" dirty="0">
                <a:solidFill>
                  <a:srgbClr val="0070C0"/>
                </a:solidFill>
              </a:rPr>
              <a:t>.Fill </a:t>
            </a:r>
            <a:r>
              <a:rPr lang="en-US" altLang="en-US" sz="3200" dirty="0"/>
              <a:t>(</a:t>
            </a:r>
            <a:r>
              <a:rPr lang="en-US" altLang="en-US" sz="3200" dirty="0" err="1"/>
              <a:t>DataSet</a:t>
            </a:r>
            <a:r>
              <a:rPr lang="en-US" altLang="en-US" sz="3200" dirty="0"/>
              <a:t> o </a:t>
            </a:r>
            <a:r>
              <a:rPr lang="en-US" altLang="en-US" sz="3200" dirty="0" err="1"/>
              <a:t>DataTable</a:t>
            </a:r>
            <a:r>
              <a:rPr lang="en-US" altLang="en-US" sz="3200" dirty="0"/>
              <a:t>)</a:t>
            </a:r>
          </a:p>
          <a:p>
            <a:pPr lvl="1" eaLnBrk="1" hangingPunct="1"/>
            <a:r>
              <a:rPr lang="en-US" altLang="en-US" sz="3200" b="1" dirty="0">
                <a:solidFill>
                  <a:srgbClr val="0070C0"/>
                </a:solidFill>
              </a:rPr>
              <a:t>.Update </a:t>
            </a:r>
            <a:r>
              <a:rPr lang="en-US" altLang="en-US" sz="3200" dirty="0"/>
              <a:t>(</a:t>
            </a:r>
            <a:r>
              <a:rPr lang="en-US" altLang="en-US" sz="3200" dirty="0" err="1"/>
              <a:t>DataSet</a:t>
            </a:r>
            <a:r>
              <a:rPr lang="en-US" altLang="en-US" sz="3200" dirty="0"/>
              <a:t> o </a:t>
            </a:r>
            <a:r>
              <a:rPr lang="en-US" altLang="en-US" sz="3200" dirty="0" err="1"/>
              <a:t>DataTable</a:t>
            </a:r>
            <a:r>
              <a:rPr lang="en-US" altLang="en-US" sz="3200" dirty="0"/>
              <a:t>)</a:t>
            </a:r>
          </a:p>
          <a:p>
            <a:pPr lvl="1" eaLnBrk="1" hangingPunct="1"/>
            <a:endParaRPr lang="en-US" altLang="en-US" sz="3200" dirty="0"/>
          </a:p>
          <a:p>
            <a:pPr eaLnBrk="1" hangingPunct="1"/>
            <a:r>
              <a:rPr lang="es-AR" altLang="en-US" dirty="0"/>
              <a:t>Provee relaciones entre tablas y columnas</a:t>
            </a:r>
          </a:p>
          <a:p>
            <a:pPr eaLnBrk="1" hangingPunct="1"/>
            <a:endParaRPr lang="es-AR" altLang="en-US" dirty="0"/>
          </a:p>
          <a:p>
            <a:pPr eaLnBrk="1" hangingPunct="1"/>
            <a:r>
              <a:rPr lang="es-AR" altLang="en-US" dirty="0"/>
              <a:t>El usuario puede saltarse los comandos</a:t>
            </a:r>
            <a:r>
              <a:rPr lang="en-US" altLang="en-US" dirty="0"/>
              <a:t> Insert/Update/Delete</a:t>
            </a:r>
            <a:endParaRPr lang="es-AR"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6AB351C-0C70-4BCD-B123-CF8612DB1034}"/>
              </a:ext>
            </a:extLst>
          </p:cNvPr>
          <p:cNvSpPr>
            <a:spLocks noGrp="1" noChangeArrowheads="1"/>
          </p:cNvSpPr>
          <p:nvPr>
            <p:ph type="title"/>
          </p:nvPr>
        </p:nvSpPr>
        <p:spPr/>
        <p:txBody>
          <a:bodyPr/>
          <a:lstStyle/>
          <a:p>
            <a:pPr eaLnBrk="1" hangingPunct="1"/>
            <a:r>
              <a:rPr lang="es-AR" altLang="en-US"/>
              <a:t>Objeto DataAdapter – Ejemplo Fill</a:t>
            </a:r>
          </a:p>
        </p:txBody>
      </p:sp>
      <p:sp>
        <p:nvSpPr>
          <p:cNvPr id="43011" name="Rectangle 3">
            <a:extLst>
              <a:ext uri="{FF2B5EF4-FFF2-40B4-BE49-F238E27FC236}">
                <a16:creationId xmlns:a16="http://schemas.microsoft.com/office/drawing/2014/main" id="{308A229A-ABD0-4818-98FD-980711061A9D}"/>
              </a:ext>
            </a:extLst>
          </p:cNvPr>
          <p:cNvSpPr>
            <a:spLocks noGrp="1" noChangeArrowheads="1"/>
          </p:cNvSpPr>
          <p:nvPr>
            <p:ph type="body" idx="1"/>
          </p:nvPr>
        </p:nvSpPr>
        <p:spPr/>
        <p:txBody>
          <a:bodyPr/>
          <a:lstStyle/>
          <a:p>
            <a:pPr eaLnBrk="1" hangingPunct="1"/>
            <a:r>
              <a:rPr lang="es-AR" altLang="en-US" dirty="0" err="1"/>
              <a:t>DataAdapter.</a:t>
            </a:r>
            <a:r>
              <a:rPr lang="es-AR" altLang="en-US" b="1" dirty="0" err="1">
                <a:solidFill>
                  <a:srgbClr val="0070C0"/>
                </a:solidFill>
              </a:rPr>
              <a:t>Fill</a:t>
            </a:r>
            <a:r>
              <a:rPr lang="es-AR" altLang="en-US" dirty="0"/>
              <a:t>(</a:t>
            </a:r>
            <a:r>
              <a:rPr lang="es-AR" altLang="en-US" dirty="0" err="1"/>
              <a:t>DataTable</a:t>
            </a:r>
            <a:r>
              <a:rPr lang="es-AR" altLang="en-US" dirty="0"/>
              <a:t>)</a:t>
            </a:r>
          </a:p>
        </p:txBody>
      </p:sp>
      <p:pic>
        <p:nvPicPr>
          <p:cNvPr id="43013" name="Picture 5">
            <a:extLst>
              <a:ext uri="{FF2B5EF4-FFF2-40B4-BE49-F238E27FC236}">
                <a16:creationId xmlns:a16="http://schemas.microsoft.com/office/drawing/2014/main" id="{36441D72-A1B1-440E-8B68-C72349502F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4503738"/>
            <a:ext cx="6586538" cy="1363662"/>
          </a:xfrm>
          <a:prstGeom prst="rect">
            <a:avLst/>
          </a:prstGeom>
          <a:noFill/>
          <a:ln w="38100">
            <a:solidFill>
              <a:schemeClr val="bg2"/>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pic>
      <p:pic>
        <p:nvPicPr>
          <p:cNvPr id="43014" name="Picture 6">
            <a:extLst>
              <a:ext uri="{FF2B5EF4-FFF2-40B4-BE49-F238E27FC236}">
                <a16:creationId xmlns:a16="http://schemas.microsoft.com/office/drawing/2014/main" id="{08A7818B-847D-4086-A317-E4B0988FA8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286000"/>
            <a:ext cx="7550150" cy="1943100"/>
          </a:xfrm>
          <a:prstGeom prst="rect">
            <a:avLst/>
          </a:prstGeom>
          <a:noFill/>
          <a:ln w="38100">
            <a:solidFill>
              <a:schemeClr val="bg2"/>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Line 51">
            <a:extLst>
              <a:ext uri="{FF2B5EF4-FFF2-40B4-BE49-F238E27FC236}">
                <a16:creationId xmlns:a16="http://schemas.microsoft.com/office/drawing/2014/main" id="{C9ABA00B-0C26-4001-B082-285B2FEDADFA}"/>
              </a:ext>
            </a:extLst>
          </p:cNvPr>
          <p:cNvSpPr>
            <a:spLocks noChangeShapeType="1"/>
          </p:cNvSpPr>
          <p:nvPr/>
        </p:nvSpPr>
        <p:spPr bwMode="auto">
          <a:xfrm>
            <a:off x="2286000" y="1295400"/>
            <a:ext cx="0" cy="4953000"/>
          </a:xfrm>
          <a:prstGeom prst="line">
            <a:avLst/>
          </a:prstGeom>
          <a:noFill/>
          <a:ln w="76200">
            <a:solidFill>
              <a:srgbClr val="346898"/>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4035" name="Line 52">
            <a:extLst>
              <a:ext uri="{FF2B5EF4-FFF2-40B4-BE49-F238E27FC236}">
                <a16:creationId xmlns:a16="http://schemas.microsoft.com/office/drawing/2014/main" id="{5B7ABC31-0C0B-40F1-813A-234ED17AF1B4}"/>
              </a:ext>
            </a:extLst>
          </p:cNvPr>
          <p:cNvSpPr>
            <a:spLocks noChangeShapeType="1"/>
          </p:cNvSpPr>
          <p:nvPr/>
        </p:nvSpPr>
        <p:spPr bwMode="auto">
          <a:xfrm>
            <a:off x="5638800" y="1295400"/>
            <a:ext cx="0" cy="4953000"/>
          </a:xfrm>
          <a:prstGeom prst="line">
            <a:avLst/>
          </a:prstGeom>
          <a:noFill/>
          <a:ln w="76200">
            <a:solidFill>
              <a:srgbClr val="346898"/>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4036" name="Rectangle 2">
            <a:extLst>
              <a:ext uri="{FF2B5EF4-FFF2-40B4-BE49-F238E27FC236}">
                <a16:creationId xmlns:a16="http://schemas.microsoft.com/office/drawing/2014/main" id="{EE08EB64-66A9-48FD-9CCE-9DA5751AF5F6}"/>
              </a:ext>
            </a:extLst>
          </p:cNvPr>
          <p:cNvSpPr>
            <a:spLocks noGrp="1" noChangeArrowheads="1"/>
          </p:cNvSpPr>
          <p:nvPr>
            <p:ph type="title"/>
          </p:nvPr>
        </p:nvSpPr>
        <p:spPr/>
        <p:txBody>
          <a:bodyPr/>
          <a:lstStyle/>
          <a:p>
            <a:pPr eaLnBrk="1" hangingPunct="1"/>
            <a:r>
              <a:rPr lang="es-AR" altLang="en-US"/>
              <a:t>Objeto DataAdapter</a:t>
            </a:r>
          </a:p>
        </p:txBody>
      </p:sp>
      <p:grpSp>
        <p:nvGrpSpPr>
          <p:cNvPr id="44038" name="Group 30">
            <a:extLst>
              <a:ext uri="{FF2B5EF4-FFF2-40B4-BE49-F238E27FC236}">
                <a16:creationId xmlns:a16="http://schemas.microsoft.com/office/drawing/2014/main" id="{2A425AFC-1127-4384-A991-3418D38FE7C0}"/>
              </a:ext>
            </a:extLst>
          </p:cNvPr>
          <p:cNvGrpSpPr>
            <a:grpSpLocks/>
          </p:cNvGrpSpPr>
          <p:nvPr/>
        </p:nvGrpSpPr>
        <p:grpSpPr bwMode="auto">
          <a:xfrm>
            <a:off x="2819400" y="2338388"/>
            <a:ext cx="2179638" cy="2690812"/>
            <a:chOff x="323" y="1185"/>
            <a:chExt cx="2359" cy="2913"/>
          </a:xfrm>
        </p:grpSpPr>
        <p:sp>
          <p:nvSpPr>
            <p:cNvPr id="365599" name="AutoShape 31">
              <a:extLst>
                <a:ext uri="{FF2B5EF4-FFF2-40B4-BE49-F238E27FC236}">
                  <a16:creationId xmlns:a16="http://schemas.microsoft.com/office/drawing/2014/main" id="{A60F2371-720E-46FA-850F-EB41D4EB707D}"/>
                </a:ext>
              </a:extLst>
            </p:cNvPr>
            <p:cNvSpPr>
              <a:spLocks noChangeArrowheads="1"/>
            </p:cNvSpPr>
            <p:nvPr/>
          </p:nvSpPr>
          <p:spPr bwMode="auto">
            <a:xfrm>
              <a:off x="323" y="1185"/>
              <a:ext cx="2359" cy="2913"/>
            </a:xfrm>
            <a:prstGeom prst="roundRect">
              <a:avLst>
                <a:gd name="adj" fmla="val 16667"/>
              </a:avLst>
            </a:prstGeom>
            <a:gradFill rotWithShape="1">
              <a:gsLst>
                <a:gs pos="0">
                  <a:srgbClr val="008000"/>
                </a:gs>
                <a:gs pos="100000">
                  <a:srgbClr val="008000">
                    <a:gamma/>
                    <a:shade val="46275"/>
                    <a:invGamma/>
                  </a:srgbClr>
                </a:gs>
              </a:gsLst>
              <a:lin ang="2700000" scaled="1"/>
            </a:gradFill>
            <a:ln w="9525">
              <a:solidFill>
                <a:schemeClr val="tx1"/>
              </a:solidFill>
              <a:round/>
              <a:headEnd/>
              <a:tailEnd/>
            </a:ln>
            <a:effectLst>
              <a:outerShdw dist="35921" dir="2700000" algn="ctr" rotWithShape="0">
                <a:schemeClr val="bg2"/>
              </a:outerShdw>
            </a:effectLst>
          </p:spPr>
          <p:txBody>
            <a:bodyPr wrap="none"/>
            <a:lstStyle/>
            <a:p>
              <a:pPr algn="ctr">
                <a:spcBef>
                  <a:spcPct val="0"/>
                </a:spcBef>
                <a:defRPr/>
              </a:pPr>
              <a:r>
                <a:rPr lang="en-US">
                  <a:solidFill>
                    <a:schemeClr val="bg1"/>
                  </a:solidFill>
                  <a:effectLst>
                    <a:outerShdw blurRad="38100" dist="38100" dir="2700000" algn="tl">
                      <a:srgbClr val="000000"/>
                    </a:outerShdw>
                  </a:effectLst>
                  <a:latin typeface="Arial" charset="0"/>
                  <a:cs typeface="Arial" charset="0"/>
                </a:rPr>
                <a:t>DataAdapter</a:t>
              </a:r>
            </a:p>
          </p:txBody>
        </p:sp>
        <p:grpSp>
          <p:nvGrpSpPr>
            <p:cNvPr id="44056" name="Group 32">
              <a:extLst>
                <a:ext uri="{FF2B5EF4-FFF2-40B4-BE49-F238E27FC236}">
                  <a16:creationId xmlns:a16="http://schemas.microsoft.com/office/drawing/2014/main" id="{3B7EED50-7343-4001-B54C-A061EF61CA3D}"/>
                </a:ext>
              </a:extLst>
            </p:cNvPr>
            <p:cNvGrpSpPr>
              <a:grpSpLocks/>
            </p:cNvGrpSpPr>
            <p:nvPr/>
          </p:nvGrpSpPr>
          <p:grpSpPr bwMode="auto">
            <a:xfrm>
              <a:off x="579" y="1913"/>
              <a:ext cx="1828" cy="1258"/>
              <a:chOff x="912" y="1872"/>
              <a:chExt cx="1488" cy="912"/>
            </a:xfrm>
          </p:grpSpPr>
          <p:sp>
            <p:nvSpPr>
              <p:cNvPr id="365601" name="AutoShape 33">
                <a:extLst>
                  <a:ext uri="{FF2B5EF4-FFF2-40B4-BE49-F238E27FC236}">
                    <a16:creationId xmlns:a16="http://schemas.microsoft.com/office/drawing/2014/main" id="{A0096AF5-8C12-473C-8FE6-4C26CBE5F8B9}"/>
                  </a:ext>
                </a:extLst>
              </p:cNvPr>
              <p:cNvSpPr>
                <a:spLocks noChangeArrowheads="1"/>
              </p:cNvSpPr>
              <p:nvPr/>
            </p:nvSpPr>
            <p:spPr bwMode="auto">
              <a:xfrm>
                <a:off x="912" y="1872"/>
                <a:ext cx="1488" cy="192"/>
              </a:xfrm>
              <a:prstGeom prst="roundRect">
                <a:avLst>
                  <a:gd name="adj" fmla="val 16667"/>
                </a:avLst>
              </a:prstGeom>
              <a:gradFill rotWithShape="1">
                <a:gsLst>
                  <a:gs pos="0">
                    <a:srgbClr val="CC3300"/>
                  </a:gs>
                  <a:gs pos="100000">
                    <a:srgbClr val="CC3300">
                      <a:gamma/>
                      <a:shade val="46275"/>
                      <a:invGamma/>
                    </a:srgbClr>
                  </a:gs>
                </a:gsLst>
                <a:lin ang="2700000" scaled="1"/>
              </a:gradFill>
              <a:ln w="9525">
                <a:solidFill>
                  <a:schemeClr val="tx1"/>
                </a:solidFill>
                <a:round/>
                <a:headEnd/>
                <a:tailEnd/>
              </a:ln>
              <a:effectLst/>
            </p:spPr>
            <p:txBody>
              <a:bodyPr wrap="none" anchor="ctr"/>
              <a:lstStyle/>
              <a:p>
                <a:pPr algn="ctr">
                  <a:spcBef>
                    <a:spcPct val="0"/>
                  </a:spcBef>
                  <a:defRPr/>
                </a:pPr>
                <a:r>
                  <a:rPr lang="en-US" sz="1400">
                    <a:solidFill>
                      <a:schemeClr val="bg1"/>
                    </a:solidFill>
                    <a:effectLst>
                      <a:outerShdw blurRad="38100" dist="38100" dir="2700000" algn="tl">
                        <a:srgbClr val="000000"/>
                      </a:outerShdw>
                    </a:effectLst>
                    <a:latin typeface="Arial" charset="0"/>
                    <a:cs typeface="Arial" charset="0"/>
                  </a:rPr>
                  <a:t>SelectCommand</a:t>
                </a:r>
              </a:p>
            </p:txBody>
          </p:sp>
          <p:sp>
            <p:nvSpPr>
              <p:cNvPr id="365602" name="AutoShape 34">
                <a:extLst>
                  <a:ext uri="{FF2B5EF4-FFF2-40B4-BE49-F238E27FC236}">
                    <a16:creationId xmlns:a16="http://schemas.microsoft.com/office/drawing/2014/main" id="{F574AF2B-D121-420C-B018-E55FE778D997}"/>
                  </a:ext>
                </a:extLst>
              </p:cNvPr>
              <p:cNvSpPr>
                <a:spLocks noChangeArrowheads="1"/>
              </p:cNvSpPr>
              <p:nvPr/>
            </p:nvSpPr>
            <p:spPr bwMode="auto">
              <a:xfrm>
                <a:off x="912" y="2113"/>
                <a:ext cx="1488" cy="193"/>
              </a:xfrm>
              <a:prstGeom prst="roundRect">
                <a:avLst>
                  <a:gd name="adj" fmla="val 16667"/>
                </a:avLst>
              </a:prstGeom>
              <a:gradFill rotWithShape="1">
                <a:gsLst>
                  <a:gs pos="0">
                    <a:srgbClr val="CC3300"/>
                  </a:gs>
                  <a:gs pos="100000">
                    <a:srgbClr val="CC3300">
                      <a:gamma/>
                      <a:shade val="46275"/>
                      <a:invGamma/>
                    </a:srgbClr>
                  </a:gs>
                </a:gsLst>
                <a:lin ang="2700000" scaled="1"/>
              </a:gradFill>
              <a:ln w="9525">
                <a:solidFill>
                  <a:schemeClr val="tx1"/>
                </a:solidFill>
                <a:round/>
                <a:headEnd/>
                <a:tailEnd/>
              </a:ln>
              <a:effectLst/>
            </p:spPr>
            <p:txBody>
              <a:bodyPr wrap="none" anchor="ctr"/>
              <a:lstStyle/>
              <a:p>
                <a:pPr algn="ctr">
                  <a:spcBef>
                    <a:spcPct val="0"/>
                  </a:spcBef>
                  <a:defRPr/>
                </a:pPr>
                <a:r>
                  <a:rPr lang="en-US" sz="1400">
                    <a:solidFill>
                      <a:schemeClr val="bg1"/>
                    </a:solidFill>
                    <a:effectLst>
                      <a:outerShdw blurRad="38100" dist="38100" dir="2700000" algn="tl">
                        <a:srgbClr val="000000"/>
                      </a:outerShdw>
                    </a:effectLst>
                    <a:latin typeface="Arial" charset="0"/>
                    <a:cs typeface="Arial" charset="0"/>
                  </a:rPr>
                  <a:t>InsertCommand</a:t>
                </a:r>
              </a:p>
            </p:txBody>
          </p:sp>
          <p:sp>
            <p:nvSpPr>
              <p:cNvPr id="365603" name="AutoShape 35">
                <a:extLst>
                  <a:ext uri="{FF2B5EF4-FFF2-40B4-BE49-F238E27FC236}">
                    <a16:creationId xmlns:a16="http://schemas.microsoft.com/office/drawing/2014/main" id="{23739C8F-B172-4EF8-999D-C89688121ABA}"/>
                  </a:ext>
                </a:extLst>
              </p:cNvPr>
              <p:cNvSpPr>
                <a:spLocks noChangeArrowheads="1"/>
              </p:cNvSpPr>
              <p:nvPr/>
            </p:nvSpPr>
            <p:spPr bwMode="auto">
              <a:xfrm>
                <a:off x="912" y="2352"/>
                <a:ext cx="1488" cy="192"/>
              </a:xfrm>
              <a:prstGeom prst="roundRect">
                <a:avLst>
                  <a:gd name="adj" fmla="val 16667"/>
                </a:avLst>
              </a:prstGeom>
              <a:gradFill rotWithShape="1">
                <a:gsLst>
                  <a:gs pos="0">
                    <a:srgbClr val="CC3300"/>
                  </a:gs>
                  <a:gs pos="100000">
                    <a:srgbClr val="CC3300">
                      <a:gamma/>
                      <a:shade val="46275"/>
                      <a:invGamma/>
                    </a:srgbClr>
                  </a:gs>
                </a:gsLst>
                <a:lin ang="2700000" scaled="1"/>
              </a:gradFill>
              <a:ln w="9525">
                <a:solidFill>
                  <a:schemeClr val="tx1"/>
                </a:solidFill>
                <a:round/>
                <a:headEnd/>
                <a:tailEnd/>
              </a:ln>
              <a:effectLst/>
            </p:spPr>
            <p:txBody>
              <a:bodyPr wrap="none" anchor="ctr"/>
              <a:lstStyle/>
              <a:p>
                <a:pPr algn="ctr">
                  <a:spcBef>
                    <a:spcPct val="0"/>
                  </a:spcBef>
                  <a:defRPr/>
                </a:pPr>
                <a:r>
                  <a:rPr lang="en-US" sz="1400">
                    <a:solidFill>
                      <a:schemeClr val="bg1"/>
                    </a:solidFill>
                    <a:effectLst>
                      <a:outerShdw blurRad="38100" dist="38100" dir="2700000" algn="tl">
                        <a:srgbClr val="000000"/>
                      </a:outerShdw>
                    </a:effectLst>
                    <a:latin typeface="Arial" charset="0"/>
                    <a:cs typeface="Arial" charset="0"/>
                  </a:rPr>
                  <a:t>UpdateCommand</a:t>
                </a:r>
              </a:p>
            </p:txBody>
          </p:sp>
          <p:sp>
            <p:nvSpPr>
              <p:cNvPr id="365604" name="AutoShape 36">
                <a:extLst>
                  <a:ext uri="{FF2B5EF4-FFF2-40B4-BE49-F238E27FC236}">
                    <a16:creationId xmlns:a16="http://schemas.microsoft.com/office/drawing/2014/main" id="{4811B889-2031-4C8B-8076-5902EAD8D706}"/>
                  </a:ext>
                </a:extLst>
              </p:cNvPr>
              <p:cNvSpPr>
                <a:spLocks noChangeArrowheads="1"/>
              </p:cNvSpPr>
              <p:nvPr/>
            </p:nvSpPr>
            <p:spPr bwMode="auto">
              <a:xfrm>
                <a:off x="912" y="2595"/>
                <a:ext cx="1488" cy="192"/>
              </a:xfrm>
              <a:prstGeom prst="roundRect">
                <a:avLst>
                  <a:gd name="adj" fmla="val 16667"/>
                </a:avLst>
              </a:prstGeom>
              <a:gradFill rotWithShape="1">
                <a:gsLst>
                  <a:gs pos="0">
                    <a:srgbClr val="CC3300"/>
                  </a:gs>
                  <a:gs pos="100000">
                    <a:srgbClr val="CC3300">
                      <a:gamma/>
                      <a:shade val="46275"/>
                      <a:invGamma/>
                    </a:srgbClr>
                  </a:gs>
                </a:gsLst>
                <a:lin ang="2700000" scaled="1"/>
              </a:gradFill>
              <a:ln w="9525">
                <a:solidFill>
                  <a:schemeClr val="tx1"/>
                </a:solidFill>
                <a:round/>
                <a:headEnd/>
                <a:tailEnd/>
              </a:ln>
              <a:effectLst/>
            </p:spPr>
            <p:txBody>
              <a:bodyPr wrap="none" anchor="ctr"/>
              <a:lstStyle/>
              <a:p>
                <a:pPr algn="ctr">
                  <a:spcBef>
                    <a:spcPct val="0"/>
                  </a:spcBef>
                  <a:defRPr/>
                </a:pPr>
                <a:r>
                  <a:rPr lang="en-US" sz="1400">
                    <a:solidFill>
                      <a:schemeClr val="bg1"/>
                    </a:solidFill>
                    <a:effectLst>
                      <a:outerShdw blurRad="38100" dist="38100" dir="2700000" algn="tl">
                        <a:srgbClr val="000000"/>
                      </a:outerShdw>
                    </a:effectLst>
                    <a:latin typeface="Arial" charset="0"/>
                    <a:cs typeface="Arial" charset="0"/>
                  </a:rPr>
                  <a:t>DeleteCommand</a:t>
                </a:r>
              </a:p>
            </p:txBody>
          </p:sp>
        </p:grpSp>
        <p:sp>
          <p:nvSpPr>
            <p:cNvPr id="365605" name="AutoShape 37">
              <a:extLst>
                <a:ext uri="{FF2B5EF4-FFF2-40B4-BE49-F238E27FC236}">
                  <a16:creationId xmlns:a16="http://schemas.microsoft.com/office/drawing/2014/main" id="{18B0BA0A-0AC5-4740-BCC7-89061877D0ED}"/>
                </a:ext>
              </a:extLst>
            </p:cNvPr>
            <p:cNvSpPr>
              <a:spLocks noChangeArrowheads="1"/>
            </p:cNvSpPr>
            <p:nvPr/>
          </p:nvSpPr>
          <p:spPr bwMode="auto">
            <a:xfrm>
              <a:off x="579" y="3502"/>
              <a:ext cx="1828" cy="265"/>
            </a:xfrm>
            <a:prstGeom prst="roundRect">
              <a:avLst>
                <a:gd name="adj" fmla="val 16667"/>
              </a:avLst>
            </a:prstGeom>
            <a:gradFill rotWithShape="1">
              <a:gsLst>
                <a:gs pos="0">
                  <a:srgbClr val="CC3300"/>
                </a:gs>
                <a:gs pos="100000">
                  <a:srgbClr val="CC3300">
                    <a:gamma/>
                    <a:shade val="46275"/>
                    <a:invGamma/>
                  </a:srgbClr>
                </a:gs>
              </a:gsLst>
              <a:lin ang="2700000" scaled="1"/>
            </a:gradFill>
            <a:ln w="9525">
              <a:solidFill>
                <a:schemeClr val="tx1"/>
              </a:solidFill>
              <a:round/>
              <a:headEnd/>
              <a:tailEnd/>
            </a:ln>
            <a:effectLst/>
          </p:spPr>
          <p:txBody>
            <a:bodyPr wrap="none" anchor="ctr"/>
            <a:lstStyle/>
            <a:p>
              <a:pPr algn="ctr">
                <a:spcBef>
                  <a:spcPct val="0"/>
                </a:spcBef>
                <a:defRPr/>
              </a:pPr>
              <a:r>
                <a:rPr lang="en-US" sz="1400">
                  <a:solidFill>
                    <a:schemeClr val="bg1"/>
                  </a:solidFill>
                  <a:effectLst>
                    <a:outerShdw blurRad="38100" dist="38100" dir="2700000" algn="tl">
                      <a:srgbClr val="000000"/>
                    </a:outerShdw>
                  </a:effectLst>
                  <a:latin typeface="Arial" charset="0"/>
                  <a:cs typeface="Arial" charset="0"/>
                </a:rPr>
                <a:t>TableMappings</a:t>
              </a:r>
            </a:p>
          </p:txBody>
        </p:sp>
      </p:grpSp>
      <p:sp>
        <p:nvSpPr>
          <p:cNvPr id="365606" name="AutoShape 38">
            <a:extLst>
              <a:ext uri="{FF2B5EF4-FFF2-40B4-BE49-F238E27FC236}">
                <a16:creationId xmlns:a16="http://schemas.microsoft.com/office/drawing/2014/main" id="{D1AB7A3D-F658-4B33-BC93-04D0AF840215}"/>
              </a:ext>
            </a:extLst>
          </p:cNvPr>
          <p:cNvSpPr>
            <a:spLocks noChangeArrowheads="1"/>
          </p:cNvSpPr>
          <p:nvPr/>
        </p:nvSpPr>
        <p:spPr bwMode="auto">
          <a:xfrm>
            <a:off x="609600" y="2667000"/>
            <a:ext cx="1066800" cy="1676400"/>
          </a:xfrm>
          <a:prstGeom prst="can">
            <a:avLst>
              <a:gd name="adj" fmla="val 24997"/>
            </a:avLst>
          </a:prstGeom>
          <a:gradFill rotWithShape="1">
            <a:gsLst>
              <a:gs pos="0">
                <a:schemeClr val="bg2"/>
              </a:gs>
              <a:gs pos="100000">
                <a:schemeClr val="bg2">
                  <a:gamma/>
                  <a:shade val="46275"/>
                  <a:invGamma/>
                </a:schemeClr>
              </a:gs>
            </a:gsLst>
            <a:lin ang="2700000" scaled="1"/>
          </a:gradFill>
          <a:ln w="9525">
            <a:solidFill>
              <a:schemeClr val="tx1"/>
            </a:solidFill>
            <a:round/>
            <a:headEnd/>
            <a:tailEnd/>
          </a:ln>
          <a:effectLst>
            <a:outerShdw dist="35921" dir="2700000" algn="ctr" rotWithShape="0">
              <a:schemeClr val="bg2"/>
            </a:outerShdw>
          </a:effectLst>
        </p:spPr>
        <p:txBody>
          <a:bodyPr wrap="none" anchor="ctr"/>
          <a:lstStyle/>
          <a:p>
            <a:pPr algn="ctr">
              <a:spcBef>
                <a:spcPct val="0"/>
              </a:spcBef>
              <a:defRPr/>
            </a:pPr>
            <a:r>
              <a:rPr lang="en-US">
                <a:solidFill>
                  <a:schemeClr val="bg1"/>
                </a:solidFill>
                <a:effectLst>
                  <a:outerShdw blurRad="38100" dist="38100" dir="2700000" algn="tl">
                    <a:srgbClr val="000000"/>
                  </a:outerShdw>
                </a:effectLst>
                <a:latin typeface="Arial" charset="0"/>
                <a:cs typeface="Arial" charset="0"/>
              </a:rPr>
              <a:t>Database</a:t>
            </a:r>
          </a:p>
        </p:txBody>
      </p:sp>
      <p:sp>
        <p:nvSpPr>
          <p:cNvPr id="44040" name="AutoShape 39">
            <a:extLst>
              <a:ext uri="{FF2B5EF4-FFF2-40B4-BE49-F238E27FC236}">
                <a16:creationId xmlns:a16="http://schemas.microsoft.com/office/drawing/2014/main" id="{40B0F658-3AF2-432F-BCE5-E47ACC406F1D}"/>
              </a:ext>
            </a:extLst>
          </p:cNvPr>
          <p:cNvSpPr>
            <a:spLocks noChangeArrowheads="1"/>
          </p:cNvSpPr>
          <p:nvPr/>
        </p:nvSpPr>
        <p:spPr bwMode="auto">
          <a:xfrm>
            <a:off x="1752600" y="3621088"/>
            <a:ext cx="914400" cy="42068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1">
            <a:gsLst>
              <a:gs pos="0">
                <a:srgbClr val="FF0000"/>
              </a:gs>
              <a:gs pos="100000">
                <a:srgbClr val="760000"/>
              </a:gs>
            </a:gsLst>
            <a:lin ang="0" scaled="1"/>
          </a:gradFill>
          <a:ln w="9525">
            <a:solidFill>
              <a:schemeClr val="tx1"/>
            </a:solidFill>
            <a:miter lim="800000"/>
            <a:headEnd/>
            <a:tailEnd/>
          </a:ln>
        </p:spPr>
        <p:txBody>
          <a:bodyPr wrap="none" anchor="ctr"/>
          <a:lstStyle/>
          <a:p>
            <a:endParaRPr lang="en-US"/>
          </a:p>
        </p:txBody>
      </p:sp>
      <p:sp>
        <p:nvSpPr>
          <p:cNvPr id="44041" name="AutoShape 40">
            <a:extLst>
              <a:ext uri="{FF2B5EF4-FFF2-40B4-BE49-F238E27FC236}">
                <a16:creationId xmlns:a16="http://schemas.microsoft.com/office/drawing/2014/main" id="{833374E1-C0F3-4EC9-9276-8EF5EEF44290}"/>
              </a:ext>
            </a:extLst>
          </p:cNvPr>
          <p:cNvSpPr>
            <a:spLocks noChangeArrowheads="1"/>
          </p:cNvSpPr>
          <p:nvPr/>
        </p:nvSpPr>
        <p:spPr bwMode="auto">
          <a:xfrm rot="10800000">
            <a:off x="1752600" y="3200400"/>
            <a:ext cx="914400" cy="420688"/>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1">
            <a:gsLst>
              <a:gs pos="0">
                <a:srgbClr val="0000FF"/>
              </a:gs>
              <a:gs pos="100000">
                <a:srgbClr val="000076"/>
              </a:gs>
            </a:gsLst>
            <a:lin ang="0" scaled="1"/>
          </a:gradFill>
          <a:ln w="9525">
            <a:solidFill>
              <a:schemeClr val="tx1"/>
            </a:solidFill>
            <a:miter lim="800000"/>
            <a:headEnd/>
            <a:tailEnd/>
          </a:ln>
        </p:spPr>
        <p:txBody>
          <a:bodyPr wrap="none" anchor="ctr"/>
          <a:lstStyle/>
          <a:p>
            <a:endParaRPr lang="en-US"/>
          </a:p>
        </p:txBody>
      </p:sp>
      <p:sp>
        <p:nvSpPr>
          <p:cNvPr id="365609" name="AutoShape 41">
            <a:extLst>
              <a:ext uri="{FF2B5EF4-FFF2-40B4-BE49-F238E27FC236}">
                <a16:creationId xmlns:a16="http://schemas.microsoft.com/office/drawing/2014/main" id="{52D2A5E3-7C76-439B-A945-41F98128F064}"/>
              </a:ext>
            </a:extLst>
          </p:cNvPr>
          <p:cNvSpPr>
            <a:spLocks noChangeArrowheads="1"/>
          </p:cNvSpPr>
          <p:nvPr/>
        </p:nvSpPr>
        <p:spPr bwMode="auto">
          <a:xfrm>
            <a:off x="6324600" y="4191000"/>
            <a:ext cx="2339975" cy="1157288"/>
          </a:xfrm>
          <a:prstGeom prst="roundRect">
            <a:avLst>
              <a:gd name="adj" fmla="val 16667"/>
            </a:avLst>
          </a:prstGeom>
          <a:gradFill rotWithShape="1">
            <a:gsLst>
              <a:gs pos="0">
                <a:schemeClr val="folHlink"/>
              </a:gs>
              <a:gs pos="100000">
                <a:schemeClr val="folHlink">
                  <a:gamma/>
                  <a:shade val="46275"/>
                  <a:invGamma/>
                </a:schemeClr>
              </a:gs>
            </a:gsLst>
            <a:lin ang="2700000" scaled="1"/>
          </a:gradFill>
          <a:ln w="38100">
            <a:solidFill>
              <a:schemeClr val="bg1"/>
            </a:solidFill>
            <a:prstDash val="dash"/>
            <a:round/>
            <a:headEnd/>
            <a:tailEnd/>
          </a:ln>
          <a:effectLst>
            <a:outerShdw dist="35921" dir="2700000" algn="ctr" rotWithShape="0">
              <a:schemeClr val="bg2"/>
            </a:outerShdw>
          </a:effectLst>
        </p:spPr>
        <p:txBody>
          <a:bodyPr wrap="none" anchor="ctr"/>
          <a:lstStyle/>
          <a:p>
            <a:pPr algn="ctr">
              <a:spcBef>
                <a:spcPct val="0"/>
              </a:spcBef>
              <a:defRPr/>
            </a:pPr>
            <a:r>
              <a:rPr lang="en-US" sz="2400">
                <a:solidFill>
                  <a:schemeClr val="bg1"/>
                </a:solidFill>
                <a:effectLst>
                  <a:outerShdw blurRad="38100" dist="38100" dir="2700000" algn="tl">
                    <a:srgbClr val="000000"/>
                  </a:outerShdw>
                </a:effectLst>
                <a:latin typeface="Arial" charset="0"/>
                <a:cs typeface="Arial" charset="0"/>
              </a:rPr>
              <a:t>DataTable</a:t>
            </a:r>
          </a:p>
        </p:txBody>
      </p:sp>
      <p:sp>
        <p:nvSpPr>
          <p:cNvPr id="365610" name="AutoShape 42">
            <a:extLst>
              <a:ext uri="{FF2B5EF4-FFF2-40B4-BE49-F238E27FC236}">
                <a16:creationId xmlns:a16="http://schemas.microsoft.com/office/drawing/2014/main" id="{EE2FEC69-A2A7-4AA3-A33D-BF2147EAAFC4}"/>
              </a:ext>
            </a:extLst>
          </p:cNvPr>
          <p:cNvSpPr>
            <a:spLocks noChangeArrowheads="1"/>
          </p:cNvSpPr>
          <p:nvPr/>
        </p:nvSpPr>
        <p:spPr bwMode="auto">
          <a:xfrm>
            <a:off x="6324600" y="1828800"/>
            <a:ext cx="2339975" cy="1905000"/>
          </a:xfrm>
          <a:prstGeom prst="roundRect">
            <a:avLst>
              <a:gd name="adj" fmla="val 16667"/>
            </a:avLst>
          </a:prstGeom>
          <a:solidFill>
            <a:srgbClr val="346898"/>
          </a:solidFill>
          <a:ln w="9525">
            <a:solidFill>
              <a:schemeClr val="bg1"/>
            </a:solidFill>
            <a:round/>
            <a:headEnd/>
            <a:tailEnd/>
          </a:ln>
          <a:effectLst>
            <a:outerShdw dist="35921" dir="2700000" algn="ctr" rotWithShape="0">
              <a:schemeClr val="bg2"/>
            </a:outerShdw>
          </a:effectLst>
        </p:spPr>
        <p:txBody>
          <a:bodyPr wrap="none" anchor="ctr"/>
          <a:lstStyle/>
          <a:p>
            <a:pPr algn="ctr">
              <a:spcBef>
                <a:spcPct val="0"/>
              </a:spcBef>
              <a:defRPr/>
            </a:pPr>
            <a:r>
              <a:rPr lang="en-US" sz="2400">
                <a:solidFill>
                  <a:schemeClr val="bg1"/>
                </a:solidFill>
                <a:effectLst>
                  <a:outerShdw blurRad="38100" dist="38100" dir="2700000" algn="tl">
                    <a:srgbClr val="000000"/>
                  </a:outerShdw>
                </a:effectLst>
                <a:latin typeface="Arial" charset="0"/>
                <a:cs typeface="Arial" charset="0"/>
              </a:rPr>
              <a:t>DataSet</a:t>
            </a:r>
          </a:p>
        </p:txBody>
      </p:sp>
      <p:sp>
        <p:nvSpPr>
          <p:cNvPr id="365611" name="AutoShape 43">
            <a:extLst>
              <a:ext uri="{FF2B5EF4-FFF2-40B4-BE49-F238E27FC236}">
                <a16:creationId xmlns:a16="http://schemas.microsoft.com/office/drawing/2014/main" id="{106D670B-F495-471C-84D0-9EE4269D77AF}"/>
              </a:ext>
            </a:extLst>
          </p:cNvPr>
          <p:cNvSpPr>
            <a:spLocks noChangeArrowheads="1"/>
          </p:cNvSpPr>
          <p:nvPr/>
        </p:nvSpPr>
        <p:spPr bwMode="auto">
          <a:xfrm>
            <a:off x="6705600" y="3048000"/>
            <a:ext cx="914400" cy="533400"/>
          </a:xfrm>
          <a:prstGeom prst="roundRect">
            <a:avLst>
              <a:gd name="adj" fmla="val 16667"/>
            </a:avLst>
          </a:prstGeom>
          <a:gradFill rotWithShape="1">
            <a:gsLst>
              <a:gs pos="0">
                <a:schemeClr val="folHlink"/>
              </a:gs>
              <a:gs pos="100000">
                <a:schemeClr val="folHlink">
                  <a:gamma/>
                  <a:shade val="46275"/>
                  <a:invGamma/>
                </a:schemeClr>
              </a:gs>
            </a:gsLst>
            <a:lin ang="2700000" scaled="1"/>
          </a:gradFill>
          <a:ln w="9525">
            <a:solidFill>
              <a:schemeClr val="bg1"/>
            </a:solidFill>
            <a:round/>
            <a:headEnd/>
            <a:tailEnd/>
          </a:ln>
          <a:effectLst>
            <a:outerShdw dist="35921" dir="2700000" algn="ctr" rotWithShape="0">
              <a:schemeClr val="bg2"/>
            </a:outerShdw>
          </a:effectLst>
        </p:spPr>
        <p:txBody>
          <a:bodyPr wrap="none" anchor="ctr"/>
          <a:lstStyle/>
          <a:p>
            <a:pPr algn="ctr">
              <a:spcBef>
                <a:spcPct val="0"/>
              </a:spcBef>
              <a:defRPr/>
            </a:pPr>
            <a:r>
              <a:rPr lang="en-US" sz="1200">
                <a:solidFill>
                  <a:schemeClr val="bg1"/>
                </a:solidFill>
                <a:effectLst>
                  <a:outerShdw blurRad="38100" dist="38100" dir="2700000" algn="tl">
                    <a:srgbClr val="000000"/>
                  </a:outerShdw>
                </a:effectLst>
                <a:latin typeface="Arial" charset="0"/>
                <a:cs typeface="Arial" charset="0"/>
              </a:rPr>
              <a:t>DataTable</a:t>
            </a:r>
          </a:p>
        </p:txBody>
      </p:sp>
      <p:sp>
        <p:nvSpPr>
          <p:cNvPr id="365612" name="AutoShape 44">
            <a:extLst>
              <a:ext uri="{FF2B5EF4-FFF2-40B4-BE49-F238E27FC236}">
                <a16:creationId xmlns:a16="http://schemas.microsoft.com/office/drawing/2014/main" id="{1C832A8E-4C3D-4BE3-A464-97CE115FF380}"/>
              </a:ext>
            </a:extLst>
          </p:cNvPr>
          <p:cNvSpPr>
            <a:spLocks noChangeArrowheads="1"/>
          </p:cNvSpPr>
          <p:nvPr/>
        </p:nvSpPr>
        <p:spPr bwMode="auto">
          <a:xfrm>
            <a:off x="7239000" y="3124200"/>
            <a:ext cx="914400" cy="533400"/>
          </a:xfrm>
          <a:prstGeom prst="roundRect">
            <a:avLst>
              <a:gd name="adj" fmla="val 16667"/>
            </a:avLst>
          </a:prstGeom>
          <a:gradFill rotWithShape="1">
            <a:gsLst>
              <a:gs pos="0">
                <a:schemeClr val="folHlink"/>
              </a:gs>
              <a:gs pos="100000">
                <a:schemeClr val="folHlink">
                  <a:gamma/>
                  <a:shade val="46275"/>
                  <a:invGamma/>
                </a:schemeClr>
              </a:gs>
            </a:gsLst>
            <a:lin ang="2700000" scaled="1"/>
          </a:gradFill>
          <a:ln w="9525">
            <a:solidFill>
              <a:schemeClr val="bg1"/>
            </a:solidFill>
            <a:round/>
            <a:headEnd/>
            <a:tailEnd/>
          </a:ln>
          <a:effectLst>
            <a:outerShdw dist="35921" dir="2700000" algn="ctr" rotWithShape="0">
              <a:schemeClr val="bg2"/>
            </a:outerShdw>
          </a:effectLst>
        </p:spPr>
        <p:txBody>
          <a:bodyPr wrap="none" anchor="ctr"/>
          <a:lstStyle/>
          <a:p>
            <a:pPr algn="ctr">
              <a:spcBef>
                <a:spcPct val="0"/>
              </a:spcBef>
              <a:defRPr/>
            </a:pPr>
            <a:r>
              <a:rPr lang="en-US" sz="1200">
                <a:solidFill>
                  <a:schemeClr val="bg1"/>
                </a:solidFill>
                <a:effectLst>
                  <a:outerShdw blurRad="38100" dist="38100" dir="2700000" algn="tl">
                    <a:srgbClr val="000000"/>
                  </a:outerShdw>
                </a:effectLst>
                <a:latin typeface="Arial" charset="0"/>
                <a:cs typeface="Arial" charset="0"/>
              </a:rPr>
              <a:t>DataTable</a:t>
            </a:r>
          </a:p>
        </p:txBody>
      </p:sp>
      <p:sp>
        <p:nvSpPr>
          <p:cNvPr id="44046" name="Line 45">
            <a:extLst>
              <a:ext uri="{FF2B5EF4-FFF2-40B4-BE49-F238E27FC236}">
                <a16:creationId xmlns:a16="http://schemas.microsoft.com/office/drawing/2014/main" id="{D0FB0C96-5E8E-466E-9D14-2B9AD8B02FC1}"/>
              </a:ext>
            </a:extLst>
          </p:cNvPr>
          <p:cNvSpPr>
            <a:spLocks noChangeShapeType="1"/>
          </p:cNvSpPr>
          <p:nvPr/>
        </p:nvSpPr>
        <p:spPr bwMode="auto">
          <a:xfrm flipH="1">
            <a:off x="6324600" y="3581400"/>
            <a:ext cx="914400" cy="762000"/>
          </a:xfrm>
          <a:prstGeom prst="line">
            <a:avLst/>
          </a:prstGeom>
          <a:noFill/>
          <a:ln w="2857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4047" name="Line 46">
            <a:extLst>
              <a:ext uri="{FF2B5EF4-FFF2-40B4-BE49-F238E27FC236}">
                <a16:creationId xmlns:a16="http://schemas.microsoft.com/office/drawing/2014/main" id="{7EB35BDB-E83C-42DC-84B2-F504841C3FF8}"/>
              </a:ext>
            </a:extLst>
          </p:cNvPr>
          <p:cNvSpPr>
            <a:spLocks noChangeShapeType="1"/>
          </p:cNvSpPr>
          <p:nvPr/>
        </p:nvSpPr>
        <p:spPr bwMode="auto">
          <a:xfrm>
            <a:off x="8153400" y="3581400"/>
            <a:ext cx="381000" cy="609600"/>
          </a:xfrm>
          <a:prstGeom prst="line">
            <a:avLst/>
          </a:prstGeom>
          <a:noFill/>
          <a:ln w="2857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4048" name="AutoShape 47">
            <a:extLst>
              <a:ext uri="{FF2B5EF4-FFF2-40B4-BE49-F238E27FC236}">
                <a16:creationId xmlns:a16="http://schemas.microsoft.com/office/drawing/2014/main" id="{6A079FDB-1685-4A76-9B60-E6B50896333B}"/>
              </a:ext>
            </a:extLst>
          </p:cNvPr>
          <p:cNvSpPr>
            <a:spLocks noChangeArrowheads="1"/>
          </p:cNvSpPr>
          <p:nvPr/>
        </p:nvSpPr>
        <p:spPr bwMode="auto">
          <a:xfrm>
            <a:off x="5181600" y="4760913"/>
            <a:ext cx="914400" cy="42068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1">
            <a:gsLst>
              <a:gs pos="0">
                <a:srgbClr val="FF0000"/>
              </a:gs>
              <a:gs pos="100000">
                <a:srgbClr val="760000"/>
              </a:gs>
            </a:gsLst>
            <a:lin ang="0" scaled="1"/>
          </a:gradFill>
          <a:ln w="9525">
            <a:solidFill>
              <a:schemeClr val="tx1"/>
            </a:solidFill>
            <a:miter lim="800000"/>
            <a:headEnd/>
            <a:tailEnd/>
          </a:ln>
        </p:spPr>
        <p:txBody>
          <a:bodyPr wrap="none" anchor="ctr"/>
          <a:lstStyle/>
          <a:p>
            <a:endParaRPr lang="en-US"/>
          </a:p>
        </p:txBody>
      </p:sp>
      <p:sp>
        <p:nvSpPr>
          <p:cNvPr id="44049" name="AutoShape 48">
            <a:extLst>
              <a:ext uri="{FF2B5EF4-FFF2-40B4-BE49-F238E27FC236}">
                <a16:creationId xmlns:a16="http://schemas.microsoft.com/office/drawing/2014/main" id="{894B492D-EE05-4BDD-B8FA-100077ADCAD1}"/>
              </a:ext>
            </a:extLst>
          </p:cNvPr>
          <p:cNvSpPr>
            <a:spLocks noChangeArrowheads="1"/>
          </p:cNvSpPr>
          <p:nvPr/>
        </p:nvSpPr>
        <p:spPr bwMode="auto">
          <a:xfrm rot="10800000">
            <a:off x="5181600" y="4416425"/>
            <a:ext cx="914400" cy="420688"/>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1">
            <a:gsLst>
              <a:gs pos="0">
                <a:srgbClr val="0000FF"/>
              </a:gs>
              <a:gs pos="100000">
                <a:srgbClr val="000076"/>
              </a:gs>
            </a:gsLst>
            <a:lin ang="0" scaled="1"/>
          </a:gradFill>
          <a:ln w="9525">
            <a:solidFill>
              <a:schemeClr val="tx1"/>
            </a:solidFill>
            <a:miter lim="800000"/>
            <a:headEnd/>
            <a:tailEnd/>
          </a:ln>
        </p:spPr>
        <p:txBody>
          <a:bodyPr wrap="none" anchor="ctr"/>
          <a:lstStyle/>
          <a:p>
            <a:endParaRPr lang="en-US"/>
          </a:p>
        </p:txBody>
      </p:sp>
      <p:sp>
        <p:nvSpPr>
          <p:cNvPr id="44050" name="AutoShape 49">
            <a:extLst>
              <a:ext uri="{FF2B5EF4-FFF2-40B4-BE49-F238E27FC236}">
                <a16:creationId xmlns:a16="http://schemas.microsoft.com/office/drawing/2014/main" id="{E6275754-7383-42F1-88DD-C00D80C918B7}"/>
              </a:ext>
            </a:extLst>
          </p:cNvPr>
          <p:cNvSpPr>
            <a:spLocks noChangeArrowheads="1"/>
          </p:cNvSpPr>
          <p:nvPr/>
        </p:nvSpPr>
        <p:spPr bwMode="auto">
          <a:xfrm>
            <a:off x="5181600" y="2859088"/>
            <a:ext cx="914400" cy="42068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1">
            <a:gsLst>
              <a:gs pos="0">
                <a:srgbClr val="FF0000"/>
              </a:gs>
              <a:gs pos="100000">
                <a:srgbClr val="760000"/>
              </a:gs>
            </a:gsLst>
            <a:lin ang="0" scaled="1"/>
          </a:gradFill>
          <a:ln w="9525">
            <a:solidFill>
              <a:schemeClr val="tx1"/>
            </a:solidFill>
            <a:miter lim="800000"/>
            <a:headEnd/>
            <a:tailEnd/>
          </a:ln>
        </p:spPr>
        <p:txBody>
          <a:bodyPr wrap="none" anchor="ctr"/>
          <a:lstStyle/>
          <a:p>
            <a:endParaRPr lang="en-US"/>
          </a:p>
        </p:txBody>
      </p:sp>
      <p:sp>
        <p:nvSpPr>
          <p:cNvPr id="44051" name="AutoShape 50">
            <a:extLst>
              <a:ext uri="{FF2B5EF4-FFF2-40B4-BE49-F238E27FC236}">
                <a16:creationId xmlns:a16="http://schemas.microsoft.com/office/drawing/2014/main" id="{591BC871-3AA9-469E-8F54-E553762856C2}"/>
              </a:ext>
            </a:extLst>
          </p:cNvPr>
          <p:cNvSpPr>
            <a:spLocks noChangeArrowheads="1"/>
          </p:cNvSpPr>
          <p:nvPr/>
        </p:nvSpPr>
        <p:spPr bwMode="auto">
          <a:xfrm rot="10800000">
            <a:off x="5181600" y="2438400"/>
            <a:ext cx="914400" cy="420688"/>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1">
            <a:gsLst>
              <a:gs pos="0">
                <a:srgbClr val="0000FF"/>
              </a:gs>
              <a:gs pos="100000">
                <a:srgbClr val="000076"/>
              </a:gs>
            </a:gsLst>
            <a:lin ang="0" scaled="1"/>
          </a:gradFill>
          <a:ln w="9525">
            <a:solidFill>
              <a:schemeClr val="tx1"/>
            </a:solidFill>
            <a:miter lim="800000"/>
            <a:headEnd/>
            <a:tailEnd/>
          </a:ln>
        </p:spPr>
        <p:txBody>
          <a:bodyPr wrap="none" anchor="ctr"/>
          <a:lstStyle/>
          <a:p>
            <a:endParaRPr lang="en-US"/>
          </a:p>
        </p:txBody>
      </p:sp>
      <p:sp>
        <p:nvSpPr>
          <p:cNvPr id="365621" name="Rectangle 53">
            <a:extLst>
              <a:ext uri="{FF2B5EF4-FFF2-40B4-BE49-F238E27FC236}">
                <a16:creationId xmlns:a16="http://schemas.microsoft.com/office/drawing/2014/main" id="{308EC60A-1813-4AAB-8EE9-377810299333}"/>
              </a:ext>
            </a:extLst>
          </p:cNvPr>
          <p:cNvSpPr>
            <a:spLocks noChangeArrowheads="1"/>
          </p:cNvSpPr>
          <p:nvPr/>
        </p:nvSpPr>
        <p:spPr bwMode="auto">
          <a:xfrm>
            <a:off x="609600" y="1371600"/>
            <a:ext cx="1295400" cy="701675"/>
          </a:xfrm>
          <a:prstGeom prst="rect">
            <a:avLst/>
          </a:prstGeom>
          <a:noFill/>
          <a:ln w="9525">
            <a:noFill/>
            <a:miter lim="800000"/>
            <a:headEnd/>
            <a:tailEnd/>
          </a:ln>
          <a:effectLst/>
        </p:spPr>
        <p:txBody>
          <a:bodyPr>
            <a:spAutoFit/>
          </a:bodyPr>
          <a:lstStyle/>
          <a:p>
            <a:pPr algn="ctr">
              <a:spcBef>
                <a:spcPct val="0"/>
              </a:spcBef>
              <a:defRPr/>
            </a:pPr>
            <a:r>
              <a:rPr lang="es-ES" sz="2000">
                <a:solidFill>
                  <a:schemeClr val="bg1"/>
                </a:solidFill>
                <a:latin typeface="Arial" charset="0"/>
                <a:cs typeface="Arial" charset="0"/>
              </a:rPr>
              <a:t>Origen de Datos</a:t>
            </a:r>
            <a:endParaRPr lang="es-ES" sz="2000">
              <a:solidFill>
                <a:schemeClr val="bg1"/>
              </a:solidFill>
              <a:effectLst>
                <a:outerShdw blurRad="38100" dist="38100" dir="2700000" algn="tl">
                  <a:srgbClr val="C0C0C0"/>
                </a:outerShdw>
              </a:effectLst>
              <a:latin typeface="Arial" charset="0"/>
              <a:cs typeface="Arial" charset="0"/>
            </a:endParaRPr>
          </a:p>
        </p:txBody>
      </p:sp>
      <p:sp>
        <p:nvSpPr>
          <p:cNvPr id="365622" name="Rectangle 54">
            <a:extLst>
              <a:ext uri="{FF2B5EF4-FFF2-40B4-BE49-F238E27FC236}">
                <a16:creationId xmlns:a16="http://schemas.microsoft.com/office/drawing/2014/main" id="{C2053062-B377-4D39-8131-70FC5406E89C}"/>
              </a:ext>
            </a:extLst>
          </p:cNvPr>
          <p:cNvSpPr>
            <a:spLocks noChangeArrowheads="1"/>
          </p:cNvSpPr>
          <p:nvPr/>
        </p:nvSpPr>
        <p:spPr bwMode="auto">
          <a:xfrm>
            <a:off x="3276600" y="1371600"/>
            <a:ext cx="1524000" cy="396875"/>
          </a:xfrm>
          <a:prstGeom prst="rect">
            <a:avLst/>
          </a:prstGeom>
          <a:noFill/>
          <a:ln w="9525">
            <a:noFill/>
            <a:miter lim="800000"/>
            <a:headEnd/>
            <a:tailEnd/>
          </a:ln>
          <a:effectLst/>
        </p:spPr>
        <p:txBody>
          <a:bodyPr>
            <a:spAutoFit/>
          </a:bodyPr>
          <a:lstStyle/>
          <a:p>
            <a:pPr algn="ctr">
              <a:spcBef>
                <a:spcPct val="0"/>
              </a:spcBef>
              <a:defRPr/>
            </a:pPr>
            <a:r>
              <a:rPr lang="es-ES" sz="2000">
                <a:solidFill>
                  <a:schemeClr val="bg1"/>
                </a:solidFill>
                <a:latin typeface="Arial" charset="0"/>
                <a:cs typeface="Arial" charset="0"/>
              </a:rPr>
              <a:t>Adaptador</a:t>
            </a:r>
            <a:endParaRPr lang="es-ES" sz="2000">
              <a:solidFill>
                <a:schemeClr val="bg1"/>
              </a:solidFill>
              <a:effectLst>
                <a:outerShdw blurRad="38100" dist="38100" dir="2700000" algn="tl">
                  <a:srgbClr val="C0C0C0"/>
                </a:outerShdw>
              </a:effectLst>
              <a:latin typeface="Arial" charset="0"/>
              <a:cs typeface="Arial" charset="0"/>
            </a:endParaRPr>
          </a:p>
        </p:txBody>
      </p:sp>
      <p:sp>
        <p:nvSpPr>
          <p:cNvPr id="365623" name="Rectangle 55">
            <a:extLst>
              <a:ext uri="{FF2B5EF4-FFF2-40B4-BE49-F238E27FC236}">
                <a16:creationId xmlns:a16="http://schemas.microsoft.com/office/drawing/2014/main" id="{A3B3F477-8E77-4BCA-BA60-A5F379E01F0C}"/>
              </a:ext>
            </a:extLst>
          </p:cNvPr>
          <p:cNvSpPr>
            <a:spLocks noChangeArrowheads="1"/>
          </p:cNvSpPr>
          <p:nvPr/>
        </p:nvSpPr>
        <p:spPr bwMode="auto">
          <a:xfrm>
            <a:off x="5943600" y="1066800"/>
            <a:ext cx="3048000" cy="701675"/>
          </a:xfrm>
          <a:prstGeom prst="rect">
            <a:avLst/>
          </a:prstGeom>
          <a:noFill/>
          <a:ln w="9525">
            <a:noFill/>
            <a:miter lim="800000"/>
            <a:headEnd/>
            <a:tailEnd/>
          </a:ln>
          <a:effectLst/>
        </p:spPr>
        <p:txBody>
          <a:bodyPr>
            <a:spAutoFit/>
          </a:bodyPr>
          <a:lstStyle/>
          <a:p>
            <a:pPr algn="ctr">
              <a:spcBef>
                <a:spcPct val="0"/>
              </a:spcBef>
              <a:defRPr/>
            </a:pPr>
            <a:r>
              <a:rPr lang="es-ES" sz="2000">
                <a:solidFill>
                  <a:schemeClr val="bg1"/>
                </a:solidFill>
                <a:latin typeface="Arial" charset="0"/>
                <a:cs typeface="Arial" charset="0"/>
              </a:rPr>
              <a:t>Conjunto de Resultados</a:t>
            </a:r>
            <a:endParaRPr lang="es-ES" sz="2000">
              <a:solidFill>
                <a:schemeClr val="bg1"/>
              </a:solidFill>
              <a:effectLst>
                <a:outerShdw blurRad="38100" dist="38100" dir="2700000" algn="tl">
                  <a:srgbClr val="C0C0C0"/>
                </a:outerShdw>
              </a:effectLst>
              <a:latin typeface="Arial" charset="0"/>
              <a:cs typeface="Arial"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F1880B5-A2F9-4241-8397-D40A6E9F895B}"/>
              </a:ext>
            </a:extLst>
          </p:cNvPr>
          <p:cNvSpPr>
            <a:spLocks noGrp="1" noChangeArrowheads="1"/>
          </p:cNvSpPr>
          <p:nvPr>
            <p:ph type="title"/>
          </p:nvPr>
        </p:nvSpPr>
        <p:spPr>
          <a:xfrm>
            <a:off x="460374" y="-2"/>
            <a:ext cx="8455025" cy="740664"/>
          </a:xfrm>
        </p:spPr>
        <p:txBody>
          <a:bodyPr/>
          <a:lstStyle/>
          <a:p>
            <a:pPr eaLnBrk="1" hangingPunct="1"/>
            <a:r>
              <a:rPr lang="es-AR" altLang="en-US" sz="3600" dirty="0"/>
              <a:t>Objeto </a:t>
            </a:r>
            <a:r>
              <a:rPr lang="es-AR" altLang="en-US" sz="3600" dirty="0" err="1"/>
              <a:t>DataAdapter</a:t>
            </a:r>
            <a:r>
              <a:rPr lang="es-AR" altLang="en-US" sz="3600" dirty="0"/>
              <a:t> – Ejemplo </a:t>
            </a:r>
            <a:r>
              <a:rPr lang="es-AR" altLang="en-US" sz="3600" dirty="0" err="1"/>
              <a:t>Update</a:t>
            </a:r>
            <a:endParaRPr lang="es-AR" altLang="en-US" sz="3600" dirty="0"/>
          </a:p>
        </p:txBody>
      </p:sp>
      <p:sp>
        <p:nvSpPr>
          <p:cNvPr id="45059" name="Rectangle 3">
            <a:extLst>
              <a:ext uri="{FF2B5EF4-FFF2-40B4-BE49-F238E27FC236}">
                <a16:creationId xmlns:a16="http://schemas.microsoft.com/office/drawing/2014/main" id="{DB2D3A24-9E5D-4CE8-B708-5F7AB1E980FD}"/>
              </a:ext>
            </a:extLst>
          </p:cNvPr>
          <p:cNvSpPr>
            <a:spLocks noGrp="1" noChangeArrowheads="1"/>
          </p:cNvSpPr>
          <p:nvPr>
            <p:ph type="body" idx="1"/>
          </p:nvPr>
        </p:nvSpPr>
        <p:spPr/>
        <p:txBody>
          <a:bodyPr/>
          <a:lstStyle/>
          <a:p>
            <a:pPr eaLnBrk="1" hangingPunct="1"/>
            <a:r>
              <a:rPr lang="es-AR" altLang="en-US" dirty="0" err="1"/>
              <a:t>DataAdapter.</a:t>
            </a:r>
            <a:r>
              <a:rPr lang="es-AR" altLang="en-US" b="1" dirty="0" err="1">
                <a:solidFill>
                  <a:srgbClr val="0070C0"/>
                </a:solidFill>
              </a:rPr>
              <a:t>Update</a:t>
            </a:r>
            <a:r>
              <a:rPr lang="es-AR" altLang="en-US" dirty="0"/>
              <a:t>(</a:t>
            </a:r>
            <a:r>
              <a:rPr lang="es-AR" altLang="en-US" dirty="0" err="1"/>
              <a:t>DataTable</a:t>
            </a:r>
            <a:r>
              <a:rPr lang="es-AR" altLang="en-US" dirty="0"/>
              <a:t>)</a:t>
            </a:r>
          </a:p>
        </p:txBody>
      </p:sp>
      <p:pic>
        <p:nvPicPr>
          <p:cNvPr id="45061" name="Picture 7">
            <a:extLst>
              <a:ext uri="{FF2B5EF4-FFF2-40B4-BE49-F238E27FC236}">
                <a16:creationId xmlns:a16="http://schemas.microsoft.com/office/drawing/2014/main" id="{079B2D9C-479C-4F07-A55C-949536CC4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133600"/>
            <a:ext cx="4664075" cy="2470150"/>
          </a:xfrm>
          <a:prstGeom prst="rect">
            <a:avLst/>
          </a:prstGeom>
          <a:noFill/>
          <a:ln w="38100">
            <a:solidFill>
              <a:schemeClr val="bg2"/>
            </a:solidFill>
            <a:miter lim="800000"/>
            <a:headEnd/>
            <a:tailEnd/>
          </a:ln>
          <a:effectLst>
            <a:outerShdw dist="35921"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pic>
        <p:nvPicPr>
          <p:cNvPr id="45062" name="Picture 8">
            <a:extLst>
              <a:ext uri="{FF2B5EF4-FFF2-40B4-BE49-F238E27FC236}">
                <a16:creationId xmlns:a16="http://schemas.microsoft.com/office/drawing/2014/main" id="{B1FDCF21-B720-4CC1-A185-AF6AA3AA9A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2488" y="3975100"/>
            <a:ext cx="4329112" cy="2693988"/>
          </a:xfrm>
          <a:prstGeom prst="rect">
            <a:avLst/>
          </a:prstGeom>
          <a:solidFill>
            <a:schemeClr val="bg2"/>
          </a:solidFill>
          <a:ln w="38100">
            <a:solidFill>
              <a:schemeClr val="bg2"/>
            </a:solidFill>
            <a:miter lim="800000"/>
            <a:headEnd/>
            <a:tailEnd/>
          </a:ln>
          <a:effectLst>
            <a:outerShdw dist="35921" dir="2700000" algn="ctr" rotWithShape="0">
              <a:schemeClr val="bg2">
                <a:alpha val="50000"/>
              </a:schemeClr>
            </a:outerShdw>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111781BB-A93F-4EEB-8784-DB40547FBC79}"/>
              </a:ext>
            </a:extLst>
          </p:cNvPr>
          <p:cNvSpPr>
            <a:spLocks noGrp="1" noChangeArrowheads="1"/>
          </p:cNvSpPr>
          <p:nvPr>
            <p:ph type="title"/>
          </p:nvPr>
        </p:nvSpPr>
        <p:spPr/>
        <p:txBody>
          <a:bodyPr/>
          <a:lstStyle/>
          <a:p>
            <a:pPr eaLnBrk="1" hangingPunct="1"/>
            <a:r>
              <a:rPr lang="es-AR" altLang="en-US"/>
              <a:t>DataBinding (Data Sources)</a:t>
            </a:r>
          </a:p>
        </p:txBody>
      </p:sp>
      <p:sp>
        <p:nvSpPr>
          <p:cNvPr id="46083" name="Rectangle 3">
            <a:extLst>
              <a:ext uri="{FF2B5EF4-FFF2-40B4-BE49-F238E27FC236}">
                <a16:creationId xmlns:a16="http://schemas.microsoft.com/office/drawing/2014/main" id="{C5FDA52F-738A-4DD2-A81D-E9D538DB238D}"/>
              </a:ext>
            </a:extLst>
          </p:cNvPr>
          <p:cNvSpPr>
            <a:spLocks noGrp="1" noChangeArrowheads="1"/>
          </p:cNvSpPr>
          <p:nvPr>
            <p:ph type="body" idx="1"/>
          </p:nvPr>
        </p:nvSpPr>
        <p:spPr/>
        <p:txBody>
          <a:bodyPr/>
          <a:lstStyle/>
          <a:p>
            <a:pPr eaLnBrk="1" hangingPunct="1"/>
            <a:r>
              <a:rPr lang="es-AR" altLang="en-US" sz="2800"/>
              <a:t>Mecanismo de Enlaces entre Objetos contenedores de datos (DataSet, WebService, DataBase) y los Controles WinForms</a:t>
            </a:r>
          </a:p>
          <a:p>
            <a:pPr eaLnBrk="1" hangingPunct="1"/>
            <a:r>
              <a:rPr lang="es-AR" altLang="en-US" sz="2800"/>
              <a:t>Operaciones automatizadas</a:t>
            </a:r>
          </a:p>
          <a:p>
            <a:pPr eaLnBrk="1" hangingPunct="1"/>
            <a:r>
              <a:rPr lang="es-AR" altLang="en-US" sz="2800"/>
              <a:t>No requiere escribir código</a:t>
            </a:r>
          </a:p>
          <a:p>
            <a:pPr eaLnBrk="1" hangingPunct="1"/>
            <a:r>
              <a:rPr lang="es-AR" altLang="en-US" sz="2800"/>
              <a:t>Permite Navegación, Edición de registros</a:t>
            </a:r>
          </a:p>
          <a:p>
            <a:pPr eaLnBrk="1" hangingPunct="1"/>
            <a:r>
              <a:rPr lang="es-AR" altLang="en-US" sz="2800"/>
              <a:t>Múltiples Origenes de Datos:</a:t>
            </a:r>
          </a:p>
          <a:p>
            <a:pPr lvl="1" eaLnBrk="1" hangingPunct="1"/>
            <a:r>
              <a:rPr lang="es-AR" altLang="en-US" sz="2400"/>
              <a:t>DataSet</a:t>
            </a:r>
          </a:p>
          <a:p>
            <a:pPr lvl="1" eaLnBrk="1" hangingPunct="1"/>
            <a:r>
              <a:rPr lang="es-AR" altLang="en-US" sz="2400"/>
              <a:t>Web Service’s</a:t>
            </a:r>
          </a:p>
          <a:p>
            <a:pPr lvl="1" eaLnBrk="1" hangingPunct="1"/>
            <a:r>
              <a:rPr lang="es-AR" altLang="en-US" sz="2400"/>
              <a:t>DataBase</a:t>
            </a:r>
          </a:p>
          <a:p>
            <a:pPr eaLnBrk="1" hangingPunct="1"/>
            <a:r>
              <a:rPr lang="es-AR" altLang="en-US" sz="2800"/>
              <a:t>Se Establece en tiempo de Diseño</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6F7C9CF-349F-4C1A-B1E9-669667D9CCD7}"/>
              </a:ext>
            </a:extLst>
          </p:cNvPr>
          <p:cNvSpPr>
            <a:spLocks noGrp="1" noChangeArrowheads="1"/>
          </p:cNvSpPr>
          <p:nvPr>
            <p:ph type="title"/>
          </p:nvPr>
        </p:nvSpPr>
        <p:spPr>
          <a:xfrm>
            <a:off x="460374" y="-2"/>
            <a:ext cx="8455025" cy="740664"/>
          </a:xfrm>
        </p:spPr>
        <p:txBody>
          <a:bodyPr/>
          <a:lstStyle/>
          <a:p>
            <a:pPr eaLnBrk="1" hangingPunct="1"/>
            <a:r>
              <a:rPr lang="es-AR" altLang="en-US" sz="3600" dirty="0" err="1"/>
              <a:t>DataBinding</a:t>
            </a:r>
            <a:r>
              <a:rPr lang="es-AR" altLang="en-US" sz="3600" dirty="0"/>
              <a:t> (Data </a:t>
            </a:r>
            <a:r>
              <a:rPr lang="es-AR" altLang="en-US" sz="3600" dirty="0" err="1"/>
              <a:t>Sources</a:t>
            </a:r>
            <a:r>
              <a:rPr lang="es-AR" altLang="en-US" sz="3600" dirty="0"/>
              <a:t>) - Ejemplo</a:t>
            </a:r>
          </a:p>
        </p:txBody>
      </p:sp>
      <p:pic>
        <p:nvPicPr>
          <p:cNvPr id="47108" name="Picture 13">
            <a:extLst>
              <a:ext uri="{FF2B5EF4-FFF2-40B4-BE49-F238E27FC236}">
                <a16:creationId xmlns:a16="http://schemas.microsoft.com/office/drawing/2014/main" id="{013248DA-2AA8-4AD5-9759-A7E1DABA98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90" t="3784" r="21791" b="6674"/>
          <a:stretch>
            <a:fillRect/>
          </a:stretch>
        </p:blipFill>
        <p:spPr bwMode="auto">
          <a:xfrm>
            <a:off x="685800" y="1125538"/>
            <a:ext cx="7620000" cy="5410200"/>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47109" name="Oval 14">
            <a:extLst>
              <a:ext uri="{FF2B5EF4-FFF2-40B4-BE49-F238E27FC236}">
                <a16:creationId xmlns:a16="http://schemas.microsoft.com/office/drawing/2014/main" id="{525C22C5-34B6-4432-931B-6F06E6D0E225}"/>
              </a:ext>
            </a:extLst>
          </p:cNvPr>
          <p:cNvSpPr>
            <a:spLocks noChangeArrowheads="1"/>
          </p:cNvSpPr>
          <p:nvPr/>
        </p:nvSpPr>
        <p:spPr bwMode="auto">
          <a:xfrm>
            <a:off x="3581400" y="5849938"/>
            <a:ext cx="1371600" cy="609600"/>
          </a:xfrm>
          <a:prstGeom prst="ellipse">
            <a:avLst/>
          </a:prstGeom>
          <a:noFill/>
          <a:ln w="57150" cap="rnd">
            <a:solidFill>
              <a:schemeClr val="folHlink"/>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endParaRPr lang="en-US" altLang="en-US"/>
          </a:p>
        </p:txBody>
      </p:sp>
      <p:sp>
        <p:nvSpPr>
          <p:cNvPr id="47110" name="Oval 15">
            <a:extLst>
              <a:ext uri="{FF2B5EF4-FFF2-40B4-BE49-F238E27FC236}">
                <a16:creationId xmlns:a16="http://schemas.microsoft.com/office/drawing/2014/main" id="{AFD457A5-B262-4081-BF5F-BAED38F0EC97}"/>
              </a:ext>
            </a:extLst>
          </p:cNvPr>
          <p:cNvSpPr>
            <a:spLocks noChangeArrowheads="1"/>
          </p:cNvSpPr>
          <p:nvPr/>
        </p:nvSpPr>
        <p:spPr bwMode="auto">
          <a:xfrm>
            <a:off x="5029200" y="5849938"/>
            <a:ext cx="2362200" cy="609600"/>
          </a:xfrm>
          <a:prstGeom prst="ellipse">
            <a:avLst/>
          </a:prstGeom>
          <a:noFill/>
          <a:ln w="57150" cap="rnd">
            <a:solidFill>
              <a:schemeClr val="folHlink"/>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rgbClr val="FFCC00"/>
                </a:solidFill>
                <a:latin typeface="Arial" panose="020B0604020202020204" pitchFamily="34" charset="0"/>
                <a:cs typeface="Arial" panose="020B0604020202020204" pitchFamily="34" charset="0"/>
              </a:defRPr>
            </a:lvl1pPr>
            <a:lvl2pPr marL="742950" indent="-285750" eaLnBrk="0" hangingPunct="0">
              <a:defRPr b="1">
                <a:solidFill>
                  <a:srgbClr val="FFCC00"/>
                </a:solidFill>
                <a:latin typeface="Arial" panose="020B0604020202020204" pitchFamily="34" charset="0"/>
                <a:cs typeface="Arial" panose="020B0604020202020204" pitchFamily="34" charset="0"/>
              </a:defRPr>
            </a:lvl2pPr>
            <a:lvl3pPr marL="1143000" indent="-228600" eaLnBrk="0" hangingPunct="0">
              <a:defRPr b="1">
                <a:solidFill>
                  <a:srgbClr val="FFCC00"/>
                </a:solidFill>
                <a:latin typeface="Arial" panose="020B0604020202020204" pitchFamily="34" charset="0"/>
                <a:cs typeface="Arial" panose="020B0604020202020204" pitchFamily="34" charset="0"/>
              </a:defRPr>
            </a:lvl3pPr>
            <a:lvl4pPr marL="1600200" indent="-228600" eaLnBrk="0" hangingPunct="0">
              <a:defRPr b="1">
                <a:solidFill>
                  <a:srgbClr val="FFCC00"/>
                </a:solidFill>
                <a:latin typeface="Arial" panose="020B0604020202020204" pitchFamily="34" charset="0"/>
                <a:cs typeface="Arial" panose="020B0604020202020204" pitchFamily="34" charset="0"/>
              </a:defRPr>
            </a:lvl4pPr>
            <a:lvl5pPr marL="2057400" indent="-228600" eaLnBrk="0" hangingPunct="0">
              <a:defRPr b="1">
                <a:solidFill>
                  <a:srgbClr val="FFCC00"/>
                </a:solidFill>
                <a:latin typeface="Arial" panose="020B0604020202020204" pitchFamily="34" charset="0"/>
                <a:cs typeface="Arial" panose="020B0604020202020204" pitchFamily="34" charset="0"/>
              </a:defRPr>
            </a:lvl5pPr>
            <a:lvl6pPr marL="25146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6pPr>
            <a:lvl7pPr marL="29718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7pPr>
            <a:lvl8pPr marL="34290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8pPr>
            <a:lvl9pPr marL="3886200" indent="-228600" eaLnBrk="0" fontAlgn="base" hangingPunct="0">
              <a:spcBef>
                <a:spcPct val="50000"/>
              </a:spcBef>
              <a:spcAft>
                <a:spcPct val="0"/>
              </a:spcAft>
              <a:defRPr b="1">
                <a:solidFill>
                  <a:srgbClr val="FFCC00"/>
                </a:solidFill>
                <a:latin typeface="Arial" panose="020B0604020202020204" pitchFamily="34" charset="0"/>
                <a:cs typeface="Arial" panose="020B0604020202020204" pitchFamily="34" charset="0"/>
              </a:defRPr>
            </a:lvl9pPr>
          </a:lstStyle>
          <a:p>
            <a:pPr eaLnBrk="1" hangingPunct="1"/>
            <a:endParaRPr lang="en-US" altLang="en-US"/>
          </a:p>
        </p:txBody>
      </p:sp>
      <p:pic>
        <p:nvPicPr>
          <p:cNvPr id="367632" name="Picture 16">
            <a:extLst>
              <a:ext uri="{FF2B5EF4-FFF2-40B4-BE49-F238E27FC236}">
                <a16:creationId xmlns:a16="http://schemas.microsoft.com/office/drawing/2014/main" id="{9794BAA2-17E7-4997-A834-7ABFEED7AE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9225" y="1535113"/>
            <a:ext cx="6581775"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7633" name="Freeform 17">
            <a:extLst>
              <a:ext uri="{FF2B5EF4-FFF2-40B4-BE49-F238E27FC236}">
                <a16:creationId xmlns:a16="http://schemas.microsoft.com/office/drawing/2014/main" id="{F8AE63B4-DE17-4403-AE2D-61A49CECBDF0}"/>
              </a:ext>
            </a:extLst>
          </p:cNvPr>
          <p:cNvSpPr>
            <a:spLocks/>
          </p:cNvSpPr>
          <p:nvPr/>
        </p:nvSpPr>
        <p:spPr bwMode="auto">
          <a:xfrm>
            <a:off x="2286000" y="2039938"/>
            <a:ext cx="3048000" cy="1371600"/>
          </a:xfrm>
          <a:custGeom>
            <a:avLst/>
            <a:gdLst>
              <a:gd name="T0" fmla="*/ 0 w 2304"/>
              <a:gd name="T1" fmla="*/ 0 h 856"/>
              <a:gd name="T2" fmla="*/ 2147483647 w 2304"/>
              <a:gd name="T3" fmla="*/ 2147483647 h 856"/>
              <a:gd name="T4" fmla="*/ 2147483647 w 2304"/>
              <a:gd name="T5" fmla="*/ 2147483647 h 856"/>
              <a:gd name="T6" fmla="*/ 2147483647 w 2304"/>
              <a:gd name="T7" fmla="*/ 2147483647 h 856"/>
              <a:gd name="T8" fmla="*/ 2147483647 w 2304"/>
              <a:gd name="T9" fmla="*/ 2147483647 h 856"/>
              <a:gd name="T10" fmla="*/ 0 60000 65536"/>
              <a:gd name="T11" fmla="*/ 0 60000 65536"/>
              <a:gd name="T12" fmla="*/ 0 60000 65536"/>
              <a:gd name="T13" fmla="*/ 0 60000 65536"/>
              <a:gd name="T14" fmla="*/ 0 60000 65536"/>
              <a:gd name="T15" fmla="*/ 0 w 2304"/>
              <a:gd name="T16" fmla="*/ 0 h 856"/>
              <a:gd name="T17" fmla="*/ 2304 w 2304"/>
              <a:gd name="T18" fmla="*/ 856 h 856"/>
            </a:gdLst>
            <a:ahLst/>
            <a:cxnLst>
              <a:cxn ang="T10">
                <a:pos x="T0" y="T1"/>
              </a:cxn>
              <a:cxn ang="T11">
                <a:pos x="T2" y="T3"/>
              </a:cxn>
              <a:cxn ang="T12">
                <a:pos x="T4" y="T5"/>
              </a:cxn>
              <a:cxn ang="T13">
                <a:pos x="T6" y="T7"/>
              </a:cxn>
              <a:cxn ang="T14">
                <a:pos x="T8" y="T9"/>
              </a:cxn>
            </a:cxnLst>
            <a:rect l="T15" t="T16" r="T17" b="T18"/>
            <a:pathLst>
              <a:path w="2304" h="856">
                <a:moveTo>
                  <a:pt x="0" y="0"/>
                </a:moveTo>
                <a:cubicBezTo>
                  <a:pt x="200" y="292"/>
                  <a:pt x="400" y="584"/>
                  <a:pt x="720" y="720"/>
                </a:cubicBezTo>
                <a:cubicBezTo>
                  <a:pt x="1040" y="856"/>
                  <a:pt x="1680" y="800"/>
                  <a:pt x="1920" y="816"/>
                </a:cubicBezTo>
                <a:cubicBezTo>
                  <a:pt x="2160" y="832"/>
                  <a:pt x="2096" y="816"/>
                  <a:pt x="2160" y="816"/>
                </a:cubicBezTo>
                <a:cubicBezTo>
                  <a:pt x="2224" y="816"/>
                  <a:pt x="2264" y="816"/>
                  <a:pt x="2304" y="816"/>
                </a:cubicBezTo>
              </a:path>
            </a:pathLst>
          </a:custGeom>
          <a:noFill/>
          <a:ln w="38100">
            <a:solidFill>
              <a:schemeClr val="folHlink"/>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67633"/>
                                        </p:tgtEl>
                                        <p:attrNameLst>
                                          <p:attrName>style.visibility</p:attrName>
                                        </p:attrNameLst>
                                      </p:cBhvr>
                                      <p:to>
                                        <p:strVal val="visible"/>
                                      </p:to>
                                    </p:set>
                                    <p:animEffect transition="in" filter="blinds(horizontal)">
                                      <p:cBhvr>
                                        <p:cTn id="7" dur="500"/>
                                        <p:tgtEl>
                                          <p:spTgt spid="3676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xit" presetSubtype="0" fill="hold" nodeType="clickEffect">
                                  <p:stCondLst>
                                    <p:cond delay="0"/>
                                  </p:stCondLst>
                                  <p:childTnLst>
                                    <p:animEffect transition="out" filter="fade">
                                      <p:cBhvr>
                                        <p:cTn id="11" dur="5000"/>
                                        <p:tgtEl>
                                          <p:spTgt spid="367632"/>
                                        </p:tgtEl>
                                      </p:cBhvr>
                                    </p:animEffect>
                                    <p:set>
                                      <p:cBhvr>
                                        <p:cTn id="12" dur="1" fill="hold">
                                          <p:stCondLst>
                                            <p:cond delay="4999"/>
                                          </p:stCondLst>
                                        </p:cTn>
                                        <p:tgtEl>
                                          <p:spTgt spid="3676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1656E30-9F7A-4B34-A53E-036828573960}"/>
              </a:ext>
            </a:extLst>
          </p:cNvPr>
          <p:cNvSpPr>
            <a:spLocks noGrp="1" noChangeArrowheads="1"/>
          </p:cNvSpPr>
          <p:nvPr>
            <p:ph type="title"/>
          </p:nvPr>
        </p:nvSpPr>
        <p:spPr>
          <a:xfrm>
            <a:off x="460374" y="-2"/>
            <a:ext cx="8226425" cy="740664"/>
          </a:xfrm>
        </p:spPr>
        <p:txBody>
          <a:bodyPr/>
          <a:lstStyle/>
          <a:p>
            <a:pPr eaLnBrk="1" hangingPunct="1"/>
            <a:r>
              <a:rPr lang="es-AR" altLang="en-US" sz="3600" dirty="0" err="1"/>
              <a:t>DataBinding</a:t>
            </a:r>
            <a:r>
              <a:rPr lang="es-AR" altLang="en-US" sz="3600" dirty="0"/>
              <a:t> (Data </a:t>
            </a:r>
            <a:r>
              <a:rPr lang="es-AR" altLang="en-US" sz="3600" dirty="0" err="1"/>
              <a:t>Sources</a:t>
            </a:r>
            <a:r>
              <a:rPr lang="es-AR" altLang="en-US" sz="3600" dirty="0"/>
              <a:t>) - Ejemplo</a:t>
            </a:r>
          </a:p>
        </p:txBody>
      </p:sp>
      <p:pic>
        <p:nvPicPr>
          <p:cNvPr id="48132" name="Picture 9">
            <a:extLst>
              <a:ext uri="{FF2B5EF4-FFF2-40B4-BE49-F238E27FC236}">
                <a16:creationId xmlns:a16="http://schemas.microsoft.com/office/drawing/2014/main" id="{648FCC71-8186-44C2-9E34-CEBD875326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3733800"/>
            <a:ext cx="3867150" cy="2800350"/>
          </a:xfrm>
          <a:prstGeom prst="rect">
            <a:avLst/>
          </a:prstGeom>
          <a:noFill/>
          <a:ln w="28575">
            <a:solidFill>
              <a:schemeClr val="bg2"/>
            </a:solidFill>
            <a:miter lim="800000"/>
            <a:headEnd/>
            <a:tailEnd/>
          </a:ln>
          <a:effectLst>
            <a:outerShdw dist="107763"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pic>
        <p:nvPicPr>
          <p:cNvPr id="48133" name="Picture 10">
            <a:extLst>
              <a:ext uri="{FF2B5EF4-FFF2-40B4-BE49-F238E27FC236}">
                <a16:creationId xmlns:a16="http://schemas.microsoft.com/office/drawing/2014/main" id="{93CB2330-9E28-4616-A47D-306E6C1F8E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524000"/>
            <a:ext cx="4962525" cy="2466975"/>
          </a:xfrm>
          <a:prstGeom prst="rect">
            <a:avLst/>
          </a:prstGeom>
          <a:noFill/>
          <a:ln w="28575">
            <a:solidFill>
              <a:schemeClr val="bg2"/>
            </a:solidFill>
            <a:miter lim="800000"/>
            <a:headEnd/>
            <a:tailEnd/>
          </a:ln>
          <a:effectLst>
            <a:outerShdw dist="107763"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7D9BA821-1134-4AC8-AA99-5BE165A4A368}"/>
              </a:ext>
            </a:extLst>
          </p:cNvPr>
          <p:cNvSpPr>
            <a:spLocks noGrp="1" noChangeArrowheads="1"/>
          </p:cNvSpPr>
          <p:nvPr>
            <p:ph type="title"/>
          </p:nvPr>
        </p:nvSpPr>
        <p:spPr/>
        <p:txBody>
          <a:bodyPr/>
          <a:lstStyle/>
          <a:p>
            <a:pPr eaLnBrk="1" hangingPunct="1"/>
            <a:r>
              <a:rPr lang="es-AR" altLang="en-US"/>
              <a:t>Objeto TransactionScope</a:t>
            </a:r>
          </a:p>
        </p:txBody>
      </p:sp>
      <p:sp>
        <p:nvSpPr>
          <p:cNvPr id="49155" name="Rectangle 3">
            <a:extLst>
              <a:ext uri="{FF2B5EF4-FFF2-40B4-BE49-F238E27FC236}">
                <a16:creationId xmlns:a16="http://schemas.microsoft.com/office/drawing/2014/main" id="{9175DA03-D56F-4521-A091-951D5FB28068}"/>
              </a:ext>
            </a:extLst>
          </p:cNvPr>
          <p:cNvSpPr>
            <a:spLocks noGrp="1" noChangeArrowheads="1"/>
          </p:cNvSpPr>
          <p:nvPr>
            <p:ph type="body" idx="1"/>
          </p:nvPr>
        </p:nvSpPr>
        <p:spPr/>
        <p:txBody>
          <a:bodyPr/>
          <a:lstStyle/>
          <a:p>
            <a:pPr eaLnBrk="1" hangingPunct="1"/>
            <a:r>
              <a:rPr lang="es-AR" altLang="en-US" sz="2800"/>
              <a:t>Agrupas operaciones combinadas en una unidad lógica de trabajo </a:t>
            </a:r>
          </a:p>
          <a:p>
            <a:pPr eaLnBrk="1" hangingPunct="1"/>
            <a:r>
              <a:rPr lang="es-AR" altLang="en-US" sz="2800"/>
              <a:t>Controla y conserva la coherencia e integridad de todas las acciones </a:t>
            </a:r>
          </a:p>
          <a:p>
            <a:pPr eaLnBrk="1" hangingPunct="1"/>
            <a:r>
              <a:rPr lang="es-AR" altLang="en-US" sz="2800"/>
              <a:t>Permite contener transacciones locales o  distribuidas</a:t>
            </a:r>
          </a:p>
          <a:p>
            <a:pPr eaLnBrk="1" hangingPunct="1"/>
            <a:r>
              <a:rPr lang="es-AR" altLang="en-US" sz="2800"/>
              <a:t>Método .Complete</a:t>
            </a:r>
          </a:p>
          <a:p>
            <a:pPr eaLnBrk="1" hangingPunct="1"/>
            <a:r>
              <a:rPr lang="es-AR" altLang="en-US" sz="2800"/>
              <a:t>Encerrar en funcion Using()</a:t>
            </a:r>
          </a:p>
          <a:p>
            <a:pPr eaLnBrk="1" hangingPunct="1"/>
            <a:r>
              <a:rPr lang="es-AR" altLang="en-US" sz="2800"/>
              <a:t>Agregar Referencia: System.Transaction</a:t>
            </a:r>
          </a:p>
          <a:p>
            <a:pPr eaLnBrk="1" hangingPunct="1"/>
            <a:r>
              <a:rPr lang="es-AR" altLang="en-US" sz="2800"/>
              <a:t>NameSpace: System.Transaction</a:t>
            </a:r>
          </a:p>
          <a:p>
            <a:pPr eaLnBrk="1" hangingPunct="1"/>
            <a:r>
              <a:rPr lang="es-AR" altLang="en-US" sz="2800"/>
              <a:t>Clase: TransactionScope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7BCFD638-3B1C-4394-BC6B-77891FC16561}"/>
              </a:ext>
            </a:extLst>
          </p:cNvPr>
          <p:cNvSpPr>
            <a:spLocks noGrp="1" noChangeArrowheads="1"/>
          </p:cNvSpPr>
          <p:nvPr>
            <p:ph type="title"/>
          </p:nvPr>
        </p:nvSpPr>
        <p:spPr/>
        <p:txBody>
          <a:bodyPr/>
          <a:lstStyle/>
          <a:p>
            <a:pPr eaLnBrk="1" hangingPunct="1"/>
            <a:r>
              <a:rPr lang="es-AR" altLang="en-US" sz="3600"/>
              <a:t>Objeto TransactionScope - Ejemplo</a:t>
            </a:r>
          </a:p>
        </p:txBody>
      </p:sp>
      <p:pic>
        <p:nvPicPr>
          <p:cNvPr id="50180" name="Picture 6">
            <a:extLst>
              <a:ext uri="{FF2B5EF4-FFF2-40B4-BE49-F238E27FC236}">
                <a16:creationId xmlns:a16="http://schemas.microsoft.com/office/drawing/2014/main" id="{D853C938-52A4-44D9-A125-51D30F4C76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450" y="1544638"/>
            <a:ext cx="7575550" cy="4703762"/>
          </a:xfrm>
          <a:prstGeom prst="rect">
            <a:avLst/>
          </a:prstGeom>
          <a:solidFill>
            <a:schemeClr val="bg2"/>
          </a:solidFill>
          <a:ln w="28575">
            <a:solidFill>
              <a:schemeClr val="bg2"/>
            </a:solidFill>
            <a:miter lim="800000"/>
            <a:headEnd/>
            <a:tailEnd/>
          </a:ln>
          <a:effectLst>
            <a:outerShdw dist="35921" dir="2700000" algn="ctr" rotWithShape="0">
              <a:schemeClr val="bg2"/>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a78524f4-f525-4971-9089-e4c6054d3a97">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455025" cy="740664"/>
          </a:xfrm>
        </p:spPr>
        <p:txBody>
          <a:bodyPr/>
          <a:lstStyle/>
          <a:p>
            <a:r>
              <a:rPr lang="en-US" dirty="0" err="1"/>
              <a:t>Laboratorios</a:t>
            </a:r>
            <a:endParaRPr lang="en-US" dirty="0"/>
          </a:p>
        </p:txBody>
      </p:sp>
      <p:sp>
        <p:nvSpPr>
          <p:cNvPr id="3" name="Text Placeholder 2"/>
          <p:cNvSpPr>
            <a:spLocks noGrp="1"/>
          </p:cNvSpPr>
          <p:nvPr>
            <p:ph type="body" idx="1"/>
          </p:nvPr>
        </p:nvSpPr>
        <p:spPr/>
        <p:txBody>
          <a:bodyPr/>
          <a:lstStyle/>
          <a:p>
            <a:pPr marL="0" indent="0">
              <a:buNone/>
            </a:pPr>
            <a:r>
              <a:rPr lang="es-AR" b="1" dirty="0"/>
              <a:t>Laboratorio 1</a:t>
            </a:r>
          </a:p>
          <a:p>
            <a:pPr marL="0" indent="0">
              <a:buNone/>
            </a:pPr>
            <a:r>
              <a:rPr lang="es-AR" dirty="0"/>
              <a:t>Archivos TXT y XML</a:t>
            </a:r>
          </a:p>
          <a:p>
            <a:pPr marL="0" indent="0">
              <a:buNone/>
            </a:pPr>
            <a:r>
              <a:rPr lang="es-AR" b="1" dirty="0"/>
              <a:t>Laboratorio 2</a:t>
            </a:r>
          </a:p>
          <a:p>
            <a:pPr marL="0" indent="0">
              <a:buNone/>
            </a:pPr>
            <a:r>
              <a:rPr lang="es-AR" dirty="0"/>
              <a:t>Archivos TXT y XML con ADO.NET</a:t>
            </a:r>
          </a:p>
          <a:p>
            <a:pPr marL="0" indent="0">
              <a:buNone/>
            </a:pPr>
            <a:r>
              <a:rPr lang="es-AR" b="1" dirty="0"/>
              <a:t>Laboratorio 3</a:t>
            </a:r>
          </a:p>
          <a:p>
            <a:pPr marL="0" indent="0">
              <a:buNone/>
            </a:pPr>
            <a:r>
              <a:rPr lang="es-AR" dirty="0"/>
              <a:t>ADO.NET SQL y </a:t>
            </a:r>
            <a:r>
              <a:rPr lang="es-AR" dirty="0" err="1"/>
              <a:t>DataBinding</a:t>
            </a:r>
            <a:endParaRPr lang="es-AR" dirty="0"/>
          </a:p>
        </p:txBody>
      </p:sp>
    </p:spTree>
    <p:extLst>
      <p:ext uri="{BB962C8B-B14F-4D97-AF65-F5344CB8AC3E}">
        <p14:creationId xmlns:p14="http://schemas.microsoft.com/office/powerpoint/2010/main" val="2303811928"/>
      </p:ext>
    </p:extLst>
  </p:cSld>
  <p:clrMapOvr>
    <a:masterClrMapping/>
  </p:clrMapOvr>
</p:sld>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NG_MOC_Core_ModuleNew</Template>
  <TotalTime>5749</TotalTime>
  <Words>6549</Words>
  <Application>Microsoft Office PowerPoint</Application>
  <PresentationFormat>On-screen Show (4:3)</PresentationFormat>
  <Paragraphs>602</Paragraphs>
  <Slides>44</Slides>
  <Notes>44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Verdana</vt:lpstr>
      <vt:lpstr>Courier New</vt:lpstr>
      <vt:lpstr>Arial</vt:lpstr>
      <vt:lpstr>Segoe Semibold</vt:lpstr>
      <vt:lpstr>Wingdings</vt:lpstr>
      <vt:lpstr>Arial Narrow</vt:lpstr>
      <vt:lpstr>Calibri</vt:lpstr>
      <vt:lpstr>NG_MOC_Core_ModuleNew2</vt:lpstr>
      <vt:lpstr>Unidad 4</vt:lpstr>
      <vt:lpstr>Contenidos</vt:lpstr>
      <vt:lpstr>Que es ADO.NET?</vt:lpstr>
      <vt:lpstr>Modelo de objetos de ADO.NET (usando DataSets)</vt:lpstr>
      <vt:lpstr>Modelo de objetos de ADO.NET (usando Objetos)</vt:lpstr>
      <vt:lpstr>ADO.NET - Namespaces</vt:lpstr>
      <vt:lpstr>DataTable</vt:lpstr>
      <vt:lpstr>DataTable</vt:lpstr>
      <vt:lpstr>DataTable - Miembros</vt:lpstr>
      <vt:lpstr>DataTable - Miembros</vt:lpstr>
      <vt:lpstr>DataTable – Ejemplo C#</vt:lpstr>
      <vt:lpstr>DataTable – Ejemplo VB.net</vt:lpstr>
      <vt:lpstr>DataSet</vt:lpstr>
      <vt:lpstr>DataSet</vt:lpstr>
      <vt:lpstr>DataSet – Ejemplo C#</vt:lpstr>
      <vt:lpstr>DataSet – Ejemplo</vt:lpstr>
      <vt:lpstr>DataSet Tipado</vt:lpstr>
      <vt:lpstr>DataSet Tipado – Ejemplo (Diseñador)</vt:lpstr>
      <vt:lpstr>DataSet Tipado – Ejemplo</vt:lpstr>
      <vt:lpstr>Objeto Connection</vt:lpstr>
      <vt:lpstr>Objeto Connection - Providers</vt:lpstr>
      <vt:lpstr>Objeto Connection – Propiedades y Métodos</vt:lpstr>
      <vt:lpstr>Objeto Connection - ConnectionString</vt:lpstr>
      <vt:lpstr>Objeto Connection - ConnectionString</vt:lpstr>
      <vt:lpstr>Objeto Connection - Ejemplo</vt:lpstr>
      <vt:lpstr>Objeto Command</vt:lpstr>
      <vt:lpstr>Objeto Command – Propiedades y Metodos</vt:lpstr>
      <vt:lpstr>Objeto Command – Parámetro de Entrada (INPUT)</vt:lpstr>
      <vt:lpstr>Objeto Command – Parámetro de Salida (OUTPUT)</vt:lpstr>
      <vt:lpstr>Objeto Command – Ejemplo I SQLCommand</vt:lpstr>
      <vt:lpstr>Objeto Command – Ejemplo II SQLCommand</vt:lpstr>
      <vt:lpstr>Objeto DataReader</vt:lpstr>
      <vt:lpstr>Objeto DataReader – Ejemplo I</vt:lpstr>
      <vt:lpstr>Objeto DataReader – Ejemplo II</vt:lpstr>
      <vt:lpstr>Objeto DataAdapter</vt:lpstr>
      <vt:lpstr>Objeto DataAdapter – Ejemplo Fill</vt:lpstr>
      <vt:lpstr>Objeto DataAdapter</vt:lpstr>
      <vt:lpstr>Objeto DataAdapter – Ejemplo Update</vt:lpstr>
      <vt:lpstr>DataBinding (Data Sources)</vt:lpstr>
      <vt:lpstr>DataBinding (Data Sources) - Ejemplo</vt:lpstr>
      <vt:lpstr>DataBinding (Data Sources) - Ejemplo</vt:lpstr>
      <vt:lpstr>Objeto TransactionScope</vt:lpstr>
      <vt:lpstr>Objeto TransactionScope - Ejemplo</vt:lpstr>
      <vt:lpstr>Laboratorios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dc:title>
  <dc:creator>Manasa</dc:creator>
  <cp:lastModifiedBy>Andrés Joaquín</cp:lastModifiedBy>
  <cp:revision>68</cp:revision>
  <dcterms:created xsi:type="dcterms:W3CDTF">2018-06-29T05:05:52Z</dcterms:created>
  <dcterms:modified xsi:type="dcterms:W3CDTF">2020-06-01T02:19:46Z</dcterms:modified>
</cp:coreProperties>
</file>