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5" r:id="rId5"/>
    <p:sldId id="258" r:id="rId6"/>
    <p:sldId id="262" r:id="rId7"/>
    <p:sldId id="259" r:id="rId8"/>
    <p:sldId id="263" r:id="rId9"/>
    <p:sldId id="260" r:id="rId10"/>
    <p:sldId id="264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3:47.1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13.46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40 89 24575,'-1'0'0,"-1"-1"0,0 1 0,1 1 0,-1-1 0,1 0 0,-1 0 0,0 1 0,1-1 0,-1 1 0,1-1 0,-1 1 0,1-1 0,-1 1 0,1 0 0,0 0 0,-1 0 0,1 0 0,0 0 0,0 0 0,0 0 0,-1 0 0,1 1 0,0-1 0,1 0 0,-1 1 0,0-1 0,0 0 0,0 1 0,1-1 0,-1 3 0,1-2 0,0-1 0,0 0 0,0 1 0,0-1 0,0 0 0,0 1 0,1-1 0,-1 0 0,0 1 0,1-1 0,-1 0 0,1 0 0,0 1 0,-1-1 0,1 0 0,0 0 0,0 0 0,0 0 0,0 0 0,0 0 0,0 0 0,0 0 0,0-1 0,0 1 0,0 0 0,0 0 0,0-1 0,1 1 0,-1-1 0,0 1 0,0-1 0,1 0 0,-1 1 0,0-1 0,1 0 0,1 0 0,4 1 0,1-1 0,-1 1 0,0-2 0,1 1 0,-1-1 0,0 0 0,1 0 0,-1-1 0,0 0 0,0 0 0,0-1 0,-1 0 0,1 0 0,-1-1 0,1 0 0,-1 0 0,0 0 0,-1-1 0,1 0 0,-1 0 0,0 0 0,0 0 0,0-1 0,-1 0 0,0 0 0,0 0 0,0-1 0,-1 1 0,3-9 0,-7-9 0,2 23 0,-1 1 0,0-1 0,0 1 0,0 0 0,0-1 0,0 1 0,0-1 0,1 1 0,-1-1 0,0 1 0,0-1 0,-1 1 0,1-1 0,0 1 0,0 0 0,0-1 0,0 1 0,0-1 0,0 1 0,0-1 0,-1 1 0,1 0 0,0-1 0,0 1 0,-1 0 0,1-1 0,0 1 0,-1 0 0,1-1 0,0 1 0,-1 0 0,1-1 0,0 1 0,-1 0 0,1 0 0,-1 0 0,1-1 0,0 1 0,-1 0 0,1 0 0,-1 0 0,0 1 0,1-1 0,0 1 0,-1 0 0,1 0 0,0 0 0,0 0 0,0 0 0,0-1 0,0 1 0,0 0 0,0 0 0,0 0 0,0 0 0,0 0 0,1 0 0,-1-1 0,0 1 0,0 0 0,1 0 0,-1 0 0,1-1 0,-1 1 0,1 0 0,-1 0 0,1-1 0,-1 1 0,1 0 0,0-1 0,0 1 0,25 26 0,-20-21 0,5 7 0,-1 1 0,16 27 0,-9-12 0,-11-20 0,15 20 0,-9-29 0,2-17 0,2-32 0,-14 41 0,0-1 0,1 1 0,0 0 0,0 1 0,0-1 0,9-12 0,-12 20 0,1-1 0,-1 1 0,0 0 0,1 0 0,-1-1 0,1 1 0,-1 0 0,1 0 0,-1 0 0,1 0 0,-1-1 0,1 1 0,-1 0 0,1 0 0,-1 0 0,0 0 0,1 0 0,-1 0 0,1 1 0,-1-1 0,1 0 0,-1 0 0,1 0 0,-1 0 0,1 0 0,-1 1 0,1-1 0,-1 0 0,0 0 0,1 1 0,-1-1 0,1 0 0,-1 1 0,1 0 0,20 17 0,-3-3 0,-2-10 0,0-1 0,0-1 0,1 0 0,-1-1 0,0-1 0,1-1 0,0 0 0,25-4 0,-18 2 0,60-12 0,-79 13 0,-1-1 0,1 1 0,0 0 0,0 0 0,0 1 0,-1 0 0,1 0 0,0 0 0,0 0 0,6 2 0,3-2 0,5 0 0,0-2 0,0-1 0,0 0 0,-1-1 0,1-1 0,-1-1 0,17-8 0,-20 11 0,0 0 0,1 0 0,-1 2 0,0-1 0,1 2 0,-1 0 0,18 3 0,20 0 0,-35-2 0,0 1 0,-1 0 0,22 7 0,40 4 0,-59-11 0,-1 1 0,1 1 0,32 12 0,-45-14 0,-7-2 0,0 0 0,0 0 0,1 0 0,-1 0 0,0 0 0,0 0 0,0 0 0,1 0 0,-1 0 0,0 0 0,0 0 0,0 0 0,0 0 0,1 1 0,-1-1 0,0 0 0,0 0 0,0 0 0,0 0 0,1 0 0,-1 0 0,0 0 0,0 1 0,0-1 0,0 0 0,0 0 0,0 0 0,0 0 0,0 1 0,1-1 0,-1 0 0,0 0 0,0 0 0,0 0 0,0 1 0,0-1 0,0 0 0,0 0 0,0 0 0,0 1 0,0-1 0,0 0 0,0 0 0,0 0 0,0 0 0,0 1 0,0-1 0,-1 0 0,1 0 0,0 0 0,0 0 0,0 1 0,0-1 0,0 0 0,0 0 0,0 0 0,0 0 0,-1 1 0,-15 9 0,-21 3 0,-2-4 0,27-6 0,0 0 0,-1-1 0,1 0 0,-16 0 0,-63 0 0,52 0 0,-1-1 0,-77-10 0,46-17 0,54 19 0,629 10 0,-324-5 0,-258 4 0,47 9 0,-39-5 0,3 0 0,-22-2 0,1-1 0,33 1 0,76 3 0,-231-38 0,65 22 0,-95-21 0,13 4 0,75 13 0,37 10 0,0 0 0,-1 1 0,1 0 0,-1 1 0,1-1 0,-10 1 0,-103-17 0,81 19-1365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19.36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20.0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21.06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22.16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3:01:49.54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426 177 24575,'103'-18'0,"-44"13"0,-49 3 0,-1 0 0,1 1 0,0 0 0,0 1 0,1 0 0,-1 0 0,0 1 0,0 0 0,-1 1 0,1 0 0,17 7 0,-27-9 0,1 0 0,-1 0 0,0 0 0,1 0 0,-1 0 0,1 0 0,-1 0 0,1 1 0,-1-1 0,0 0 0,1 0 0,-1 0 0,0 1 0,1-1 0,-1 0 0,0 0 0,1 1 0,-1-1 0,0 0 0,1 1 0,-1-1 0,0 0 0,0 1 0,1-1 0,-1 0 0,0 1 0,0-1 0,0 1 0,0-1 0,0 0 0,0 1 0,1-1 0,-1 1 0,0-1 0,0 1 0,0-1 0,0 0 0,0 1 0,0-1 0,-1 1 0,1-1 0,0 0 0,0 1 0,0-1 0,-1 1 0,-22 9 0,-33-2 0,36-8 0,46-1 0,35-3 0,-24-1 0,-26 5 0,0-2 0,0 1 0,0-1 0,-1-1 0,1 0 0,0 0 0,14-8 0,-12 4 0,-8 5 0,-1 0 0,0 0 0,1-1 0,-1 1 0,0-1 0,0 0 0,-1 0 0,5-5 0,-7 7 0,-1 1 0,0-1 0,1 0 0,-1 1 0,0-1 0,0 0 0,1 1 0,-1-1 0,0 0 0,0 1 0,0-1 0,0 0 0,0 1 0,0-1 0,0 0 0,0 1 0,0-1 0,0 0 0,0 0 0,-1 1 0,1-1 0,0 1 0,0-1 0,-1-1 0,-1 0 0,0 0 0,1 0 0,-1 0 0,0 0 0,0 0 0,-1 0 0,1 1 0,0-1 0,-5-2 0,-6-4 0,-1 0 0,-1 1 0,1 0 0,-1 1 0,0 1 0,-1 0 0,1 1 0,-1 1 0,0 0 0,0 2 0,-28-1 0,-27 3 0,-149-2 0,122-12 0,68 8 0,-1 1 0,-35 0 0,53 3 0,1 2 0,0 0 0,0 0 0,0 1 0,0 0 0,0 1 0,-12 5 0,20-7 0,1 1 0,0 0 0,-1 0 0,1 0 0,0 0 0,0 1 0,0-1 0,1 1 0,-1 0 0,1-1 0,-1 1 0,1 1 0,0-1 0,0 0 0,0 0 0,1 1 0,-1-1 0,1 1 0,-1 0 0,1-1 0,1 1 0,-1 0 0,0-1 0,1 1 0,0 0 0,0 5 0,0 7 0,0-1 0,1 1 0,0-1 0,2 1 0,6 24 0,-8-38 0,1-1 0,-1 1 0,0-1 0,1 1 0,-1-1 0,1 1 0,0-1 0,-1 0 0,1 0 0,0 0 0,0 0 0,0 0 0,0 0 0,0 0 0,0-1 0,0 1 0,0-1 0,0 1 0,0-1 0,0 0 0,0 0 0,3 0 0,58-2 0,-39 0 0,-10 1 0,0 0 0,-1-2 0,0 0 0,22-7 0,-22 6 0,-1 0 0,1 1 0,0 0 0,0 1 0,19 0 0,19 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7:12.2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24575,'0'2'0,"0"4"0,0 4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7:27.4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620 143 24575,'0'-2'0,"0"1"0,-1-1 0,1 1 0,-1-1 0,1 0 0,-1 1 0,1-1 0,-1 1 0,0 0 0,0-1 0,0 1 0,0 0 0,0-1 0,0 1 0,0 0 0,0 0 0,-1 0 0,1 0 0,0 0 0,-1 0 0,1 0 0,-1 1 0,1-1 0,-1 0 0,1 1 0,-1-1 0,1 1 0,-1-1 0,1 1 0,-1 0 0,0 0 0,-3 0 0,1-1 0,-1 1 0,0 0 0,0 0 0,0 0 0,0 1 0,0-1 0,1 1 0,-1 0 0,-8 4 0,13-5 0,-23 11 0,2 1 0,0 0 0,-36 29 0,52-36 0,-1 0 0,1 1 0,0 0 0,0 0 0,1 0 0,-1 0 0,1 1 0,1 0 0,0 0 0,0 0 0,0 0 0,0 0 0,1 1 0,1-1 0,-1 0 0,0 14 0,1-12 0,1 0 0,1 0 0,-1 0 0,1 0 0,1 0 0,0 0 0,0 0 0,0 0 0,1-1 0,1 1 0,4 9 0,-6-15 0,0 0 0,0 0 0,0-1 0,0 1 0,1 0 0,0-1 0,-1 1 0,1-1 0,0 0 0,0 0 0,0 0 0,0 0 0,0 0 0,1-1 0,-1 1 0,0-1 0,1 0 0,-1 0 0,1 0 0,-1-1 0,1 1 0,0-1 0,-1 0 0,1 0 0,-1 0 0,1 0 0,0-1 0,-1 0 0,1 1 0,-1-1 0,4-2 0,-3 1 0,0 0 0,0 0 0,0 0 0,-1-1 0,1 1 0,-1-1 0,0 0 0,0 0 0,0-1 0,0 1 0,0 0 0,0-1 0,-1 0 0,0 0 0,0 1 0,0-1 0,0-1 0,-1 1 0,2-6 0,1-4 0,0 0 0,-1 0 0,-1 0 0,1-25 0,-1-13 0,0 22 0,-2-1 0,0 0 0,-2 1 0,-12-59 0,13 85 0,-1 0 0,1 0 0,-1 0 0,0 0 0,0 1 0,0-1 0,0 1 0,-3-4 0,4 6 0,1 1 0,0 0 0,-1-1 0,1 1 0,-1 0 0,1-1 0,0 1 0,-1 0 0,1 0 0,-1-1 0,1 1 0,0 0 0,-1 0 0,1 0 0,-1-1 0,1 1 0,-1 0 0,1 0 0,-1 0 0,1 0 0,-1 0 0,1 0 0,-1 0 0,1 0 0,-1 0 0,0 1 0,-10 16 0,4 8 0,0 1 0,2 0 0,-3 38 0,-4 214 0,12-432 0,0 68 0,0 69 0,0 30 0,0 39 0,10 281 0,-7-281 0,-4-38 0,2-1 0,-1 1 0,2 0 0,0 0 0,1-1 0,0 1 0,5 13 0,-8-26 0,0-1 0,1 0 0,-1 1 0,0-1 0,0 1 0,0-1 0,1 1 0,-1-1 0,0 1 0,0-1 0,1 0 0,-1 1 0,0-1 0,1 0 0,-1 1 0,0-1 0,1 0 0,-1 1 0,1-1 0,-1 0 0,0 0 0,1 0 0,-1 1 0,1-1 0,-1 0 0,1 0 0,-1 0 0,1 0 0,-1 0 0,1 0 0,-1 0 0,1 0 0,0 0 0,12-13 0,5-28 0,-16 37 0,18-53 0,23-107 0,-35 93 0,-7 53 0,0 1 0,2 0 0,6-26 0,-1 21 0,-8 22 0,0 0 0,0 0 0,0 0 0,0 0 0,0 0 0,0 1 0,0-1 0,0 0 0,0 0 0,0 0 0,0 0 0,1 0 0,-1 0 0,0 0 0,0 0 0,0 0 0,0 0 0,0 0 0,0 0 0,0 0 0,0 0 0,0 0 0,0 0 0,0 0 0,0 0 0,1 0 0,-1 0 0,0 1 0,0-1 0,0 0 0,0 0 0,0 0 0,0-1 0,0 1 0,0 0 0,0 0 0,0 0 0,1 0 0,-1 0 0,0 0 0,0 0 0,0 0 0,0 0 0,0 0 0,0 0 0,0 0 0,0 0 0,0 0 0,0 0 0,0 0 0,0 0 0,0 0 0,0 0 0,0 0 0,1 0 0,-1-1 0,0 1 0,0 0 0,0 0 0,0 36 0,-1-14 0,2 64 0,0-43 0,-1-1 0,-2 1 0,-12 67 0,11-96 0,-1-1 0,-1-1 0,0 1 0,-1-1 0,-1 0 0,1 0 0,-2 0 0,0-1 0,0-1 0,-1 1 0,0-1 0,-1 0 0,0-1 0,0-1 0,-1 1 0,0-2 0,-1 1 0,0-2 0,0 1 0,0-2 0,-24 8 0,4 1 0,26-11 0,1-1 0,-1 0 0,0 0 0,0 0 0,0 0 0,-8 0 0,11-2 0,0 0 0,0 0 0,0-1 0,0 1 0,0-1 0,0 0 0,0 0 0,0 0 0,0 0 0,1 0 0,-1-1 0,0 1 0,1-1 0,-1 0 0,1 0 0,0 0 0,-3-2 0,3 1 0,-2 0 0,0 0 0,1 0 0,-1-1 0,1 0 0,0 1 0,-5-9 0,8 12 0,0-1 0,0 1 0,0-1 0,0 1 0,0 0 0,0-1 0,0 1 0,0-1 0,0 1 0,0 0 0,0-1 0,0 1 0,0-1 0,0 1 0,0 0 0,0-1 0,0 1 0,0 0 0,0-1 0,1 1 0,-1-1 0,0 1 0,0 0 0,1-1 0,-1 1 0,0 0 0,0 0 0,1-1 0,-1 1 0,1-1 0,22-5 0,-16 5 0,0 0 0,0 0 0,-1-1 0,1 0 0,-1 0 0,1-1 0,-1 0 0,0 0 0,0 0 0,0-1 0,0 0 0,-1 0 0,0 0 0,10-11 0,-3 1 0,0-1 0,-1-1 0,-1 0 0,10-20 0,-20 36 0,0-1 0,1 1 0,-1 0 0,0 0 0,1 0 0,-1-1 0,0 1 0,0 0 0,0-1 0,1 1 0,-1 0 0,0 0 0,0-1 0,0 1 0,0 0 0,0-1 0,1 1 0,-1 0 0,0-1 0,0 1 0,0 0 0,0-1 0,0 1 0,0 0 0,0-1 0,0 1 0,0-1 0,0 1 0,-1 0 0,1-1 0,0 1 0,0 0 0,0 0 0,0-1 0,0 1 0,-1 0 0,1-1 0,0 1 0,0 0 0,0 0 0,-1-1 0,1 1 0,0 0 0,-1 0 0,1-1 0,0 1 0,0 0 0,-1 0 0,-22 5 0,-23 19 0,29-15 0,-17 9 0,2 2 0,0 1 0,-55 49 0,73-55 0,2 1 0,0 1 0,-16 30 0,-8 12 0,33-54 0,0 1 0,0 0 0,0-1 0,1 1 0,-3 12 0,5-17 0,-1-1 0,1 1 0,0 0 0,-1 0 0,1 0 0,0-1 0,-1 1 0,1 0 0,0 0 0,0 0 0,0 0 0,0 0 0,0 0 0,0-1 0,0 1 0,0 0 0,1 0 0,-1 0 0,0 0 0,0 0 0,1-1 0,-1 1 0,1 0 0,-1 0 0,0 0 0,1-1 0,-1 1 0,1 0 0,0-1 0,-1 1 0,1 0 0,0-1 0,-1 1 0,1-1 0,0 1 0,-1-1 0,1 1 0,0-1 0,0 0 0,0 1 0,0-1 0,-1 0 0,1 0 0,0 0 0,0 1 0,0-1 0,0 0 0,0 0 0,0 0 0,-1 0 0,3-1 0,5-2 0,1-1 0,-1 0 0,0-1 0,-1 0 0,1 0 0,-1-1 0,0 1 0,10-12 0,1 2 0,-11 9 0,0 1 0,0-1 0,0 0 0,-1-1 0,0 1 0,0-1 0,-1-1 0,0 1 0,0-1 0,-1 0 0,0 0 0,0 0 0,-1 0 0,0-1 0,0 1 0,-1-1 0,0 0 0,-1 0 0,0 0 0,0 0 0,-1-10 0,-1-14 0,0 2 0,1 24 0,1 11 0,-1-3 0,0 0 0,0 0 0,0 0 0,1 0 0,-1 0 0,0 0 0,0 0 0,0 0 0,1 0 0,-1 0 0,1 0 0,-1 0 0,1 0 0,-1 0 0,1 0 0,-1 0 0,1 0 0,0-1 0,0 1 0,-1 0 0,1 0 0,0-1 0,0 1 0,0 0 0,0-1 0,0 1 0,0-1 0,-1 1 0,1-1 0,1 0 0,-1 1 0,0-1 0,0 0 0,0 0 0,0 0 0,0 0 0,0 0 0,0 0 0,0 0 0,0 0 0,0 0 0,0 0 0,0 0 0,0-1 0,0 1 0,0 0 0,0-1 0,0 1 0,0-1 0,0 1 0,0-1 0,0 0 0,0 1 0,0-1 0,-1 0 0,1 0 0,1-1 0,10-7 0,-1-1 0,0-1 0,12-15 0,-11 13 0,9-10 0,-1 0 0,33-50 0,-44 59 0,-2 1 0,1-1 0,-2-1 0,0 1 0,-1-1 0,0 0 0,4-26 0,-9 39 0,0 0 0,1 0 0,-1 0 0,0-1 0,-1 1 0,1 0 0,0 0 0,-1 0 0,1 0 0,-1-1 0,0 1 0,1 0 0,-1 0 0,0 0 0,0 1 0,-1-1 0,1 0 0,0 0 0,0 0 0,-1 1 0,1-1 0,-1 1 0,0-1 0,1 1 0,-1 0 0,0-1 0,0 1 0,0 0 0,0 0 0,0 0 0,0 1 0,0-1 0,0 0 0,0 1 0,0 0 0,-1-1 0,1 1 0,-3 0 0,-12-2 0,0 2 0,0 0 0,0 0 0,-17 4 0,13-2 0,16-1 0,1 0 0,-1 0 0,0 0 0,1 0 0,-1 1 0,1-1 0,0 1 0,-1 0 0,1 1 0,0-1 0,0 1 0,0-1 0,1 1 0,-1 1 0,1-1 0,0 0 0,-1 1 0,1-1 0,1 1 0,-1 0 0,1 0 0,-1 0 0,-2 8 0,-21 29 0,25-41 0,0 1 0,1 0 0,-1 0 0,0-1 0,1 1 0,-1-1 0,0 1 0,0-1 0,1 1 0,-1-1 0,0 1 0,0-1 0,0 0 0,0 1 0,0-1 0,0 0 0,0 0 0,1 0 0,-1 0 0,0 0 0,0 0 0,0 0 0,0 0 0,0 0 0,0 0 0,0 0 0,-1-1 0,-28-18 0,-18-36 0,46 53 0,2 2 0,0 0 0,0 0 0,0-1 0,0 1 0,0 0 0,0 0 0,0-1 0,0 1 0,0 0 0,0 0 0,0 0 0,0-1 0,0 1 0,0 0 0,0 0 0,0 0 0,-1-1 0,1 1 0,0 0 0,0 0 0,0 0 0,0 0 0,0-1 0,-1 1 0,1 0 0,0 0 0,0 0 0,0 0 0,-1 0 0,1 0 0,0-1 0,0 1 0,0 0 0,-1 0 0,1 0 0,0 0 0,0 0 0,-1 0 0,1 0 0,0 0 0,0 0 0,0 0 0,-1 0 0,1 0 0,0 0 0,0 0 0,-1 0 0,1 0 0,0 1 0,0-1 0,0 0 0,-1 0 0,1 0 0,0 0 0,0 0 0,0 0 0,-1 1 0,3 17 0,9 26 0,-2-19 0,2 0 0,0-1 0,2 0 0,1-1 0,29 38 0,-43-59 0,1-1 0,0 0 0,0 1 0,0-1 0,0 0 0,0 0 0,0 0 0,0 0 0,0 0 0,1 0 0,-1 0 0,0 0 0,0-1 0,1 1 0,-1 0 0,1-1 0,-1 1 0,1-1 0,-1 1 0,1-1 0,-1 0 0,1 0 0,-1 0 0,3 0 0,-3 0 0,1-1 0,-1 0 0,1 0 0,-1 0 0,1 0 0,-1 0 0,0 0 0,0 0 0,1-1 0,-1 1 0,0 0 0,0-1 0,0 1 0,-1-1 0,1 1 0,0-1 0,1-2 0,1-5 0,0 0 0,-1 0 0,0-1 0,0 1 0,-1 0 0,0-16 0,-2 16 0,0 0 0,0 0 0,-1 0 0,-1 0 0,1 0 0,-5-9 0,6 15 0,0 1 0,0 0 0,0-1 0,0 1 0,0 0 0,-1 0 0,1 0 0,-1 0 0,1 0 0,-1 0 0,0 0 0,0 1 0,1-1 0,-1 0 0,-1 1 0,1 0 0,0-1 0,0 1 0,0 0 0,-1 0 0,1 0 0,0 1 0,-1-1 0,1 1 0,-1-1 0,-3 0 0,4 2 0,1 0 0,-1-1 0,0 1 0,1 0 0,0 0 0,-1 0 0,1 0 0,0 0 0,-1 0 0,1 1 0,0-1 0,0 0 0,0 1 0,0-1 0,0 0 0,0 1 0,0-1 0,1 1 0,-1 0 0,0-1 0,1 1 0,0 0 0,-1-1 0,1 1 0,0 0 0,0-1 0,0 1 0,0 0 0,0 3 0,3 52 0,0-39 0,12 52 0,-14-67 0,1 0 0,-1 0 0,0 0 0,1 0 0,-1 0 0,1 0 0,0 0 0,0 0 0,0-1 0,1 1 0,-1-1 0,1 0 0,-1 1 0,1-1 0,0 0 0,-1-1 0,6 4 0,-6-5 0,-1 0 0,1 0 0,-1 0 0,1 0 0,-1 0 0,1 0 0,-1 0 0,0 0 0,1 0 0,-1-1 0,1 1 0,-1-1 0,1 1 0,-1-1 0,0 1 0,1-1 0,-1 0 0,0 0 0,0 1 0,0-1 0,1 0 0,-1 0 0,0 0 0,0-1 0,0 1 0,-1 0 0,1 0 0,1-2 0,26-46 0,-19 31 0,33-77 0,-32 84 0,-5 21 0,-7 22 0,2-29 0,-1 0 0,0 0 0,0 0 0,0 0 0,-1 0 0,1-1 0,-1 1 0,1 0 0,-1-1 0,0 1 0,0-1 0,0 1 0,0-1 0,-1 0 0,1 0 0,-1 0 0,1-1 0,-1 1 0,0 0 0,-3 1 0,2-2 0,0 0 0,0-1 0,0 1 0,-1-1 0,1 1 0,0-1 0,0 0 0,-1-1 0,1 1 0,0-1 0,0 0 0,-8-3 0,-4-2 0,0-1 0,1-1 0,0 0 0,0-1 0,1-1 0,-15-12 0,20 14 0,-1 1 0,0 0 0,0 0 0,-1 1 0,0 0 0,0 1 0,0 0 0,-24-6 0,33 11 0,0 0 0,0-1 0,0 0 0,0 1 0,0-1 0,0 0 0,1 0 0,-1 0 0,0 0 0,0 0 0,1-1 0,-1 1 0,-1-2 0,2 2 0,1 0 0,-1 0 0,1 1 0,0-1 0,-1 0 0,1 0 0,0 0 0,-1 0 0,1 0 0,0 0 0,0 0 0,0 0 0,0 0 0,0 0 0,0 1 0,0-1 0,0 0 0,0 0 0,1 0 0,0-2 0,2-3 0,0-1 0,1 1 0,1-1 0,-1 1 0,1 1 0,6-8 0,19-26 0,-16 5 0,-2 0 0,10-48 0,-19 71 0,-3 10 0,0 1 0,0 0 0,0-1 0,0 1 0,-1 0 0,1-1 0,0 1 0,1 0 0,-1-1 0,0 1 0,0 0 0,0 0 0,0-1 0,0 1 0,0 0 0,0-1 0,0 1 0,0 0 0,1-1 0,-1 1 0,0 0 0,0 0 0,0-1 0,1 1 0,-1 0 0,0 0 0,0 0 0,1-1 0,-1 1 0,0 0 0,0 0 0,1 0 0,-1 0 0,0-1 0,0 1 0,1 0 0,-1 0 0,0 0 0,1 0 0,-1 0 0,0 0 0,1 0 0,-1 0 0,8 15 0,1 23 0,-6 64 0,-4-92 0,0 0 0,0 1 0,-1-1 0,0 0 0,-1-1 0,0 1 0,-9 18 0,4-2 0,8-23 0,-1 0 0,1 0 0,-1 0 0,1-1 0,-1 1 0,0 0 0,0 0 0,0-1 0,0 1 0,-1-1 0,1 1 0,-1-1 0,0 0 0,1 1 0,-1-1 0,0 0 0,0 0 0,0 0 0,-4 2 0,6-5 0,-1 1 0,0 0 0,0 0 0,0-1 0,0 1 0,0 0 0,1-1 0,-1 1 0,0-1 0,0 1 0,1-1 0,-1 1 0,0-1 0,1 1 0,-1-1 0,0 0 0,1 1 0,-1-1 0,1 0 0,-1 0 0,1 1 0,0-1 0,-1 0 0,1 0 0,0 0 0,-1 0 0,1 0 0,0 1 0,0-1 0,0 0 0,0 0 0,0 0 0,0-1 0,-4-35 0,4 34 0,-1-14 0,-1 0 0,-1 0 0,-1 0 0,-6-19 0,-3-10 0,11 40 0,0 0 0,1 0 0,0-1 0,0 1 0,0 0 0,0-1 0,1 1 0,1-1 0,-1 1 0,1-1 0,0 1 0,0-1 0,1 1 0,-1 0 0,2 0 0,-1 0 0,1 0 0,-1 0 0,2 0 0,-1 1 0,1 0 0,-1-1 0,1 1 0,1 0 0,-1 1 0,1-1 0,9-6 0,-7 6 0,-1-1 0,1 0 0,-1-1 0,0 0 0,-1 0 0,1 0 0,-1 0 0,-1-1 0,1 0 0,-1 0 0,4-13 0,8-13 0,-16 33 0,0 1 0,0 0 0,0 0 0,0-1 0,0 1 0,0 0 0,0 0 0,0-1 0,0 1 0,0 0 0,0 0 0,0 0 0,0-1 0,1 1 0,-1 0 0,0 0 0,0-1 0,0 1 0,0 0 0,0 0 0,0 0 0,1 0 0,-1-1 0,0 1 0,0 0 0,0 0 0,1 0 0,-1 0 0,0 0 0,0 0 0,0-1 0,1 1 0,-1 0 0,0 0 0,0 0 0,1 0 0,-1 0 0,0 0 0,0 0 0,0 0 0,1 0 0,-1 0 0,0 0 0,0 0 0,1 0 0,-1 0 0,0 0 0,0 0 0,1 0 0,-1 1 0,0-1 0,0 0 0,1 0 0,3 18 0,-1 39 0,-3-47 0,13 140 0,-3-192 0,-6 25 0,0 1 0,-1-1 0,2-30 0,-5 16 0,-1 50 0,-1 68 0,-1-40 0,3 0 0,8 73 0,-4-101 0,-1-18 0,2-32 0,-1 0 0,2 5 0,0-1 0,-2 1 0,2-54 0,-6 71 0,9-50 0,-5 147 0,-6-61 0,0 31 0,2-56 0,0 1 0,0 0 0,1 0 0,-1 0 0,1 0 0,-1 0 0,1-1 0,0 1 0,0 0 0,0-1 0,0 1 0,1 0 0,-1-1 0,3 3 0,-4-4 0,1-1 0,-1 0 0,0 1 0,1-1 0,-1 0 0,1 0 0,-1 1 0,0-1 0,1 0 0,-1 0 0,1 0 0,-1 0 0,1 1 0,-1-1 0,1 0 0,-1 0 0,1 0 0,-1 0 0,0 0 0,1 0 0,-1 0 0,1 0 0,-1-1 0,1 1 0,-1 0 0,1 0 0,-1 0 0,1 0 0,-1-1 0,0 1 0,1 0 0,0-1 0,13-16 0,8-30 0,-20 40 0,1-2 0,0 0 0,-1 0 0,-1-1 0,1 0 0,-1-10 0,-1 13 0,0 1 0,1-1 0,0 0 0,0 1 0,0-1 0,1 0 0,0 1 0,0 0 0,1-1 0,4-8 0,-6 15 0,-1 0 0,0 0 0,0 0 0,0 0 0,0-1 0,0 1 0,0 0 0,0 0 0,0 0 0,0 0 0,1 0 0,-1 0 0,0 0 0,0 0 0,0 0 0,0 0 0,0 0 0,0 0 0,0 0 0,1 0 0,-1 0 0,0 0 0,0 0 0,0 0 0,0 0 0,0 0 0,0 0 0,1 0 0,-1 0 0,0 0 0,0 0 0,0 0 0,0 0 0,0 0 0,0 0 0,0 1 0,0-1 0,1 0 0,-1 0 0,0 0 0,0 0 0,0 0 0,0 0 0,0 0 0,0 0 0,0 1 0,0-1 0,0 0 0,0 0 0,0 0 0,0 0 0,0 0 0,0 0 0,0 0 0,0 1 0,0-1 0,0 0 0,0 0 0,0 0 0,0 0 0,0 0 0,4 16 0,-2 15 0,-3-12 0,1 29 0,0-47 0,0 0 0,0 0 0,0 0 0,0 0 0,0 0 0,1 0 0,-1 0 0,0 0 0,1 1 0,-1-1 0,1 0 0,-1 0 0,1-1 0,-1 1 0,1 0 0,0 0 0,-1 0 0,1 0 0,0 0 0,0-1 0,0 1 0,0 0 0,0-1 0,0 1 0,0-1 0,0 1 0,0-1 0,0 1 0,0-1 0,0 0 0,2 1 0,20 0 0,1 2 0,0 0 0,-1 2 0,26 8 0,-34-10 0,0 0 0,0 0 0,1-1 0,-1-1 0,1-1 0,-1 0 0,1-1 0,-1-1 0,0 0 0,1-1 0,-1-1 0,-1 0 0,26-11 0,118-26 0,-137 36 0,0 1 0,0 1 0,0 0 0,38 1 0,9-1 0,76 2 0,-98 2 0,61-5 0,-46-8 0,-45 8 0,0 0 0,30-2 0,6 2 0,60-13 0,-18 1 0,125-20 0,-211 34 0,0 1 0,0 0 0,0 0 0,1 1 0,-1 0 0,0 1 0,1 0 0,-1 0 0,0 1 0,11 3 0,-6 0 0,0 1 0,0 1 0,0 0 0,-1 1 0,12 9 0,12 9 0,1-1 0,42 21 0,-64-38 0,1-2 0,0 0 0,0 0 0,0-2 0,1 0 0,-1-1 0,1 0 0,28-1 0,104 0 0,178-5 0,-209-12 0,-115 15 0,0 0 0,-1 0 0,1-1 0,0 0 0,-1 1 0,1-1 0,-1 0 0,1 0 0,-1 0 0,0-1 0,1 1 0,-1-1 0,2-1 0,-4 3 0,0 0 0,0 0 0,0-1 0,0 1 0,0 0 0,0 0 0,0 0 0,0-1 0,0 1 0,0 0 0,0 0 0,0 0 0,0 0 0,0-1 0,0 1 0,0 0 0,0 0 0,0 0 0,0 0 0,0-1 0,0 1 0,-1 0 0,1 0 0,0 0 0,0 0 0,0 0 0,0-1 0,0 1 0,0 0 0,-1 0 0,1 0 0,0 0 0,0 0 0,0 0 0,0 0 0,-1 0 0,1 0 0,0 0 0,0 0 0,0 0 0,-1 0 0,1 0 0,0 0 0,0 0 0,0 0 0,0 0 0,-1 0 0,1 0 0,-26 1 0,-153 41 0,107-27 0,-14 2 0,39-11 0,-50 13 0,59-10 0,-1-2 0,-60 4 0,63-8 0,-66 13 0,64-8 0,-55 4 0,65-11 0,-1 2 0,-42 9 0,39-6 0,-1-2 0,0-2 0,-52-2 0,46-1 0,0 2 0,-42 6 0,24-2 0,54-4 0,9-2 0,24 1 0,0-1 0,1 2 0,0 1 0,0 1 0,32 8 0,-24-5 0,1 0 0,0-3 0,0-2 0,59-4 0,-3 0 0,514 3 0,-618 6 0,-1-1 0,0 1 0,0-2 0,-1 1 0,-12 3 0,-106 28 0,-40 14 0,115-28 0,1 3 0,1 2 0,-84 58 0,135-85 0,0 0 0,0 0 0,0 0 0,-1 0 0,1 0 0,0 0 0,0 0 0,-1 0 0,1 0 0,0 1 0,0-1 0,0 0 0,-1 0 0,1 0 0,0 0 0,0 0 0,0 0 0,0 1 0,0-1 0,-1 0 0,1 0 0,0 0 0,0 0 0,0 1 0,0-1 0,0 0 0,0 0 0,0 0 0,-1 1 0,1-1 0,0 0 0,0 0 0,0 1 0,0-1 0,0 0 0,0 0 0,0 0 0,0 1 0,0-1 0,0 0 0,0 0 0,1 1 0,-1-1 0,0 0 0,0 0 0,0 0 0,0 1 0,0-1 0,0 0 0,0 0 0,0 0 0,1 1 0,-1-1 0,0 0 0,0 0 0,1 0 0,19 4 0,36-3 0,-48-2 0,353 1 0,-345 1 0,0 1 0,0 1 0,30 9 0,-5-1 0,-39-11 0,7 2 0,0 0 0,0 1 0,0 0 0,-1 0 0,12 6 0,-19-8 0,0-1 0,0 1 0,0 0 0,0-1 0,0 1 0,0 0 0,-1 0 0,1 0 0,0-1 0,0 1 0,-1 0 0,1 0 0,-1 0 0,1 0 0,-1 0 0,1 1 0,-1-1 0,1 0 0,-1 0 0,0 0 0,0 1 0,0 0 0,0 0 0,-1 0 0,0 0 0,1 0 0,-1 0 0,0-1 0,0 1 0,0 0 0,0-1 0,0 1 0,0-1 0,0 1 0,-1-1 0,1 1 0,-1-1 0,1 0 0,-3 2 0,-28 18 0,-1-1 0,0-1 0,-1-2 0,-1-2 0,-59 18 0,-22-6 0,97-22 0,-5 3 0,27-5 0,19 1 0,36-2 0,0-2 0,116-14 0,-85 4 0,-69 9 0,33-3 0,-51 3 0,0 1 0,0 0 0,0-1 0,0 0 0,0 1 0,0-1 0,0 0 0,0 0 0,0 0 0,-1 0 0,1 0 0,0 0 0,0-1 0,-1 1 0,1 0 0,-1-1 0,0 0 0,1 1 0,1-4 0,-3 5 0,0 0 0,0-1 0,0 1 0,0-1 0,0 1 0,0 0 0,0-1 0,-1 1 0,1-1 0,0 1 0,0 0 0,0-1 0,0 1 0,0 0 0,-1-1 0,1 1 0,0 0 0,0-1 0,-1 1 0,1 0 0,0-1 0,0 1 0,-1 0 0,1 0 0,0-1 0,-1 1 0,1 0 0,-1 0 0,1 0 0,0-1 0,-1 1 0,1 0 0,0 0 0,-1 0 0,1 0 0,-1 0 0,1 0 0,0 0 0,-1 0 0,-23-4 0,18 3 0,-51-9 0,2 0 0,-1 1 0,-79 0 0,117 8 0,1-1 0,-1-1 0,-19-5 0,18 4 0,1 1 0,-34-3 0,-603 7 0,457 12 0,181-13 0,0 0 0,1-2 0,-32-6 0,136 5 0,47-5 0,-84 4 0,206 1 0,-139 5 0,-107-3 0,0-1 0,0 1 0,0-1 0,16-6 0,-16 4 0,1 1 0,0 1 0,20-3 0,140-7 0,-374 16 0,-41 2 0,121-2 0,87-5 0,0 2 0,0 1 0,-37 8 0,70-10 0,1 0 0,0 0 0,0 0 0,0 0 0,0 0 0,0 0 0,0 0 0,0 1 0,0-1 0,0 0 0,0 1 0,0-1 0,0 1 0,0-1 0,0 1 0,0-1 0,1 1 0,-1 0 0,0-1 0,0 1 0,1 0 0,-1 0 0,0-1 0,0 3 0,1-2 0,1 0 0,0 0 0,0 0 0,0 0 0,0-1 0,0 1 0,0 0 0,1 0 0,-1-1 0,0 1 0,0-1 0,0 1 0,1-1 0,-1 0 0,2 1 0,61 12 0,-8-5 0,17 2 0,114 3 0,-62-15 0,245 4 0,-334 7 0,-36-9 0,1 0 0,-1 0 0,0 0 0,0 0 0,1 0 0,-1 1 0,0-1 0,0 0 0,1 0 0,-1 0 0,0 1 0,0-1 0,0 0 0,1 0 0,-1 0 0,0 1 0,0-1 0,0 0 0,0 1 0,0-1 0,1 0 0,-1 0 0,0 1 0,0-1 0,0 0 0,0 1 0,0-1 0,0 0 0,0 0 0,0 1 0,0-1 0,0 0 0,0 1 0,-1-1 0,-16 12 0,0-7 0,0-1 0,0-1 0,0-1 0,0 0 0,-23-1 0,-16 3 0,-18-1 0,56-3 0,-1 0 0,1 2 0,-1 0 0,1 1 0,-19 6 0,17-5-21,0 0-1,-1-1 0,1-1 1,-1-1-1,-38-4 0,11 2-1213,32 1-5591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7:43.3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2216 399 24575,'-40'1'0,"0"2"0,1 1 0,-78 18 0,80-14 0,-56 5 0,54-10 0,-50 13 0,52-10 0,-1-1 0,0-2 0,0-1 0,-56-6 0,2 2 0,-72 0 0,-167 4 0,329-2 0,0 0 0,1 0 0,-1 1 0,0-1 0,1 0 0,-1 1 0,0-1 0,1 1 0,-1-1 0,1 1 0,-1 0 0,1-1 0,-1 1 0,1 0 0,0 0 0,-1 0 0,1 0 0,0 0 0,0 1 0,0-1 0,0 0 0,0 1 0,0-1 0,0 0 0,-1 3 0,1-1 0,0 1 0,1-1 0,-1 0 0,1 1 0,-1 0 0,1-1 0,0 1 0,0-1 0,1 1 0,-1-1 0,2 5 0,1 5 0,1 0 0,1-1 0,0 1 0,1-1 0,9 16 0,-1-9 0,1-1 0,0 0 0,1-1 0,1 0 0,25 18 0,3-2 0,54 30 0,-79-53 0,0 0 0,1-1 0,0-1 0,30 7 0,13-5 0,1-3 0,0-2 0,109-7 0,-51 0 0,-58-3 0,-62 5 0,0-1 0,0 1 0,0-1 0,0 0 0,-1 1 0,1-1 0,0 0 0,-1-1 0,1 1 0,-1 0 0,1-1 0,-1 0 0,1 1 0,-1-1 0,0 0 0,0 0 0,0 0 0,0 0 0,2-4 0,-4 5 0,0-1 0,1 0 0,-1 0 0,0 1 0,0-1 0,-1 0 0,1 1 0,0-1 0,-1 0 0,1 1 0,0-1 0,-1 0 0,0 1 0,1-1 0,-1 1 0,0-1 0,0 1 0,0-1 0,0 1 0,0-1 0,0 1 0,-1 0 0,1 0 0,0 0 0,-1 0 0,1 0 0,0 0 0,-1 0 0,0 0 0,1 0 0,-1 1 0,-3-2 0,-4-2 0,0 0 0,0 0 0,-1 1 0,-13-3 0,-21 1 0,0 1 0,0 3 0,-47 4 0,-6 0 0,-379-3 0,459-1 0,-1-1 0,1 0 0,-20-7 0,19 5 0,0 0 0,-36-2 0,27 6 0,-33 0 0,-91-12 0,37-18 0,30 20 0,64 9 0,0-1 0,1 0 0,-29-9 0,31 7 0,-1 0 0,0 1 0,1 1 0,-1 0 0,-1 2 0,1 0 0,0 1 0,0 1 0,0 0 0,-22 7 0,36-8 0,0 1 0,-1-1 0,1 1 0,0 0 0,0 0 0,0 0 0,1 1 0,-1 0 0,1-1 0,-1 1 0,1 0 0,0 1 0,0-1 0,0 0 0,1 1 0,-4 4 0,6-6 0,-1-1 0,1 1 0,-1-1 0,1 1 0,-1 0 0,1-1 0,0 1 0,0 0 0,0-1 0,0 1 0,0 0 0,0-1 0,1 1 0,-1-1 0,0 1 0,1 0 0,1 2 0,-1-1 0,1 0 0,0-1 0,0 1 0,0-1 0,0 1 0,0-1 0,1 0 0,-1 0 0,1 0 0,-1 0 0,1 0 0,3 1 0,13 6 0,0 0 0,0-2 0,0 0 0,1-1 0,0-1 0,1-1 0,34 3 0,2 5 0,-43-8 0,0-1 0,1 0 0,24 1 0,119-12 0,-57 1 0,-78 8 0,31-2 0,-52 1 0,0 0 0,0 0 0,0-1 0,0 1 0,-1-1 0,1 1 0,0-1 0,0 1 0,-1-1 0,1 0 0,0 0 0,-1 0 0,1 0 0,-1 0 0,1 0 0,-1-1 0,1 1 0,-1 0 0,0-1 0,0 1 0,0-1 0,1-1 0,-1 1 0,-1 0 0,0 1 0,0-1 0,0 0 0,-1 0 0,1 0 0,0 1 0,-1-1 0,1 0 0,-1 0 0,1 1 0,-1-1 0,0 0 0,0 1 0,1-1 0,-1 0 0,-1 1 0,1 0 0,0-1 0,0 1 0,0 0 0,-1-1 0,-2-1 0,4 3 0,0-1 0,-1 1 0,1-1 0,-1 1 0,1-1 0,-1 1 0,1 0 0,-1-1 0,1 1 0,-1 0 0,1-1 0,-1 1 0,1 0 0,-1 0 0,0-1 0,1 1 0,-1 0 0,1 0 0,-1 0 0,0 0 0,1 0 0,-1 0 0,0 0 0,1 0 0,-1 0 0,1 0 0,-1 0 0,0 0 0,1 0 0,-1 1 0,1-1 0,-1 0 0,0 0 0,1 1 0,-1-1 0,1 0 0,-1 1 0,1-1 0,-1 1 0,1-1 0,-1 0 0,1 1 0,0-1 0,-1 1 0,1-1 0,0 1 0,-1 0 0,1-1 0,0 1 0,0-1 0,-1 1 0,1-1 0,0 1 0,0 0 0,0-1 0,0 1 0,0 0 0,0-1 0,0 1 0,0-1 0,0 1 0,0 0 0,0-1 0,0 1 0,0 0 0,1 0 0,0 9 0,0 1 0,1-1 0,0 0 0,1 0 0,0 0 0,1 0 0,0 0 0,0-1 0,1 1 0,11 15 0,-7-12 0,0-1 0,1 0 0,0-1 0,1 0 0,0-1 0,0 0 0,14 8 0,-15-12 0,0 0 0,0-1 0,1-1 0,0 0 0,-1 0 0,1-1 0,0 0 0,1-1 0,-1 0 0,21 0 0,-25-2 0,1 0 0,-1-1 0,1 0 0,-1 0 0,1-1 0,-1 1 0,0-2 0,1 1 0,-1-1 0,0 0 0,-1-1 0,1 1 0,-1-1 0,1-1 0,-1 1 0,-1-1 0,7-6 0,-3 1 0,0-2 0,-1 1 0,0-2 0,-1 1 0,0-1 0,-1 0 0,0 0 0,7-25 0,-11 29 0,0 1 0,0-1 0,0 0 0,-2 0 0,1 1 0,-1-1 0,0 0 0,0 0 0,-1 0 0,-1 0 0,1 1 0,-2-1 0,1 0 0,-1 1 0,-5-12 0,-11-9 0,-1 1 0,-2 1 0,0 1 0,-41-36 0,56 56 0,0-1 0,0 2 0,-1-1 0,1 1 0,-1 0 0,0 1 0,-1 0 0,1 0 0,-1 0 0,0 1 0,0 1 0,-14-3 0,17 4 0,0 1 0,0 0 0,0 0 0,-1 0 0,1 1 0,0 0 0,0 0 0,0 1 0,0 0 0,0 0 0,1 0 0,-1 0 0,1 1 0,-1 0 0,1 0 0,0 1 0,0-1 0,0 1 0,-7 8 0,-6 7 0,1 2 0,0 0 0,2 1 0,0 0 0,2 1 0,-12 27 0,22-44 0,1 1 0,0-1 0,0 1 0,1 0 0,0-1 0,0 1 0,1 0 0,0 0 0,1 12 0,-1-17 0,0 0 0,1 0 0,-1 0 0,1 1 0,-1-1 0,1 0 0,0 0 0,0 0 0,0 0 0,0 0 0,0 0 0,1-1 0,-1 1 0,1 0 0,-1-1 0,1 1 0,-1-1 0,1 1 0,0-1 0,0 0 0,0 0 0,0 0 0,0 0 0,0 0 0,0 0 0,0 0 0,0 0 0,0-1 0,0 1 0,0-1 0,1 0 0,2 0 0,47 10 0,-41-7 0,-1-1 0,1 0 0,20 1 0,-28-3 0,1 0 0,-1 0 0,0-1 0,0 1 0,0-1 0,0 0 0,0 0 0,-1 0 0,1 0 0,0 0 0,0-1 0,-1 1 0,1-1 0,0 0 0,-1 0 0,0 0 0,1 0 0,1-2 0,2-3 0,-1-1 0,0 0 0,0 0 0,-1 0 0,0 0 0,0-1 0,-1 0 0,0 0 0,0 0 0,-1 0 0,-1 0 0,2-12 0,-1-12 0,-2 0 0,-4-35 0,3 57 0,0 2 0,-1 1 0,-1-1 0,1 1 0,-2 0 0,1 0 0,-1 0 0,0 1 0,0-1 0,-1 1 0,0 0 0,-1 0 0,1 1 0,-1-1 0,-1 1 0,1 1 0,-14-10 0,-11-8 0,-2 2 0,-45-22 0,72 40 0,0 1 0,0-1 0,0 1 0,0 0 0,0 0 0,-1 1 0,1 0 0,-1 0 0,1 0 0,-1 1 0,1 0 0,-1 0 0,1 1 0,0 0 0,-1 0 0,1 0 0,0 1 0,-8 3 0,6-2 0,0 1 0,0 1 0,0 0 0,1 0 0,0 0 0,0 1 0,0 0 0,1 0 0,0 1 0,0-1 0,1 1 0,-8 13 0,8-11 0,-1 1 0,1-1 0,1 1 0,0 1 0,0-1 0,1 1 0,1-1 0,0 1 0,0 0 0,1 0 0,0-1 0,2 23 0,-2 1 0,1-18 0,0 0 0,5 32 0,-5-47 0,0-1 0,0 1 0,0-1 0,0 1 0,0 0 0,0-1 0,0 1 0,1-1 0,-1 1 0,0-1 0,0 1 0,1-1 0,-1 1 0,0-1 0,1 0 0,-1 1 0,0-1 0,1 1 0,-1-1 0,1 0 0,-1 1 0,1-1 0,-1 0 0,1 1 0,-1-1 0,1 0 0,-1 0 0,1 0 0,-1 1 0,1-1 0,-1 0 0,2 0 0,17-8 0,17-26 0,-35 32 0,120-132 0,-120 132 0,1 0 0,-1 0 0,1 0 0,0 0 0,0 1 0,-1-1 0,1 1 0,0-1 0,0 1 0,1 0 0,-1 0 0,0 0 0,0 0 0,0 0 0,1 0 0,2 0 0,-4 1 0,1 1 0,-1-1 0,0 1 0,1 0 0,-1-1 0,0 1 0,0 0 0,1 0 0,-1 0 0,0 0 0,0 0 0,0 0 0,0 0 0,0 1 0,-1-1 0,1 0 0,0 0 0,0 1 0,-1-1 0,1 0 0,-1 1 0,1-1 0,-1 1 0,0-1 0,1 1 0,-1 1 0,40 180 0,-38-173 0,0 1 0,1-1 0,0 0 0,1 0 0,0 0 0,8 15 0,-11-25 0,0 0 0,0 1 0,-1-1 0,1 0 0,0 0 0,-1 0 0,1-1 0,0 1 0,-1 0 0,1 0 0,0 0 0,-1 0 0,1-1 0,0 1 0,-1 0 0,1 0 0,-1-1 0,1 1 0,-1-1 0,1 1 0,0 0 0,-1-1 0,1 1 0,-1-1 0,0 1 0,1-1 0,-1 0 0,1 1 0,-1-1 0,0 1 0,1-1 0,-1 0 0,0 1 0,0-1 0,0 0 0,1 0 0,12-26 0,4-16 0,-3-2 0,11-49 0,-9 30 0,-9 40 0,-2 1 0,6-44 0,-11 52 0,1-4 0,1 0 0,0 0 0,9-34 0,-8 43 0,0-1 0,0 0 0,-1 0 0,-1 0 0,0 0 0,-1-18 0,0 27 0,0-1 0,0 1 0,0-1 0,-1 1 0,1 0 0,-1-1 0,0 1 0,0 0 0,0-1 0,0 1 0,0 0 0,0 0 0,0 0 0,-1 0 0,1 0 0,-1 0 0,1 0 0,-1 1 0,0-1 0,0 0 0,0 1 0,0 0 0,0-1 0,0 1 0,0 0 0,0 0 0,-1 0 0,1 0 0,0 1 0,-1-1 0,1 0 0,0 1 0,-1 0 0,-3-1 0,-163 3 0,56 0 0,95 0 0,-1 0 0,1 1 0,0 1 0,0 1 0,0 1 0,1 0 0,0 1 0,-29 17 0,41-20 0,0-1 0,1 1 0,0 0 0,0 1 0,0-1 0,0 1 0,1-1 0,0 1 0,-5 9 0,6-11 0,5-10 0,7-21 0,2-2 0,2 1 0,27-46 0,-34 63 0,0 0 0,1 1 0,1 1 0,-1-1 0,12-9 0,-15 16 0,0 1 0,0 0 0,0 0 0,1 0 0,-1 0 0,1 1 0,-1 0 0,1 0 0,0 1 0,0 0 0,0 0 0,0 0 0,0 0 0,7 1 0,39 1 0,-32 0 0,-1-1 0,1-1 0,0 0 0,0-1 0,36-10 0,-39 8 0,1 1 0,0 0 0,0 2 0,0 0 0,0 1 0,1 1 0,-1 0 0,0 2 0,-1 0 0,1 1 0,0 0 0,-1 2 0,25 11 0,-16-8 0,1-1 0,0-1 0,0-1 0,1-2 0,33 2 0,-9-5 0,98-10 0,-124 6 0,-6 1 0,0 0 0,35-10 0,-28 6 0,0 1 0,1 2 0,0 1 0,-1 1 0,48 5 0,4-1 0,853-4 0,-911 0 0,0-1 0,-1-1 0,38-11 0,-34 8 0,0 0 0,27-1 0,41 6 0,-112 7 0,-1 2 0,1 0 0,1 1 0,-21 13 0,20-11 0,6-4 0,-25 14 0,-41 27 0,67-39 0,1 1 0,0 0 0,1 1 0,0 0 0,1 0 0,-18 26 0,11-10 0,0 1 0,-15 37 0,27-51 0,0 0 0,1 0 0,0 0 0,1 1 0,1-1 0,1 1 0,-1 20 0,16 184 0,-13-215 0,-1 0 0,0 0 0,-1 0 0,1 0 0,-1 0 0,1 0 0,-1 0 0,-1 0 0,1 0 0,0-1 0,-1 1 0,0-1 0,0 1 0,0-1 0,0 1 0,0-1 0,-1 0 0,0 0 0,1 0 0,-1 0 0,-4 2 0,-5 3 0,0-1 0,0 0 0,-1-1 0,-24 8 0,31-12 0,-10 4 0,-4 3 0,-1-2 0,1 0 0,-1-1 0,-1-1 0,1-1 0,-43 2 0,48-6 0,1-1 0,-1 0 0,1-1 0,-30-8 0,42 9 0,0 0 0,0 0 0,0-1 0,0 1 0,0-1 0,0 0 0,0 0 0,1 0 0,-1 0 0,1 0 0,-1-1 0,1 1 0,-2-3 0,3 3 0,0 0 0,0 0 0,0-1 0,0 1 0,1 0 0,-1 0 0,1-1 0,-1 1 0,1 0 0,0 0 0,0-1 0,0 1 0,0 0 0,0-1 0,1 1 0,-1 0 0,1 0 0,0-1 0,-1 1 0,1 0 0,2-3 0,3-5 0,1-1 0,0 1 0,1 1 0,0-1 0,0 1 0,1 1 0,17-13 0,21-22 0,-45 41 0,0-1 0,1 1 0,-1-1 0,1 1 0,0 0 0,0 0 0,0 0 0,0 0 0,0 1 0,1-1 0,-1 1 0,0 0 0,1 0 0,-1 0 0,0 0 0,1 1 0,-1-1 0,1 1 0,6 0 0,1 2 0,-1 0 0,1 1 0,-1 0 0,1 0 0,9 6 0,-14-6 0,1 0 0,-1 0 0,1-1 0,0 1 0,-1-2 0,1 1 0,0-1 0,0 0 0,0 0 0,0-1 0,0 0 0,0 0 0,13-2 0,-18 1 0,0 1 0,-1-1 0,1 1 0,-1-1 0,1 0 0,-1 1 0,1-1 0,-1 0 0,0 0 0,1 0 0,-1 0 0,0 0 0,0-1 0,1 1 0,-1 0 0,0-1 0,0 1 0,-1 0 0,1-1 0,0 1 0,0-1 0,-1 1 0,1-1 0,-1 0 0,1 1 0,-1-1 0,0 0 0,1 1 0,-1-1 0,0 0 0,0 1 0,0-1 0,-1 0 0,1 1 0,0-1 0,-1 1 0,1-1 0,-1 0 0,1 1 0,-1-1 0,0 1 0,1-1 0,-1 1 0,-1-2 0,-1-2 0,0 0 0,0 0 0,0 1 0,-1-1 0,1 1 0,-1 0 0,0 0 0,0 0 0,-1 1 0,1-1 0,-1 1 0,-5-3 0,-10-2 0,0 1 0,0 0 0,0 1 0,-1 2 0,0 0 0,0 1 0,0 1 0,-32 1 0,-141 0 0,-88 4 0,210 3 0,-54 1 0,109-5 0,1 0 0,0 1 0,0 1 0,0 0 0,0 1 0,-17 8 0,-55 15 0,-71-9 0,107-6 0,40-10 0,1 0 0,-1 0 0,-21 1 0,-125-4 0,157 0 0,0-1 0,-1 1 0,1 0 0,0 0 0,0 0 0,0 0 0,-1 0 0,1 1 0,0-1 0,0 0 0,0 0 0,0 1 0,-1-1 0,1 1 0,0-1 0,0 1 0,0-1 0,0 1 0,0 0 0,0 0 0,0-1 0,0 1 0,1 0 0,-1 0 0,0 0 0,0 0 0,1 0 0,-2 1 0,3 0 0,-1-1 0,0 1 0,1 0 0,-1-1 0,1 1 0,-1 0 0,1-1 0,0 1 0,-1-1 0,1 1 0,0-1 0,0 1 0,0-1 0,0 0 0,0 1 0,3 1 0,10 9 0,0 0 0,23 15 0,-34-25 0,35 25 0,2-2 0,0-2 0,1-2 0,83 30 0,-105-46 0,1-1 0,0-1 0,0-1 0,0-1 0,28-2 0,101-16 0,-54-8 0,-71 17 0,2 1 0,25-3 0,-31 6 0,-1-1 0,32-12 0,2 0 0,-23 9 0,2-2 0,61-9 0,12-1 0,-78 13 0,0 1 0,1 1 0,43-1 0,-40 7 0,-31-1 0,-19 0 0,-31 3 0,-78 14 0,81-10 0,-111 31 0,102-23 0,-34 7 0,-42 14 0,113-31 0,1 0 0,0 2 0,-1 0 0,-18 11 0,23-11 0,1 0 0,-1-1 0,-1 0 0,1-2 0,-1 1 0,0-2 0,0 0 0,-17 1 0,5-2 0,18-1 0,-1 0 0,1-1 0,-1 0 0,0 0 0,1-1 0,-1 0 0,1-1 0,-15-4 0,24 6 0,-1-1 0,0 0 0,1 1 0,-1-1 0,1 1 0,-1-1 0,1 0 0,0 1 0,-1-1 0,1 0 0,-1 1 0,1-1 0,0 0 0,0 0 0,0 1 0,-1-1 0,1 0 0,0 0 0,0 0 0,0 1 0,0-1 0,0 0 0,0 0 0,0 0 0,0 1 0,1-1 0,-1 0 0,0 0 0,0 1 0,1-1 0,-1 0 0,0 0 0,1 1 0,-1-1 0,1 0 0,-1 1 0,1-1 0,23-33 0,-16 24 0,4-6-109,1 1 1,1 0-1,1 1 0,0 0 0,27-18 1,-27 21-605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7:46.35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280 93 24575,'1'-2'0,"-1"0"0,1 0 0,-1 1 0,1-1 0,0 0 0,0 0 0,0 1 0,0-1 0,0 0 0,0 1 0,0-1 0,2-1 0,8-15 0,-12 18 0,1-1 0,0 0 0,-1 0 0,1 1 0,-1-1 0,1 0 0,-1 1 0,1-1 0,-1 1 0,1-1 0,-1 1 0,0-1 0,1 1 0,-1-1 0,0 1 0,1 0 0,-1-1 0,0 1 0,0 0 0,1-1 0,-1 1 0,0 0 0,0 0 0,0 0 0,1 0 0,-1 0 0,0 0 0,0 0 0,-1 0 0,-33-2 0,-1 1 0,1 2 0,0 2 0,-1 1 0,-52 13 0,87-17 0,1 0 0,-1 0 0,0 0 0,0 0 0,0 0 0,1 0 0,-1 1 0,0-1 0,0 0 0,1 0 0,-1 1 0,0-1 0,0 0 0,1 1 0,-1-1 0,0 1 0,1-1 0,-1 1 0,1-1 0,-1 1 0,1-1 0,-1 1 0,0 1 0,12 8 0,31 2 0,5-8 0,0-3 0,-1-1 0,71-10 0,-103 6 0,0 0 0,0-1 0,0-1 0,-1 0 0,18-11 0,-20 10 0,0 1 0,0 0 0,1 1 0,0 0 0,1 1 0,-1 0 0,0 1 0,19-3 0,266 7 0,-295-1 0,0 0 0,0 0 0,0 1 0,0-1 0,-1 1 0,1-1 0,0 1 0,0 0 0,0 0 0,-1 0 0,1 0 0,-1 0 0,1 0 0,0 0 0,-1 0 0,0 1 0,1-1 0,-1 0 0,0 1 0,2 2 0,-1-1 0,0 1 0,0 0 0,-1 0 0,1 0 0,-1 1 0,0-1 0,0 0 0,0 9 0,0-3 0,-1-1 0,0 1 0,-1 0 0,0 0 0,0 0 0,-1-1 0,-6 18 0,5-22 0,0 0 0,0-1 0,-1 1 0,0-1 0,0 1 0,0-1 0,0 0 0,0-1 0,-1 1 0,0-1 0,1 0 0,-10 4 0,-70 31 0,69-33 0,-111 42 0,54-22 0,-99 50 0,166-72 0,-7 2 0,-1 1 0,2 1 0,-1 0 0,1 0 0,0 1 0,1 0 0,-1 1 0,2 1 0,-1-1 0,2 1 0,-11 14 0,18-22 0,1-1 0,-1 1 0,0 0 0,0-1 0,0 1 0,1 0 0,-1 0 0,1 0 0,0-1 0,-1 1 0,1 0 0,0 0 0,0 0 0,0 0 0,0 0 0,1 0 0,-1-1 0,0 1 0,1 0 0,-1 0 0,1 0 0,0-1 0,1 4 0,0-2 0,1 0 0,-1 0 0,1 0 0,0 0 0,0-1 0,0 1 0,0-1 0,1 0 0,-1 1 0,7 2 0,1-1 0,0 1 0,1-1 0,-1-1 0,1 0 0,0-1 0,19 2 0,11-6 0,0-1 0,0-2 0,52-13 0,-78 13 19,1 0-1,-1-2 0,-1 0 0,1 0 1,18-14-1,-21 13-229,0 0 0,1 1 1,0 0-1,0 1 0,1 1 1,25-7-1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01.9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390 194 24575,'-11'0'0,"0"1"0,0 0 0,0 1 0,0 0 0,1 1 0,-1 0 0,1 1 0,-1 0 0,1 0 0,1 1 0,-1 0 0,1 1 0,-1 0 0,2 1 0,-1 0 0,1 0 0,0 1 0,0 0 0,1 0 0,0 1 0,1 0 0,0 0 0,0 0 0,-4 12 0,-28 42 0,26-45 0,0 1 0,2 0 0,0 0 0,1 1 0,1 0 0,0 1 0,-8 42 0,-2 18 0,12-62 0,2-1 0,0 1 0,-2 30 0,5-39 0,1 0 0,0 0 0,1 0 0,0-1 0,3 13 0,-3-19 0,0 1 0,1-1 0,-1 0 0,1 1 0,0-1 0,0 0 0,0 0 0,0 0 0,1-1 0,-1 1 0,1-1 0,0 1 0,-1-1 0,1 0 0,0 0 0,0 0 0,4 2 0,9 4 0,-1-1 0,1-1 0,1-1 0,-1 0 0,1-1 0,0 0 0,0-1 0,0-2 0,0 1 0,1-2 0,-1 0 0,0-1 0,26-5 0,-33 3 0,0 0 0,0 0 0,0-1 0,-1 0 0,0-1 0,0 0 0,0-1 0,0 0 0,-1 0 0,14-13 0,-7 4 0,0-1 0,-2 0 0,1-1 0,12-22 0,-11 11 0,-1-1 0,-1 0 0,-2-1 0,-1-1 0,-1 0 0,-2 0 0,-1-1 0,-1 1 0,-2-1 0,-1 0 0,-3-41 0,1 71 0,0-1 0,-1 0 0,1 0 0,-1 0 0,0 0 0,0 1 0,0-1 0,0 0 0,-1 1 0,1-1 0,-1 1 0,1-1 0,-1 1 0,0 0 0,0 0 0,0 0 0,0 0 0,0 0 0,0 0 0,-1 0 0,1 1 0,-1-1 0,1 1 0,-1-1 0,1 1 0,-1 0 0,0 0 0,0 1 0,0-1 0,1 0 0,-7 1 0,-9-2 0,0 1 0,0 1 0,-1 1 0,-19 3 0,15-2 0,6 0 0,1 0 0,0 1 0,0 1 0,1 0 0,-1 1 0,1 1 0,0 1 0,0 0 0,1 0 0,0 2 0,-16 11 0,21-13 0,1 0 0,0 1 0,0 0 0,1 0 0,0 0 0,1 1 0,0 0 0,0 1 0,1-1 0,0 1 0,0 0 0,1 0 0,1 1 0,0-1 0,0 1 0,1-1 0,-2 19 0,2 13 0,1 0 0,9 83 0,-7-122 0,-1 0 0,1 1 0,0-1 0,0 0 0,0 0 0,1 0 0,-1 0 0,1 0 0,0-1 0,-1 1 0,1 0 0,1-1 0,-1 1 0,0-1 0,0 0 0,1 0 0,-1 0 0,1 0 0,0 0 0,0 0 0,0-1 0,0 1 0,0-1 0,0 0 0,0 0 0,0 0 0,0 0 0,0-1 0,7 1 0,-4 0 0,0-1 0,1 0 0,-1-1 0,0 1 0,0-1 0,1-1 0,-1 1 0,0-1 0,0 0 0,0 0 0,-1-1 0,1 1 0,-1-1 0,1-1 0,4-3 0,12-12 0,-1-1 0,-1-1 0,-1 0 0,0-2 0,-2 0 0,-1-1 0,-1 0 0,0-2 0,-3 0 0,0 0 0,12-40 0,-13 33 0,-5 18 0,-1-1 0,0 0 0,-2 0 0,0 0 0,2-25 0,-4-9 0,2 7 0,-3 0 0,-9-82 0,9 124 0,0 0 0,0 0 0,0 0 0,-1 0 0,1 0 0,0 0 0,0 0 0,-1 0 0,1 0 0,0 1 0,-1-1 0,1 0 0,-1 0 0,1 0 0,-1 1 0,0-1 0,1 0 0,-1 1 0,0-1 0,1 1 0,-1-1 0,0 0 0,0 1 0,0 0 0,1-1 0,-1 1 0,-1-1 0,0 1 0,1 0 0,-1 0 0,0 0 0,1 1 0,-1-1 0,0 0 0,1 1 0,-1-1 0,1 1 0,-1 0 0,1-1 0,-1 1 0,1 0 0,-2 1 0,-44 41 0,44-40 0,-25 29 0,1 0 0,2 2 0,1 0 0,1 2 0,2 1 0,-15 39 0,-13 48 0,29-78 0,-41 73 0,40-81 0,21-38 0,-1 0 0,1-1 0,0 1 0,0 0 0,0 0 0,0 0 0,0 0 0,0-1 0,-1 1 0,1 0 0,0 0 0,0 0 0,0 0 0,0 0 0,-1 0 0,1-1 0,0 1 0,0 0 0,0 0 0,-1 0 0,1 0 0,0 0 0,0 0 0,0 0 0,-1 0 0,1 0 0,0 0 0,0 0 0,0 0 0,-1 0 0,1 0 0,0 0 0,0 0 0,0 0 0,-1 0 0,1 1 0,0-1 0,0 0 0,0 0 0,-1 0 0,1 0 0,0 0 0,0 0 0,0 0 0,0 1 0,0-1 0,-1 0 0,1 0 0,0 0 0,0 0 0,0 1 0,0-1 0,0 0 0,0 0 0,0 0 0,0 1 0,0-1 0,0 0 0,0 0 0,-1 0 0,1 1 0,0-1 0,0 0 0,1 0 0,-1 0 0,0 1 0,-2-27 0,6-34 0,1 29 0,1 1 0,2 0 0,13-32 0,-17 51 0,0 1 0,1 0 0,0 0 0,1 1 0,0-1 0,0 1 0,1 1 0,0-1 0,1 1 0,0 1 0,0-1 0,12-7 0,2 3 0,0 1 0,2 1 0,29-8 0,32-13 0,-66 24 0,0 2 0,0 0 0,1 1 0,-1 1 0,1 1 0,0 0 0,38 3 0,-26 0 0,57-7 0,-45-1 0,-15 4 0,-1-2 0,29-9 0,-24 5 0,-1 2 0,54-4 0,-37 5 0,21-10 0,-55 11 0,0 1 0,1 1 0,28-3 0,220 7 0,-178 7 0,39 2 0,-103-11 0,0 1 0,0 1 0,0 2 0,-1 0 0,42 11 0,-33-7 0,0-1 0,1-2 0,0-2 0,0 0 0,0-2 0,31-4 0,24 1 0,105 17 0,-91-7 0,128-7 0,-85-3 0,1021 3 0,-1149 1 0,-1 1 0,1 0 0,0 1 0,20 7 0,-19-5 0,0-1 0,0 0 0,26 1 0,252-6 0,47 2 0,-251 7 0,58 2 0,-130-11 0,0 2 0,0 0 0,0 2 0,0 0 0,0 0 0,17 7 0,-6-3 0,1-1 0,-1-1 0,48 0 0,-8 0 0,-20-2 0,54-4 0,-56-1 0,66 7 0,-50 11 0,-51-12 0,1 0 0,-1-1 0,21 3 0,306-2 0,-176-7 0,-155 3 0,11 1 0,1-2 0,-1 0 0,1-1 0,-1-1 0,21-5 0,-37 7 0,1 0 0,-1 0 0,1-1 0,-1 1 0,1-1 0,-1 0 0,0 0 0,0 0 0,0 0 0,0 0 0,0-1 0,0 1 0,-1-1 0,1 0 0,-1 0 0,0 0 0,0 0 0,0 0 0,0 0 0,0-1 0,-1 1 0,1-1 0,-1 1 0,0-1 0,0 0 0,0 1 0,-1-1 0,1 0 0,-1 1 0,0-1 0,0 0 0,0 0 0,-2-5 0,-20-85 0,3 17 0,19 74 0,0 0 0,0 0 0,0 0 0,0 0 0,0-1 0,1 1 0,-1 0 0,1 0 0,0 0 0,0 0 0,0 0 0,1 0 0,-1 1 0,0-1 0,1 0 0,0 1 0,0-1 0,0 1 0,0-1 0,0 1 0,0 0 0,0 0 0,1 0 0,-1 0 0,1 0 0,0 0 0,-1 1 0,1 0 0,0-1 0,0 1 0,0 0 0,0 0 0,0 0 0,0 1 0,6-1 0,-6 0 0,1 0 0,-1 1 0,1 0 0,-1-1 0,1 1 0,-1 0 0,1 1 0,0-1 0,-1 1 0,1 0 0,-1-1 0,1 1 0,-1 1 0,0-1 0,1 1 0,-1-1 0,0 1 0,0 0 0,0 0 0,0 0 0,-1 0 0,1 1 0,0-1 0,-1 1 0,0 0 0,1-1 0,-1 1 0,0 0 0,0 0 0,-1 1 0,3 5 0,42 187 0,-42-173 0,0-1 0,-1 1 0,-2 41 0,-1-48 0,0 1 0,0-1 0,2 1 0,0-1 0,1 0 0,0 0 0,2 0 0,9 26 0,-5-26-1365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17.6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6055 391 24575,'2'-2'0,"0"0"0,0 1 0,0-1 0,1 1 0,-1-1 0,0 1 0,1 0 0,-1 0 0,1 0 0,0 0 0,-1 1 0,1-1 0,0 1 0,-1 0 0,4-1 0,4-1 0,163-37 0,-154 33 0,1 1 0,0 0 0,-1 2 0,1 0 0,0 1 0,0 1 0,1 1 0,-1 1 0,0 0 0,32 7 0,-52-8 0,0 0 0,0 0 0,1 0 0,-1 0 0,0 0 0,0 0 0,1 0 0,-1 0 0,0 0 0,1 1 0,-1-1 0,0 0 0,0 0 0,1 0 0,-1 0 0,0 0 0,0 0 0,0 0 0,1 1 0,-1-1 0,0 0 0,0 0 0,1 0 0,-1 1 0,0-1 0,0 0 0,0 0 0,0 0 0,0 1 0,1-1 0,-1 0 0,0 0 0,0 1 0,0-1 0,0 0 0,0 0 0,0 1 0,0-1 0,0 0 0,0 1 0,0-1 0,0 0 0,0 0 0,0 1 0,0-1 0,0 0 0,0 0 0,0 1 0,0-1 0,-1 0 0,1 0 0,0 1 0,0-1 0,0 0 0,0 0 0,-1 1 0,-19 14 0,-31 7 0,15-16 0,-1-2 0,1-1 0,-1-2 0,-46-5 0,-60 2 0,141 2 0,-1 0 0,1 0 0,0 0 0,0 0 0,0 0 0,-1 1 0,1-1 0,0 1 0,0-1 0,0 1 0,0 0 0,0 0 0,0 0 0,0 0 0,0 0 0,0 1 0,1-1 0,-1 0 0,0 1 0,1-1 0,-1 1 0,1 0 0,-1 0 0,1-1 0,0 1 0,0 0 0,0 0 0,0 0 0,0 0 0,0 0 0,0 0 0,1 1 0,-1-1 0,1 0 0,0 0 0,0 0 0,-1 1 0,1-1 0,1 4 0,0-1 0,0 1 0,0-1 0,0 0 0,1 0 0,0 0 0,0 0 0,1 0 0,-1 0 0,1-1 0,0 1 0,0-1 0,0 0 0,1 1 0,0-1 0,6 5 0,4 0 0,0 0 0,1 0 0,0-1 0,1-1 0,0-1 0,0 0 0,0-1 0,1-1 0,32 5 0,-22-6 0,1-2 0,0 0 0,0-2 0,0-1 0,35-7 0,-49 6 0,-1-2 0,0 1 0,21-12 0,7-2 0,-21 8 0,-1-1 0,0-1 0,0-1 0,26-23 0,-42 33 0,2-1 0,0 0 0,1 0 0,-1 0 0,1 1 0,0 0 0,0 0 0,0 0 0,0 1 0,0-1 0,0 2 0,1-1 0,-1 1 0,1 0 0,-1 0 0,9 1 0,-14 0 0,0 0 0,0 1 0,-1-1 0,1 1 0,0-1 0,0 1 0,-1-1 0,1 1 0,0-1 0,-1 1 0,1 0 0,0 0 0,-1-1 0,1 1 0,-1 0 0,0 0 0,1-1 0,-1 1 0,1 0 0,-1 0 0,0 0 0,0 0 0,1 0 0,-1 0 0,0-1 0,0 1 0,0 0 0,0 0 0,0 0 0,0 0 0,-1 0 0,1 0 0,0 0 0,0 0 0,-8 46 0,5-30 0,-2 28 0,2 0 0,2 1 0,8 84 0,-5-121 0,0 1 0,0-1 0,1 0 0,0 0 0,1 0 0,0 0 0,0-1 0,11 15 0,-14-21 0,0 0 0,1 0 0,-1 0 0,1-1 0,0 1 0,-1-1 0,1 1 0,0-1 0,0 0 0,0 0 0,0 1 0,0-1 0,0 0 0,0-1 0,0 1 0,0 0 0,1-1 0,-1 1 0,0-1 0,0 0 0,1 0 0,-1 0 0,0 0 0,0 0 0,1 0 0,-1 0 0,0-1 0,0 1 0,1-1 0,-1 0 0,0 1 0,0-1 0,0 0 0,0 0 0,0-1 0,0 1 0,0 0 0,-1-1 0,1 1 0,2-3 0,5-1 0,0 0 0,0 0 0,0 1 0,1 0 0,13-3 0,-10 3 0,-15 2 0,-10 2 0,0-2 0,0 1 0,0-2 0,0 0 0,-12-4 0,-49-9 0,-119 1 0,80 8 0,-122 7 0,83 3 0,-325-3 0,459-1 0,1-1 0,0-1 0,0 0 0,0-1 0,-23-10 0,23 8 0,-1 1 0,0 0 0,-1 1 0,-32-3 0,-17 9 0,49-1 0,0 0 0,0-1 0,0-1 0,0-1 0,0 0 0,1-1 0,-18-6 0,15 3 0,1 1 0,-1 0 0,0 1 0,0 1 0,-21 0 0,-107 5 0,54 1 0,-169-21 0,247 17 0,0-1 0,0-1 0,1 0 0,-17-6 0,15 4 0,0 1 0,0 1 0,-23-3 0,-287 6 0,159 1 0,170 5 0,16 6 0,21 10 0,213 109 0,-210-112 0,71 20 0,-50-19 0,-45-12 0,1-2 0,0 0 0,1-2 0,-1 0 0,30 2 0,348-7 0,-310-8 0,37 0 0,114-10 0,-158 4 0,-61 10 0,1 1 0,0 0 0,32 0 0,-45 4 0,0 1 0,1-1 0,-1 1 0,0 1 0,1 0 0,-1 0 0,0 0 0,0 1 0,0 0 0,-1 0 0,1 1 0,-1 0 0,10 7 0,10 11 0,-19-16 0,-1 0 0,1 0 0,0 0 0,0-1 0,1 0 0,-1-1 0,1 0 0,0 0 0,0 0 0,1-1 0,-1 0 0,1-1 0,0 0 0,11 1 0,-7-2 0,3 0 0,-1 0 0,0-1 0,1 0 0,26-5 0,-39 4 0,1 1 0,-1-1 0,0 0 0,0 0 0,0-1 0,0 1 0,0-1 0,0 1 0,-1-1 0,1 0 0,0 0 0,-1 0 0,0 0 0,1-1 0,-1 1 0,0 0 0,0-1 0,0 0 0,-1 1 0,1-1 0,0 0 0,-1 0 0,0 0 0,0 0 0,0 0 0,0-1 0,0 1 0,0-4 0,16-88 0,-9 53 0,4-45 0,-11 73 0,0 1 0,-2-1 0,0 1 0,0-1 0,-1 1 0,0 0 0,-8-21 0,8 26 0,-1-1 0,0 1 0,-1 0 0,0 0 0,0 0 0,-1 0 0,0 1 0,-1-1 0,1 1 0,-1 1 0,0-1 0,-1 1 0,0 0 0,0 1 0,0-1 0,0 1 0,-1 1 0,0-1 0,0 2 0,0-1 0,-18-4 0,-40-14 0,47 15 0,0 1 0,-1 0 0,0 2 0,0 0 0,-25-1 0,-405 4 0,211 3 0,224-4 0,0 1 0,0-2 0,1 0 0,-1-1 0,-26-10 0,25 8 0,-1 0 0,0 2 0,-33-6 0,31 8 0,0-2 0,-26-8 0,28 7 0,0 1 0,0 0 0,-29-1 0,12 5 0,25 1 0,1 0 0,-1-1 0,0-1 0,1 1 0,-1-1 0,1-1 0,-14-3 0,68-4 0,-27 7 0,0-1 0,0-1 0,19-5 0,-19 3 0,0 2 0,1 0 0,22-1 0,-26 5 0,1-1 0,-1-1 0,0 0 0,0-1 0,0-1 0,0 0 0,0-1 0,-1-1 0,28-15 0,-17 9 0,-20 10 0,-1 0 0,0-1 0,0 0 0,0 1 0,0-2 0,0 1 0,-1 0 0,8-8 0,-12 11 0,0-1 0,0 0 0,0 0 0,0 1 0,0-1 0,0 0 0,0 0 0,0 0 0,0 1 0,0-1 0,0 0 0,0 0 0,-1 0 0,1 1 0,0-1 0,0 0 0,-1 1 0,1-1 0,-1 0 0,1 0 0,-1 1 0,1-1 0,-1 1 0,1-1 0,-1 1 0,1-1 0,-1 1 0,0-1 0,1 1 0,-1-1 0,0 1 0,1 0 0,-1-1 0,0 1 0,0 0 0,0-1 0,-36-17 0,30 15 0,-13-5 0,-1 1 0,0 1 0,-1 1 0,-37-5 0,28 5 0,-31-11 0,47 11 0,-1 0 0,-31-4 0,41 9 0,1-1 0,0 1 0,0 1 0,0-1 0,0 1 0,0 0 0,0 0 0,0 0 0,0 1 0,0-1 0,0 1 0,0 0 0,-6 5 0,-19 12 0,-48 41 0,55-41 0,-48 29 0,9-7 0,-33 22 0,87-59 0,-1-1 0,1 0 0,-1 0 0,0-1 0,1 0 0,-14 1 0,-33 9 0,39-7 0,0-2 0,-1 1 0,1-2 0,-1 0 0,-27-1 0,-45 5 0,89-6 0,0 0 0,0 0 0,0 0 0,0 0 0,-1 0 0,1 0 0,0 0 0,0 0 0,0 0 0,0 0 0,0 0 0,-1 0 0,1 0 0,0 0 0,0 0 0,0 0 0,0 0 0,0 0 0,-1 0 0,1 0 0,0 0 0,0 0 0,0 0 0,0 0 0,0 0 0,-1 0 0,1 0 0,0 0 0,0 0 0,0 0 0,0 1 0,0-1 0,0 0 0,0 0 0,0 0 0,-1 0 0,1 0 0,0 0 0,0 0 0,0 1 0,0-1 0,0 0 0,0 0 0,0 0 0,0 0 0,0 0 0,0 1 0,0-1 0,0 0 0,0 0 0,0 0 0,0 0 0,0 0 0,0 1 0,0-1 0,0 0 0,0 0 0,0 0 0,0 0 0,0 0 0,0 1 0,14 4 0,36 8 0,-25-7 0,26 4 0,1-2 0,0-2 0,0-3 0,104-7 0,-34 2 0,69-12 0,-165 11 0,-1 1 0,1 1 0,0 1 0,-1 2 0,1 1 0,-1 0 0,45 14 0,-23-4 0,-27-9 0,-1 2 0,35 15 0,-37-16 0,0 0 0,0-1 0,1-1 0,25 2 0,-40-5 0,-121 0 0,53 2 0,-1-4 0,-69-10 0,23 3 0,88 9 0,-1-2 0,1 0 0,0-2 0,0 0 0,-39-13 0,42 10 0,0 1 0,-1 2 0,0 0 0,1 1 0,-31 0 0,30 2 0,0 0 0,0-2 0,0 0 0,0-2 0,-27-9 0,32 8 0,0 1 0,0 1 0,-1 0 0,1 1 0,-27 0 0,-93 5 0,51 0 0,-629-2 0,505-18 0,183 18 0,0-2 0,0-1 0,1-1 0,-27-8 0,4 2 0,0 1 0,-1 3 0,-92-1 0,127 7 0,0-2 0,-1 0 0,1-1 0,-19-7 0,17 5 0,0 1 0,0 0 0,-23-1 0,-64-4 0,-29 0 0,-662 10 0,584 18 0,-478-20 0,682 1 0,0 0 0,-1 1 0,1 0 0,0 0 0,0 1 0,0-1 0,0 2 0,0-1 0,0 1 0,0 0 0,-8 6 0,4-1 0,0 0 0,1 1 0,0 1 0,0 0 0,-11 14 0,-25 26 0,33-38 0,0 1 0,-17 23 0,27-30 0,-1 0 0,1 0 0,0 0 0,0 0 0,1 0 0,0 1 0,0-1 0,0 1 0,1-1 0,-1 12 0,1-4 0,0 0 0,1-1 0,1 1 0,0 0 0,1-1 0,5 21 0,-5-28 0,1 1 0,-1-2 0,1 1 0,0 0 0,1-1 0,0 1 0,-1-1 0,2 0 0,-1 0 0,0 0 0,1-1 0,0 0 0,0 0 0,0 0 0,11 5 0,7 7 0,-14-10 0,0 0 0,0-1 0,0 0 0,17 7 0,-25-12 0,1 1 0,0-1 0,-1 1 0,1-1 0,0 0 0,0 1 0,-1-1 0,1 0 0,0 0 0,0 0 0,0 0 0,-1-1 0,1 1 0,0 0 0,0-1 0,-1 0 0,1 1 0,0-1 0,-1 0 0,1 1 0,-1-1 0,1 0 0,-1 0 0,1-1 0,-1 1 0,0 0 0,1 0 0,-1-1 0,0 1 0,0 0 0,0-1 0,2-3 0,9-19 0,17-51 0,7-15 0,-5 17 0,-30 68 0,1 1 0,-1-1 0,0 0 0,0 1 0,0-1 0,-1 0 0,0 0 0,1 0 0,-2 0 0,1 1 0,-1-1 0,1 0 0,-4-9 0,3 13 0,1 1 0,-1-1 0,0 0 0,1 0 0,-1 1 0,0-1 0,0 0 0,0 1 0,0-1 0,1 1 0,-1-1 0,0 1 0,0-1 0,0 1 0,0 0 0,0 0 0,0-1 0,0 1 0,0 0 0,0 0 0,0 0 0,0 0 0,0 0 0,0 0 0,0 0 0,0 1 0,0-1 0,0 0 0,0 0 0,0 1 0,0-1 0,0 1 0,0-1 0,0 1 0,0-1 0,0 1 0,1-1 0,-3 2 0,-35 28 0,35-27 0,-2 3 0,0 0 0,0 0 0,0 0 0,1 1 0,0 0 0,1 0 0,-1 0 0,1 1 0,0-1 0,1 1 0,0-1 0,-1 9 0,-1 4 0,2 1 0,0-1 0,1 31 0,1-48 0,0 0 0,0 0 0,1 0 0,-1 0 0,0 0 0,1 0 0,0 0 0,0 0 0,0-1 0,0 1 0,0 0 0,0-1 0,1 1 0,-1 0 0,1-1 0,0 0 0,0 1 0,0-1 0,0 0 0,0 0 0,0 0 0,1 0 0,-1-1 0,1 1 0,-1-1 0,1 1 0,3 0 0,4 1 0,1 0 0,-1-2 0,1 1 0,0-1 0,0-1 0,12 0 0,44 4 0,-5 7 0,1-2 0,0-3 0,95-4 0,610-2 0,-558-18 0,188 18 0,-385-1 0,-1 0 0,1-1 0,-1-1 0,24-7 0,-22 5 0,0 1 0,1 1 0,15-2 0,308 1 0,-173 7 0,734-3 0,-842 3 0,63 12 0,-113-14 0,54 15 0,-48-12 0,0 0 0,0-1 0,21 3 0,247-3 0,-147-5 0,-135 2 0,-18 12 0,-1-2 0,-33 13 0,-11-11 0,45-9 0,0 0 0,0 1 0,-35 14 0,36-12 0,-1-1 0,1 0 0,-1-1 0,-1-1 0,-20 1 0,20-2 0,-1 0 0,1 1 0,0 2 0,-29 9 0,26-6 0,0-1 0,-1-1 0,0 0 0,-48 3 0,-101-6 0,132-3 0,-229-15 0,249 13 0,0 0 0,1 0 0,-1-2 0,1 0 0,0-1 0,-26-11 0,27 9 0,0 0 0,-1 1 0,0 1 0,0 1 0,-33-3 0,-105 4 0,139 3 0,-537 0 0,541-1 0,0 0 0,0-2 0,1 0 0,-22-7 0,21 5 0,-1 1 0,-1 1 0,-25-3 0,-41 5 0,40 2 0,-81-11 0,54 3 0,-1 2 0,-100 7 0,45 1 0,59-2 0,27 1 0,-64-6 0,51-11 0,43 11 0,-1 0 0,0 1 0,0 0 0,0 1 0,-18-1 0,26 3 0,1 0 0,0 0 0,0 0 0,-1 1 0,1-1 0,0 1 0,0-1 0,0 1 0,0 0 0,-1 0 0,1 0 0,0 0 0,1 0 0,-1 1 0,0-1 0,0 1 0,0-1 0,1 1 0,-1-1 0,1 1 0,-1 0 0,1 0 0,0 0 0,0 0 0,0 0 0,0 0 0,0 0 0,0 0 0,0 0 0,1 0 0,-1 1 0,1 2 0,-4 18 0,2-1 0,1 1 0,1 0 0,1-1 0,0 1 0,6 25 0,-6-44 0,1-1 0,-1 1 0,1 0 0,0 0 0,0-1 0,0 1 0,0-1 0,0 1 0,1-1 0,0 0 0,0 0 0,0 0 0,0-1 0,0 1 0,0-1 0,1 1 0,-1-1 0,1 0 0,-1 0 0,1-1 0,0 1 0,6 1 0,13 3 0,0 0 0,44 5 0,-29-6 0,63 8 0,-92-12 0,-1-1 0,1 0 0,0 0 0,-1-1 0,0 0 0,1-1 0,-1 0 0,0 0 0,14-6 0,-22 8 0,-1 0 0,1 0 0,0 0 0,-1 0 0,1 0 0,0 0 0,-1 0 0,1 0 0,0 0 0,-1 0 0,1 0 0,0 0 0,-1 0 0,1 0 0,0-1 0,-1 1 0,1 0 0,0 0 0,0 0 0,-1-1 0,1 1 0,0 0 0,0 0 0,-1-1 0,1 1 0,0 0 0,0-1 0,0 1 0,-1 0 0,1 0 0,0-1 0,0 1 0,0 0 0,0-1 0,0 1 0,0 0 0,0-1 0,0 1 0,0-1 0,0 1 0,0 0 0,0-1 0,0 1 0,0 0 0,0-1 0,0 1 0,0 0 0,0-1 0,0 1 0,0 0 0,1-1 0,-1 1 0,0 0 0,0 0 0,0-1 0,1 1 0,-1 0 0,0-1 0,0 1 0,1 0 0,-1 0 0,0 0 0,1-1 0,-1 1 0,0 0 0,1 0 0,0 0 0,-35-9 0,29 9 0,-47-15 0,38 10 0,-1 0 0,0 1 0,-27-3 0,28 7 0,7 0 0,0-1 0,0 1 0,1-1 0,-1 0 0,1-1 0,-8-2 0,12 3 0,1 1 0,0-1 0,0 0 0,-1 0 0,1 1 0,0-1 0,0 0 0,0 0 0,0-1 0,0 1 0,0 0 0,0 0 0,0 0 0,1-1 0,-1 1 0,0 0 0,1-1 0,-1 1 0,1 0 0,-1-1 0,1 1 0,0-1 0,0 1 0,-1-1 0,1 1 0,0-1 0,0 1 0,1-1 0,-1 1 0,0 0 0,0-1 0,1 1 0,0-2 0,26-82 0,-19 66 0,-1-1 0,8-38 0,-14 55 0,0 0 0,-1 1 0,2-1 0,-1 0 0,0 0 0,0 1 0,1-1 0,-1 1 0,1 0 0,0-1 0,0 1 0,0 0 0,0 0 0,0 0 0,0 0 0,1 0 0,-1 1 0,0-1 0,1 1 0,0-1 0,-1 1 0,1 0 0,0 0 0,-1 0 0,1 1 0,0-1 0,0 0 0,0 1 0,3 0 0,13-2 0,0 1 0,0 1 0,29 4 0,-11-1 0,156 12 0,-104-9 0,159-9 0,-161-5 0,37-1 0,379 9-1365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21.29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1260 0 24575,'-45'31'0,"37"-26"0,-1 1 0,1 0 0,1 0 0,-1 1 0,1 0 0,0 0 0,-6 10 0,-3 2 0,11-14 0,0-1 0,0 1 0,0-1 0,0-1 0,-9 6 0,-25 20 0,30-20 0,5-5 0,0 0 0,0 1 0,1-1 0,-1 1 0,1 0 0,-4 7 0,6-11 0,1 0 0,0-1 0,0 1 0,0 0 0,0-1 0,-1 1 0,1 0 0,0 0 0,0-1 0,0 1 0,0 0 0,1-1 0,-1 1 0,0 0 0,0 0 0,0-1 0,1 1 0,-1 0 0,0-1 0,0 1 0,1-1 0,0 2 0,0-1 0,1 0 0,-1 1 0,1-1 0,-1 0 0,1-1 0,-1 1 0,1 0 0,0 0 0,0-1 0,-1 1 0,1-1 0,0 1 0,2-1 0,35 4 0,1-1 0,-1-2 0,42-5 0,14 1 0,-37 0 0,61-12 0,-112 14 0,-5 1 0,1 0 0,-1-1 0,0 1 0,0-1 0,0 0 0,0 0 0,1 1 0,-1-1 0,0-1 0,0 1 0,-1 0 0,1 0 0,3-3 0,-6-5 0,-18 1 0,-32 3 0,0 2 0,-88 5 0,31 1 0,-83 11 0,87-7 0,-120-8 0,81-1 0,128 3 0,1 0 0,-1 2 0,0 0 0,-20 7 0,19-6 0,0 1 0,0-2 0,-26 3 0,-143 12 0,52 16 0,113-30-1365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41.2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29.63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30.4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31.19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8:47.47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9:20.04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447 321 24575,'-8'-1'0,"1"-1"0,0-1 0,0 0 0,0 0 0,0 0 0,1-1 0,-1 1 0,1-2 0,0 1 0,-7-6 0,-16-11 0,9 11 0,0 1 0,-38-12 0,45 18 0,0-1 0,0-1 0,1 0 0,-1-1 0,1 0 0,0 0 0,1-2 0,-1 1 0,1-2 0,-11-10 0,0-5-115,15 18 19,0-1 0,0 0 0,0-1 0,1 0-1,0 0 1,1 0 0,0-1 0,0 1 0,1-1-1,0-1 1,0 1 0,-2-11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9:26.1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 24575,'-3'0'0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9T22:59:31.53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158 11 24575,'-4'1'0,"0"1"0,0-1 0,0 0 0,0 1 0,0 0 0,0 0 0,-5 4 0,-17 6 0,25-11 0,-59 22 0,58-22 0,0 0 0,0 0 0,0 0 0,0 0 0,0 0 0,1 1 0,-1-1 0,0 0 0,1 1 0,-1-1 0,1 1 0,-1 0 0,1 0 0,0-1 0,0 1 0,0 0 0,0 0 0,0 0 0,0 0 0,0 0 0,0 0 0,1 0 0,0 0 0,-1 1 0,1 2 0,1-2 0,-1-1 0,2 0 0,-1 0 0,0 0 0,0 0 0,1-1 0,-1 1 0,1 0 0,-1 0 0,1-1 0,0 1 0,-1-1 0,1 0 0,0 1 0,0-1 0,0 0 0,0 0 0,1 0 0,-1 0 0,3 0 0,46 12 0,-48-13 0,1 0 0,-1 0 0,0 0 0,1 0 0,-1-1 0,0 0 0,1 0 0,-1 0 0,0 0 0,0 0 0,0 0 0,1-1 0,-2 0 0,1 0 0,0 1 0,0-2 0,-1 1 0,1 0 0,-1 0 0,1-1 0,-1 0 0,0 1 0,0-1 0,0 0 0,0 0 0,1-3 0,-2 3 0,1-1 0,-1 1 0,1-1 0,-1 1 0,0-1 0,0 0 0,-1 1 0,1-1 0,-1 0 0,0 1 0,0-1 0,0 0 0,0 0 0,0 1 0,-1-1 0,0 0 0,0 1 0,0-1 0,0 1 0,-1-1 0,1 1 0,-1 0 0,0-1 0,-2-3 0,2 6-114,1-1 1,-1 0-1,0 1 0,0-1 0,0 1 1,0 0-1,0 0 0,0-1 0,0 1 1,0 1-1,-3-2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8C072-485C-6C71-7165-FA8B9E533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B6975-C315-A3F9-9F56-A2FE84029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CC7AB4-19A5-036E-F7BE-3604B330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8BB9F4-3370-3A9E-8DA4-DBBAE04A0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13D314-158A-444A-C6C7-6AAC195C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850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AE6D8-4F59-DEED-046B-F0B67208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88A1E7-8D1C-9A02-7FE7-C5B6C8E7B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95D88B-DB96-7EBA-AF75-13F9DC68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ED5841-59A2-27E0-1F45-CD769FE1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653B42-F58F-05AC-D997-162ADF6B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92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FC8A8-5149-5159-05C4-D9E52ADC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B971C9-4EE1-BFE7-27F4-08D61D56E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69D40C-8201-3F9C-02E5-8A39C880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12A251-795C-04E8-B8A5-3A6CEF63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F1AF1F-F207-30EB-AC17-74D81360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160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FA6D0-D9CB-3222-6271-8106E847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5B3225-DBE4-B01C-73B4-9942B2F44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605EF0-586A-8E4A-8828-0DE7921F3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00FC3B-FF5F-D57F-F98D-56BFAC99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342E52-E7F7-510D-B89B-B108BD64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97C2A-C2C0-483C-6966-4F34E87C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8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29F25-05F2-3440-6624-E746BB8A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71971-EF4D-4E9B-E598-97FBEAD6F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EEDA21-A103-C804-E0D1-5F4A04B33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D15988-5AFB-6E2F-F49E-70572F052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7E9F85-5557-579F-FA74-91A9F60A7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091DE9-6C99-2BC8-6615-E3645A5B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3319AA-744C-464E-5DEE-2E487BB3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F46B99-142C-B996-E338-D5A3BE01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86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D064-B251-091A-A296-21CDC4AE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08EF57-C029-F4D8-1368-BAF0CB7F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786D56-86A9-A315-6319-7EF41392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749D9B-DD52-E92E-5E48-D8F137AE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57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A2CB816-CE04-3C34-8009-0350595C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CFD209-ED1D-C408-DE1A-2D21A9E7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3BF3AB-80E9-9DDE-1013-13C4028E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686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234AF-A7B0-6C30-56AA-C4B32BE5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67E89B-03FD-7190-533B-C94AAACF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6958B3-B093-90AD-DB8A-1AC2D2957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FC2C10-D0C9-729D-599D-05DC87F3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91232C-7905-FB3A-A48B-BE4F7CF8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A63B57-023F-F167-5A8C-85104EF2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099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2BCB0-3213-4FAE-E652-E19812AB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1579FAC-83AD-8BC4-4787-132A3FE99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854049-4BAA-7072-99EA-49D348556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6A5F0E-44CC-26A9-26A0-3B3A9165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67FBC3-0BA4-926D-7045-3DA2F16E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F3B3EF-76F8-0C62-2B96-A3917074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796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10E6B-AFE8-DC0A-429F-8DB8BF9F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7CA0B7-F5CD-6786-F0BB-21EDA8878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E31AB-ABF7-C7DB-8B99-1AB0BC2C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00DC8F-22FD-5C2C-581D-7E1F06CD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950256-9909-4B68-9608-A01426A0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975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21DDA6-CBCA-17EB-8D13-93CEF5B5C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EF399D-30B9-1A96-4D16-FA8696D2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057997-79B8-97F0-750E-92F9D066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40C27A-4C06-AE48-D8BA-BF40FFDD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B4694-CE55-0143-897F-0D90A3DC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609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75802C-6319-1D5F-331F-6612AD29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E1B708-BE2C-754E-20D5-ED246A591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6BFA7-5FC2-B482-BF09-41E2B3369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56B8C-CFDB-436C-846B-779648B3BAB8}" type="datetimeFigureOut">
              <a:rPr lang="es-AR" smtClean="0"/>
              <a:t>29/7/2024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9DF8C-D259-401D-382B-C22E30708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2B75E0-975D-4B58-B8C7-C65F54607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84F67-5C95-4EC7-BF52-D6341012AF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762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image" Target="../media/image11.png"/><Relationship Id="rId12" Type="http://schemas.openxmlformats.org/officeDocument/2006/relationships/customXml" Target="../ink/ink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3.xml"/><Relationship Id="rId18" Type="http://schemas.openxmlformats.org/officeDocument/2006/relationships/image" Target="../media/image12.png"/><Relationship Id="rId26" Type="http://schemas.openxmlformats.org/officeDocument/2006/relationships/image" Target="../media/image23.png"/><Relationship Id="rId3" Type="http://schemas.openxmlformats.org/officeDocument/2006/relationships/customXml" Target="../ink/ink8.xml"/><Relationship Id="rId21" Type="http://schemas.openxmlformats.org/officeDocument/2006/relationships/customXml" Target="../ink/ink18.xml"/><Relationship Id="rId7" Type="http://schemas.openxmlformats.org/officeDocument/2006/relationships/customXml" Target="../ink/ink10.xml"/><Relationship Id="rId12" Type="http://schemas.openxmlformats.org/officeDocument/2006/relationships/image" Target="../media/image19.png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2.xml"/><Relationship Id="rId24" Type="http://schemas.openxmlformats.org/officeDocument/2006/relationships/image" Target="../media/image22.png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20.xml"/><Relationship Id="rId28" Type="http://schemas.openxmlformats.org/officeDocument/2006/relationships/image" Target="../media/image24.png"/><Relationship Id="rId10" Type="http://schemas.openxmlformats.org/officeDocument/2006/relationships/image" Target="../media/image18.png"/><Relationship Id="rId19" Type="http://schemas.openxmlformats.org/officeDocument/2006/relationships/customXml" Target="../ink/ink16.xml"/><Relationship Id="rId4" Type="http://schemas.openxmlformats.org/officeDocument/2006/relationships/image" Target="../media/image15.png"/><Relationship Id="rId9" Type="http://schemas.openxmlformats.org/officeDocument/2006/relationships/customXml" Target="../ink/ink11.xml"/><Relationship Id="rId14" Type="http://schemas.openxmlformats.org/officeDocument/2006/relationships/image" Target="../media/image20.png"/><Relationship Id="rId22" Type="http://schemas.openxmlformats.org/officeDocument/2006/relationships/customXml" Target="../ink/ink19.xml"/><Relationship Id="rId27" Type="http://schemas.openxmlformats.org/officeDocument/2006/relationships/customXml" Target="../ink/ink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FABF00-B2BB-3E88-AB9E-4B1547FE2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201002"/>
            <a:ext cx="7208197" cy="2779619"/>
          </a:xfrm>
        </p:spPr>
        <p:txBody>
          <a:bodyPr anchor="b">
            <a:normAutofit/>
          </a:bodyPr>
          <a:lstStyle/>
          <a:p>
            <a:pPr algn="l"/>
            <a:r>
              <a:rPr lang="es-AR" sz="4800">
                <a:solidFill>
                  <a:srgbClr val="FFFFFF"/>
                </a:solidFill>
              </a:rPr>
              <a:t>PATRONES DE OBTENER INFORMACIÓN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5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38B78-6E84-CD5E-0746-8997C45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Forgiving Format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3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Texto, Chat o mensaje de texto&#10;&#10;Descripción generada automáticamente">
            <a:extLst>
              <a:ext uri="{FF2B5EF4-FFF2-40B4-BE49-F238E27FC236}">
                <a16:creationId xmlns:a16="http://schemas.microsoft.com/office/drawing/2014/main" id="{20DFAA7E-F4F0-54AC-9A36-32B3775D83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236" y="234368"/>
            <a:ext cx="10395527" cy="4937873"/>
          </a:xfrm>
          <a:prstGeom prst="rect">
            <a:avLst/>
          </a:prstGeom>
          <a:noFill/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A040AA4-A29A-3142-0846-1F69AC4B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77105"/>
            <a:ext cx="11277600" cy="4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5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EC1C6D3-735C-9EF5-9E18-19D33D717F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736" y="-1"/>
            <a:ext cx="3053573" cy="6638201"/>
          </a:xfrm>
          <a:prstGeom prst="rect">
            <a:avLst/>
          </a:prstGeom>
          <a:noFill/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EEDD60-B0AF-2ABA-4E82-DC0333863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309" y="2072408"/>
            <a:ext cx="8682191" cy="27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8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38B78-6E84-CD5E-0746-8997C45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Elección de un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58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0268366-EA4F-B89F-CA01-AD7451FB2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22" y="2975516"/>
            <a:ext cx="3242270" cy="895724"/>
          </a:xfrm>
          <a:prstGeom prst="rect">
            <a:avLst/>
          </a:prstGeom>
        </p:spPr>
      </p:pic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6F3C62F7-F733-6C3F-3EEE-7C01B819E1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618" y="-1"/>
            <a:ext cx="316327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Calendario&#10;&#10;Descripción generada automáticamente">
            <a:extLst>
              <a:ext uri="{FF2B5EF4-FFF2-40B4-BE49-F238E27FC236}">
                <a16:creationId xmlns:a16="http://schemas.microsoft.com/office/drawing/2014/main" id="{796B2C7D-78CE-5770-298F-D7B71A4573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642" y="-5622"/>
            <a:ext cx="3163965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79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38B78-6E84-CD5E-0746-8997C45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Input Hints e Input Prompt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9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688BC74-907A-DA35-BCAB-633A1B3C2B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824" y="0"/>
            <a:ext cx="3164102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98440651-0E0B-0717-1755-E0585BEF843D}"/>
                  </a:ext>
                </a:extLst>
              </p14:cNvPr>
              <p14:cNvContentPartPr/>
              <p14:nvPr/>
            </p14:nvContentPartPr>
            <p14:xfrm>
              <a:off x="4990785" y="2876325"/>
              <a:ext cx="360" cy="36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98440651-0E0B-0717-1755-E0585BEF84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2785" y="285868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en 1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BAD1B9D-D8FF-BC72-B8FA-5A902AECF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712" y="854316"/>
            <a:ext cx="4594543" cy="51493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4F2661CF-6B20-C0FB-34D4-81AB15E8D6A5}"/>
                  </a:ext>
                </a:extLst>
              </p14:cNvPr>
              <p14:cNvContentPartPr/>
              <p14:nvPr/>
            </p14:nvContentPartPr>
            <p14:xfrm>
              <a:off x="1407870" y="3285940"/>
              <a:ext cx="801720" cy="694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4F2661CF-6B20-C0FB-34D4-81AB15E8D6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2230" y="3250300"/>
                <a:ext cx="87336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70CA0E36-E505-16E2-D1CD-646442033A6F}"/>
              </a:ext>
            </a:extLst>
          </p:cNvPr>
          <p:cNvGrpSpPr/>
          <p:nvPr/>
        </p:nvGrpSpPr>
        <p:grpSpPr>
          <a:xfrm>
            <a:off x="2219014" y="3309784"/>
            <a:ext cx="12240" cy="43200"/>
            <a:chOff x="2219014" y="3309784"/>
            <a:chExt cx="12240" cy="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20D4D75-7C24-A1CC-2F88-804FDB63EBD2}"/>
                    </a:ext>
                  </a:extLst>
                </p14:cNvPr>
                <p14:cNvContentPartPr/>
                <p14:nvPr/>
              </p14:nvContentPartPr>
              <p14:xfrm>
                <a:off x="2228734" y="3309784"/>
                <a:ext cx="360" cy="3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20D4D75-7C24-A1CC-2F88-804FDB63EB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2734" y="327378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B10751E-60A4-E726-4C90-190788402F28}"/>
                    </a:ext>
                  </a:extLst>
                </p14:cNvPr>
                <p14:cNvContentPartPr/>
                <p14:nvPr/>
              </p14:nvContentPartPr>
              <p14:xfrm>
                <a:off x="2219014" y="3331024"/>
                <a:ext cx="360" cy="3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B10751E-60A4-E726-4C90-190788402F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3374" y="329538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C01798B-D938-7FD4-7FBA-1BF61F9F3313}"/>
                    </a:ext>
                  </a:extLst>
                </p14:cNvPr>
                <p14:cNvContentPartPr/>
                <p14:nvPr/>
              </p14:nvContentPartPr>
              <p14:xfrm>
                <a:off x="2219014" y="3340744"/>
                <a:ext cx="360" cy="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C01798B-D938-7FD4-7FBA-1BF61F9F33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3374" y="330474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DD72E17-7CCC-72DA-CE8F-54096B104020}"/>
                    </a:ext>
                  </a:extLst>
                </p14:cNvPr>
                <p14:cNvContentPartPr/>
                <p14:nvPr/>
              </p14:nvContentPartPr>
              <p14:xfrm>
                <a:off x="2230894" y="3352624"/>
                <a:ext cx="360" cy="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DD72E17-7CCC-72DA-CE8F-54096B1040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5254" y="331662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B5901C5C-8C57-9CB5-7328-F70C7132C2A8}"/>
                  </a:ext>
                </a:extLst>
              </p14:cNvPr>
              <p14:cNvContentPartPr/>
              <p14:nvPr/>
            </p14:nvContentPartPr>
            <p14:xfrm>
              <a:off x="3028090" y="3876305"/>
              <a:ext cx="329760" cy="8784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B5901C5C-8C57-9CB5-7328-F70C7132C2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92450" y="3840305"/>
                <a:ext cx="401400" cy="15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42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38B78-6E84-CD5E-0746-8997C45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3"/>
            <a:ext cx="7290410" cy="3762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Structured Format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C97EF5-7258-6D3E-A330-2D4DFB092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21" y="300251"/>
            <a:ext cx="9101189" cy="5981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498E9695-2688-E2AA-5E53-22B684D252E5}"/>
                  </a:ext>
                </a:extLst>
              </p14:cNvPr>
              <p14:cNvContentPartPr/>
              <p14:nvPr/>
            </p14:nvContentPartPr>
            <p14:xfrm>
              <a:off x="6076650" y="3166643"/>
              <a:ext cx="360" cy="115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498E9695-2688-E2AA-5E53-22B684D252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9010" y="3149003"/>
                <a:ext cx="36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B265E0EB-1DE2-BAF3-3A0B-14F94C2B6DBA}"/>
                  </a:ext>
                </a:extLst>
              </p14:cNvPr>
              <p14:cNvContentPartPr/>
              <p14:nvPr/>
            </p14:nvContentPartPr>
            <p14:xfrm>
              <a:off x="6587130" y="3091763"/>
              <a:ext cx="1157040" cy="39276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B265E0EB-1DE2-BAF3-3A0B-14F94C2B6D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69490" y="3073763"/>
                <a:ext cx="11926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952DAD1D-A71A-F591-9B04-FC15637F43DF}"/>
                  </a:ext>
                </a:extLst>
              </p14:cNvPr>
              <p14:cNvContentPartPr/>
              <p14:nvPr/>
            </p14:nvContentPartPr>
            <p14:xfrm>
              <a:off x="6698370" y="3113723"/>
              <a:ext cx="1116000" cy="4017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952DAD1D-A71A-F591-9B04-FC15637F43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62730" y="3078083"/>
                <a:ext cx="118764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672B0FAB-5D7E-FF8E-E219-A8CA9C51C729}"/>
                  </a:ext>
                </a:extLst>
              </p14:cNvPr>
              <p14:cNvContentPartPr/>
              <p14:nvPr/>
            </p14:nvContentPartPr>
            <p14:xfrm>
              <a:off x="7123890" y="3195443"/>
              <a:ext cx="317880" cy="2246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672B0FAB-5D7E-FF8E-E219-A8CA9C51C7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88250" y="3159443"/>
                <a:ext cx="389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9FBC0CAE-44DD-5632-7B8E-17A8A67D994A}"/>
                  </a:ext>
                </a:extLst>
              </p14:cNvPr>
              <p14:cNvContentPartPr/>
              <p14:nvPr/>
            </p14:nvContentPartPr>
            <p14:xfrm>
              <a:off x="1993180" y="1403460"/>
              <a:ext cx="2478960" cy="3448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9FBC0CAE-44DD-5632-7B8E-17A8A67D99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7180" y="1367460"/>
                <a:ext cx="255060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EE748F80-ACDB-8D90-691B-0AA381FBA73E}"/>
                  </a:ext>
                </a:extLst>
              </p14:cNvPr>
              <p14:cNvContentPartPr/>
              <p14:nvPr/>
            </p14:nvContentPartPr>
            <p14:xfrm>
              <a:off x="1916140" y="1326060"/>
              <a:ext cx="2527200" cy="3906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EE748F80-ACDB-8D90-691B-0AA381FBA7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80500" y="1290060"/>
                <a:ext cx="259884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5219A983-800C-1849-DB52-4D660A96E3AA}"/>
                  </a:ext>
                </a:extLst>
              </p14:cNvPr>
              <p14:cNvContentPartPr/>
              <p14:nvPr/>
            </p14:nvContentPartPr>
            <p14:xfrm>
              <a:off x="2168860" y="1447740"/>
              <a:ext cx="559080" cy="10980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5219A983-800C-1849-DB52-4D660A96E3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32860" y="1411740"/>
                <a:ext cx="6307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083C9068-A49F-9FCB-427E-8BAAD4CB0CAF}"/>
                  </a:ext>
                </a:extLst>
              </p14:cNvPr>
              <p14:cNvContentPartPr/>
              <p14:nvPr/>
            </p14:nvContentPartPr>
            <p14:xfrm>
              <a:off x="4483834" y="1578596"/>
              <a:ext cx="360" cy="3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083C9068-A49F-9FCB-427E-8BAAD4CB0C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47834" y="1542596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upo 43">
            <a:extLst>
              <a:ext uri="{FF2B5EF4-FFF2-40B4-BE49-F238E27FC236}">
                <a16:creationId xmlns:a16="http://schemas.microsoft.com/office/drawing/2014/main" id="{864EC74A-C0C1-E6EC-5FB0-26AF602173A8}"/>
              </a:ext>
            </a:extLst>
          </p:cNvPr>
          <p:cNvGrpSpPr/>
          <p:nvPr/>
        </p:nvGrpSpPr>
        <p:grpSpPr>
          <a:xfrm>
            <a:off x="4457554" y="1488236"/>
            <a:ext cx="33840" cy="155160"/>
            <a:chOff x="4457554" y="1488236"/>
            <a:chExt cx="3384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1877FE5-27CF-389B-5D55-FCFB060B503D}"/>
                    </a:ext>
                  </a:extLst>
                </p14:cNvPr>
                <p14:cNvContentPartPr/>
                <p14:nvPr/>
              </p14:nvContentPartPr>
              <p14:xfrm>
                <a:off x="4457554" y="1554836"/>
                <a:ext cx="360" cy="3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1877FE5-27CF-389B-5D55-FCFB060B50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1554" y="151883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240F84F-65A3-BEF4-70E0-2A55F82D103D}"/>
                    </a:ext>
                  </a:extLst>
                </p14:cNvPr>
                <p14:cNvContentPartPr/>
                <p14:nvPr/>
              </p14:nvContentPartPr>
              <p14:xfrm>
                <a:off x="4474114" y="1533236"/>
                <a:ext cx="360" cy="3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240F84F-65A3-BEF4-70E0-2A55F82D10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38474" y="149759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31CA6F8-F529-C697-378C-BC569FD3D45B}"/>
                    </a:ext>
                  </a:extLst>
                </p14:cNvPr>
                <p14:cNvContentPartPr/>
                <p14:nvPr/>
              </p14:nvContentPartPr>
              <p14:xfrm>
                <a:off x="4471954" y="1488236"/>
                <a:ext cx="360" cy="3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31CA6F8-F529-C697-378C-BC569FD3D4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35954" y="145223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E9B56A63-58B7-3164-C33C-0C37D765F6D1}"/>
                    </a:ext>
                  </a:extLst>
                </p14:cNvPr>
                <p14:cNvContentPartPr/>
                <p14:nvPr/>
              </p14:nvContentPartPr>
              <p14:xfrm>
                <a:off x="4491034" y="1643036"/>
                <a:ext cx="360" cy="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E9B56A63-58B7-3164-C33C-0C37D765F6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5034" y="160703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5ED6FDCE-E0D0-4603-085F-3FF7078E94C6}"/>
                  </a:ext>
                </a:extLst>
              </p14:cNvPr>
              <p14:cNvContentPartPr/>
              <p14:nvPr/>
            </p14:nvContentPartPr>
            <p14:xfrm>
              <a:off x="7563923" y="2927438"/>
              <a:ext cx="160920" cy="1159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5ED6FDCE-E0D0-4603-085F-3FF7078E94C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27923" y="2891438"/>
                <a:ext cx="2325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B5C2EC82-E5A8-98BA-F7FF-03BBB7CD8228}"/>
                  </a:ext>
                </a:extLst>
              </p14:cNvPr>
              <p14:cNvContentPartPr/>
              <p14:nvPr/>
            </p14:nvContentPartPr>
            <p14:xfrm>
              <a:off x="7580843" y="3199958"/>
              <a:ext cx="1080" cy="36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B5C2EC82-E5A8-98BA-F7FF-03BBB7CD822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44843" y="3164318"/>
                <a:ext cx="72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FE6246D5-42AB-5F3E-AA4D-D5D8BD1A7929}"/>
                  </a:ext>
                </a:extLst>
              </p14:cNvPr>
              <p14:cNvContentPartPr/>
              <p14:nvPr/>
            </p14:nvContentPartPr>
            <p14:xfrm>
              <a:off x="7548803" y="3158198"/>
              <a:ext cx="63720" cy="5652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FE6246D5-42AB-5F3E-AA4D-D5D8BD1A79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13163" y="3122558"/>
                <a:ext cx="135360" cy="12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899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</Words>
  <Application>Microsoft Office PowerPoint</Application>
  <PresentationFormat>Panorámica</PresentationFormat>
  <Paragraphs>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Meiryo</vt:lpstr>
      <vt:lpstr>Aptos</vt:lpstr>
      <vt:lpstr>Aptos Display</vt:lpstr>
      <vt:lpstr>Arial</vt:lpstr>
      <vt:lpstr>Tema de Office</vt:lpstr>
      <vt:lpstr>PATRONES DE OBTENER INFORMACIÓN</vt:lpstr>
      <vt:lpstr>Forgiving Format</vt:lpstr>
      <vt:lpstr>Presentación de PowerPoint</vt:lpstr>
      <vt:lpstr>Presentación de PowerPoint</vt:lpstr>
      <vt:lpstr>Elección de un control</vt:lpstr>
      <vt:lpstr>Presentación de PowerPoint</vt:lpstr>
      <vt:lpstr>Input Hints e Input Prompt</vt:lpstr>
      <vt:lpstr>Presentación de PowerPoint</vt:lpstr>
      <vt:lpstr>Structured Format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Mondino, Juan Cruz</dc:creator>
  <cp:lastModifiedBy>Juan Cruz Mondino</cp:lastModifiedBy>
  <cp:revision>4</cp:revision>
  <dcterms:created xsi:type="dcterms:W3CDTF">2024-07-29T22:25:36Z</dcterms:created>
  <dcterms:modified xsi:type="dcterms:W3CDTF">2024-07-29T23:03:37Z</dcterms:modified>
</cp:coreProperties>
</file>